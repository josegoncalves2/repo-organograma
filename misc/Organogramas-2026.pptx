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GABINETE DO PREFEITO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FUNDO SOCIAL DE SOLIDARIEDADE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CHEFE DE GABINETE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E5AEA43F-25C9-4387-B383-04F0775BFE30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8E0DC5EC-21E0-4782-8FBD-618C8BE3264A}" type="parTrans" cxnId="{0BA7E6C0-1040-4D81-B489-F8ECAD98A951}">
      <dgm:prSet/>
      <dgm:spPr/>
      <dgm:t>
        <a:bodyPr/>
        <a:lstStyle/>
        <a:p>
          <a:endParaRPr lang="pt-BR"/>
        </a:p>
      </dgm:t>
    </dgm:pt>
    <dgm:pt modelId="{8DB57107-7FC2-4B97-955F-C2BAAA609FFC}" type="sibTrans" cxnId="{0BA7E6C0-1040-4D81-B489-F8ECAD98A951}">
      <dgm:prSet/>
      <dgm:spPr/>
      <dgm:t>
        <a:bodyPr/>
        <a:lstStyle/>
        <a:p>
          <a:endParaRPr lang="pt-BR"/>
        </a:p>
      </dgm:t>
    </dgm:pt>
    <dgm:pt modelId="{7442E231-C98A-4E26-B412-3E612E6AC952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620F081C-CB0F-4CC3-BE93-F96A75942B25}" type="parTrans" cxnId="{CE28EB78-18F3-45E9-A885-AB5F7F9509A9}">
      <dgm:prSet/>
      <dgm:spPr/>
      <dgm:t>
        <a:bodyPr/>
        <a:lstStyle/>
        <a:p>
          <a:endParaRPr lang="pt-BR"/>
        </a:p>
      </dgm:t>
    </dgm:pt>
    <dgm:pt modelId="{11AD12A2-A353-4AFE-A215-813A046AAD59}" type="sibTrans" cxnId="{CE28EB78-18F3-45E9-A885-AB5F7F9509A9}">
      <dgm:prSet/>
      <dgm:spPr/>
      <dgm:t>
        <a:bodyPr/>
        <a:lstStyle/>
        <a:p>
          <a:endParaRPr lang="pt-BR"/>
        </a:p>
      </dgm:t>
    </dgm:pt>
    <dgm:pt modelId="{E04FAE49-A87D-477C-B59B-F3367DDF03B5}">
      <dgm:prSet/>
      <dgm:spPr/>
      <dgm:t>
        <a:bodyPr/>
        <a:lstStyle/>
        <a:p>
          <a:r>
            <a:rPr lang="pt-BR" dirty="0"/>
            <a:t>Divisão Administrativa, Convênios e Captação</a:t>
          </a:r>
        </a:p>
      </dgm:t>
    </dgm:pt>
    <dgm:pt modelId="{8F1018B1-37C9-4EE3-908D-ABBD7A54C4F6}" type="parTrans" cxnId="{D5825A0F-389B-4828-80C8-18DD309CEE50}">
      <dgm:prSet/>
      <dgm:spPr/>
      <dgm:t>
        <a:bodyPr/>
        <a:lstStyle/>
        <a:p>
          <a:endParaRPr lang="pt-BR"/>
        </a:p>
      </dgm:t>
    </dgm:pt>
    <dgm:pt modelId="{FD5668E4-0A14-4EBD-9999-3CABAD86A270}" type="sibTrans" cxnId="{D5825A0F-389B-4828-80C8-18DD309CEE50}">
      <dgm:prSet/>
      <dgm:spPr/>
      <dgm:t>
        <a:bodyPr/>
        <a:lstStyle/>
        <a:p>
          <a:endParaRPr lang="pt-BR"/>
        </a:p>
      </dgm:t>
    </dgm:pt>
    <dgm:pt modelId="{1DBBA65D-8D7B-40A0-9DFE-2C32014F0F3F}">
      <dgm:prSet/>
      <dgm:spPr/>
      <dgm:t>
        <a:bodyPr/>
        <a:lstStyle/>
        <a:p>
          <a:r>
            <a:rPr lang="pt-BR" dirty="0"/>
            <a:t>Divisão de Projetos e Ações Sociais</a:t>
          </a:r>
        </a:p>
      </dgm:t>
    </dgm:pt>
    <dgm:pt modelId="{2D1835E9-5344-4D95-8C3D-6579C91EC84F}" type="parTrans" cxnId="{3C3D7D15-FF21-4A36-AC4B-FDB96DCF0202}">
      <dgm:prSet/>
      <dgm:spPr/>
      <dgm:t>
        <a:bodyPr/>
        <a:lstStyle/>
        <a:p>
          <a:endParaRPr lang="pt-BR"/>
        </a:p>
      </dgm:t>
    </dgm:pt>
    <dgm:pt modelId="{D1E84B62-4783-4CF5-A58E-0DF51A28EBDF}" type="sibTrans" cxnId="{3C3D7D15-FF21-4A36-AC4B-FDB96DCF0202}">
      <dgm:prSet/>
      <dgm:spPr/>
      <dgm:t>
        <a:bodyPr/>
        <a:lstStyle/>
        <a:p>
          <a:endParaRPr lang="pt-BR"/>
        </a:p>
      </dgm:t>
    </dgm:pt>
    <dgm:pt modelId="{45FAE1B8-152B-4384-B392-9CD5A0C0E9A7}">
      <dgm:prSet/>
      <dgm:spPr/>
      <dgm:t>
        <a:bodyPr/>
        <a:lstStyle/>
        <a:p>
          <a:r>
            <a:rPr lang="pt-BR" dirty="0"/>
            <a:t>Setor de Acolhimento e Atendimento Social</a:t>
          </a:r>
        </a:p>
      </dgm:t>
    </dgm:pt>
    <dgm:pt modelId="{E2857CF0-6A41-4737-B8F3-BA50C87CF10A}" type="parTrans" cxnId="{FDB5D7D9-4BD2-47A9-8F46-33F95A73E1C2}">
      <dgm:prSet/>
      <dgm:spPr/>
      <dgm:t>
        <a:bodyPr/>
        <a:lstStyle/>
        <a:p>
          <a:endParaRPr lang="pt-BR"/>
        </a:p>
      </dgm:t>
    </dgm:pt>
    <dgm:pt modelId="{45AD8DB7-3549-47E2-A085-2CE5214171E3}" type="sibTrans" cxnId="{FDB5D7D9-4BD2-47A9-8F46-33F95A73E1C2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5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1" custLinFactNeighborY="-25257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1"/>
      <dgm:spPr/>
    </dgm:pt>
    <dgm:pt modelId="{1AE3AE86-6140-492A-A11F-E9F65F76A19E}" type="pres">
      <dgm:prSet presAssocID="{9E543093-51AF-482F-A54F-41BA2B290BE8}" presName="hierChild4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1" presStyleCnt="5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4" custScaleX="166026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4"/>
      <dgm:spPr/>
    </dgm:pt>
    <dgm:pt modelId="{87235909-C255-400E-860A-9A96CA656FA7}" type="pres">
      <dgm:prSet presAssocID="{48FA2B6C-580C-4DD3-BA17-302929DC73EB}" presName="hierChild6" presStyleCnt="0"/>
      <dgm:spPr/>
    </dgm:pt>
    <dgm:pt modelId="{4B454045-0057-4D06-BC83-177187CA19A5}" type="pres">
      <dgm:prSet presAssocID="{8F1018B1-37C9-4EE3-908D-ABBD7A54C4F6}" presName="Name37" presStyleLbl="parChTrans1D3" presStyleIdx="0" presStyleCnt="2"/>
      <dgm:spPr/>
    </dgm:pt>
    <dgm:pt modelId="{999CAF8F-13D3-4D48-A9D6-3360E7FF2438}" type="pres">
      <dgm:prSet presAssocID="{E04FAE49-A87D-477C-B59B-F3367DDF03B5}" presName="hierRoot2" presStyleCnt="0">
        <dgm:presLayoutVars>
          <dgm:hierBranch val="init"/>
        </dgm:presLayoutVars>
      </dgm:prSet>
      <dgm:spPr/>
    </dgm:pt>
    <dgm:pt modelId="{5B3236E3-5E2B-4A11-A419-5528926B9946}" type="pres">
      <dgm:prSet presAssocID="{E04FAE49-A87D-477C-B59B-F3367DDF03B5}" presName="rootComposite" presStyleCnt="0"/>
      <dgm:spPr/>
    </dgm:pt>
    <dgm:pt modelId="{007C0DBD-3335-42DE-8CA2-33B981A05776}" type="pres">
      <dgm:prSet presAssocID="{E04FAE49-A87D-477C-B59B-F3367DDF03B5}" presName="rootText" presStyleLbl="node3" presStyleIdx="0" presStyleCnt="2">
        <dgm:presLayoutVars>
          <dgm:chPref val="3"/>
        </dgm:presLayoutVars>
      </dgm:prSet>
      <dgm:spPr/>
    </dgm:pt>
    <dgm:pt modelId="{97C7D48A-AE7E-47A1-9F1C-4880FBBCF821}" type="pres">
      <dgm:prSet presAssocID="{E04FAE49-A87D-477C-B59B-F3367DDF03B5}" presName="rootConnector" presStyleLbl="node3" presStyleIdx="0" presStyleCnt="2"/>
      <dgm:spPr/>
    </dgm:pt>
    <dgm:pt modelId="{4FBF4608-6F56-4619-BDEE-3E63FA00D72A}" type="pres">
      <dgm:prSet presAssocID="{E04FAE49-A87D-477C-B59B-F3367DDF03B5}" presName="hierChild4" presStyleCnt="0"/>
      <dgm:spPr/>
    </dgm:pt>
    <dgm:pt modelId="{E2B5F363-D0C1-4116-A934-35CBAAB66806}" type="pres">
      <dgm:prSet presAssocID="{E04FAE49-A87D-477C-B59B-F3367DDF03B5}" presName="hierChild5" presStyleCnt="0"/>
      <dgm:spPr/>
    </dgm:pt>
    <dgm:pt modelId="{EFADBE18-8F63-4D59-8F35-DCAE52B6F805}" type="pres">
      <dgm:prSet presAssocID="{2D1835E9-5344-4D95-8C3D-6579C91EC84F}" presName="Name37" presStyleLbl="parChTrans1D3" presStyleIdx="1" presStyleCnt="2"/>
      <dgm:spPr/>
    </dgm:pt>
    <dgm:pt modelId="{0D6681D6-D8A9-4CD9-A5AF-F4A9E2F26D7A}" type="pres">
      <dgm:prSet presAssocID="{1DBBA65D-8D7B-40A0-9DFE-2C32014F0F3F}" presName="hierRoot2" presStyleCnt="0">
        <dgm:presLayoutVars>
          <dgm:hierBranch val="init"/>
        </dgm:presLayoutVars>
      </dgm:prSet>
      <dgm:spPr/>
    </dgm:pt>
    <dgm:pt modelId="{5B6D78A8-FD62-4B66-BBCF-149A1D955274}" type="pres">
      <dgm:prSet presAssocID="{1DBBA65D-8D7B-40A0-9DFE-2C32014F0F3F}" presName="rootComposite" presStyleCnt="0"/>
      <dgm:spPr/>
    </dgm:pt>
    <dgm:pt modelId="{B9970C48-76EA-4BD6-B47E-392240604466}" type="pres">
      <dgm:prSet presAssocID="{1DBBA65D-8D7B-40A0-9DFE-2C32014F0F3F}" presName="rootText" presStyleLbl="node3" presStyleIdx="1" presStyleCnt="2">
        <dgm:presLayoutVars>
          <dgm:chPref val="3"/>
        </dgm:presLayoutVars>
      </dgm:prSet>
      <dgm:spPr/>
    </dgm:pt>
    <dgm:pt modelId="{53FC4FC9-2469-448E-B56C-4A1EDC006860}" type="pres">
      <dgm:prSet presAssocID="{1DBBA65D-8D7B-40A0-9DFE-2C32014F0F3F}" presName="rootConnector" presStyleLbl="node3" presStyleIdx="1" presStyleCnt="2"/>
      <dgm:spPr/>
    </dgm:pt>
    <dgm:pt modelId="{0690EDE8-3A30-4EBE-8D38-60510657EB93}" type="pres">
      <dgm:prSet presAssocID="{1DBBA65D-8D7B-40A0-9DFE-2C32014F0F3F}" presName="hierChild4" presStyleCnt="0"/>
      <dgm:spPr/>
    </dgm:pt>
    <dgm:pt modelId="{3F449DD5-8762-44EE-958A-E7461EADE328}" type="pres">
      <dgm:prSet presAssocID="{E2857CF0-6A41-4737-B8F3-BA50C87CF10A}" presName="Name37" presStyleLbl="parChTrans1D4" presStyleIdx="0" presStyleCnt="1"/>
      <dgm:spPr/>
    </dgm:pt>
    <dgm:pt modelId="{AEF56082-F71C-4DB2-9E17-A5FC046F703E}" type="pres">
      <dgm:prSet presAssocID="{45FAE1B8-152B-4384-B392-9CD5A0C0E9A7}" presName="hierRoot2" presStyleCnt="0">
        <dgm:presLayoutVars>
          <dgm:hierBranch val="init"/>
        </dgm:presLayoutVars>
      </dgm:prSet>
      <dgm:spPr/>
    </dgm:pt>
    <dgm:pt modelId="{E7D41F45-10EF-410D-BF41-BB2917BB5617}" type="pres">
      <dgm:prSet presAssocID="{45FAE1B8-152B-4384-B392-9CD5A0C0E9A7}" presName="rootComposite" presStyleCnt="0"/>
      <dgm:spPr/>
    </dgm:pt>
    <dgm:pt modelId="{360CE6AF-4D53-4D5F-AB7D-4277F0428419}" type="pres">
      <dgm:prSet presAssocID="{45FAE1B8-152B-4384-B392-9CD5A0C0E9A7}" presName="rootText" presStyleLbl="node4" presStyleIdx="0" presStyleCnt="1">
        <dgm:presLayoutVars>
          <dgm:chPref val="3"/>
        </dgm:presLayoutVars>
      </dgm:prSet>
      <dgm:spPr/>
    </dgm:pt>
    <dgm:pt modelId="{0FCAEC38-D622-4429-9092-86EA2B7D241F}" type="pres">
      <dgm:prSet presAssocID="{45FAE1B8-152B-4384-B392-9CD5A0C0E9A7}" presName="rootConnector" presStyleLbl="node4" presStyleIdx="0" presStyleCnt="1"/>
      <dgm:spPr/>
    </dgm:pt>
    <dgm:pt modelId="{4C458DEA-92A5-44A6-B7DB-CF909948B6DE}" type="pres">
      <dgm:prSet presAssocID="{45FAE1B8-152B-4384-B392-9CD5A0C0E9A7}" presName="hierChild4" presStyleCnt="0"/>
      <dgm:spPr/>
    </dgm:pt>
    <dgm:pt modelId="{673B01AE-1F98-4447-9028-2F5CA04B517A}" type="pres">
      <dgm:prSet presAssocID="{45FAE1B8-152B-4384-B392-9CD5A0C0E9A7}" presName="hierChild5" presStyleCnt="0"/>
      <dgm:spPr/>
    </dgm:pt>
    <dgm:pt modelId="{5937A305-3C99-4817-A091-8FF19A2A096D}" type="pres">
      <dgm:prSet presAssocID="{1DBBA65D-8D7B-40A0-9DFE-2C32014F0F3F}" presName="hierChild5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2" presStyleCnt="5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4" custScaleX="155607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4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  <dgm:pt modelId="{E8D67F48-A4A3-48B7-931C-8BCBA0AA96D2}" type="pres">
      <dgm:prSet presAssocID="{8E0DC5EC-21E0-4782-8FBD-618C8BE3264A}" presName="Name111" presStyleLbl="parChTrans1D2" presStyleIdx="3" presStyleCnt="5"/>
      <dgm:spPr/>
    </dgm:pt>
    <dgm:pt modelId="{91DC58F7-F1AE-41CD-B7C5-3E1A8124A370}" type="pres">
      <dgm:prSet presAssocID="{E5AEA43F-25C9-4387-B383-04F0775BFE30}" presName="hierRoot3" presStyleCnt="0">
        <dgm:presLayoutVars>
          <dgm:hierBranch val="init"/>
        </dgm:presLayoutVars>
      </dgm:prSet>
      <dgm:spPr/>
    </dgm:pt>
    <dgm:pt modelId="{4FA6CF6D-EB03-4445-B027-168EF37880D1}" type="pres">
      <dgm:prSet presAssocID="{E5AEA43F-25C9-4387-B383-04F0775BFE30}" presName="rootComposite3" presStyleCnt="0"/>
      <dgm:spPr/>
    </dgm:pt>
    <dgm:pt modelId="{B18709FD-C961-458C-87D4-EEF58F63B5A8}" type="pres">
      <dgm:prSet presAssocID="{E5AEA43F-25C9-4387-B383-04F0775BFE30}" presName="rootText3" presStyleLbl="asst1" presStyleIdx="2" presStyleCnt="4" custScaleX="165387" custLinFactNeighborX="79978" custLinFactNeighborY="-8420">
        <dgm:presLayoutVars>
          <dgm:chPref val="3"/>
        </dgm:presLayoutVars>
      </dgm:prSet>
      <dgm:spPr/>
    </dgm:pt>
    <dgm:pt modelId="{576D463E-B9C0-4252-AAC7-E1D900247645}" type="pres">
      <dgm:prSet presAssocID="{E5AEA43F-25C9-4387-B383-04F0775BFE30}" presName="rootConnector3" presStyleLbl="asst1" presStyleIdx="2" presStyleCnt="4"/>
      <dgm:spPr/>
    </dgm:pt>
    <dgm:pt modelId="{EE97B4E4-F79B-47D8-A041-FB8CC1B9D30D}" type="pres">
      <dgm:prSet presAssocID="{E5AEA43F-25C9-4387-B383-04F0775BFE30}" presName="hierChild6" presStyleCnt="0"/>
      <dgm:spPr/>
    </dgm:pt>
    <dgm:pt modelId="{29DBBDF9-9028-450D-90A9-D62C02AD2901}" type="pres">
      <dgm:prSet presAssocID="{E5AEA43F-25C9-4387-B383-04F0775BFE30}" presName="hierChild7" presStyleCnt="0"/>
      <dgm:spPr/>
    </dgm:pt>
    <dgm:pt modelId="{FE814079-AEA7-4391-A2D0-EB39BD332F83}" type="pres">
      <dgm:prSet presAssocID="{620F081C-CB0F-4CC3-BE93-F96A75942B25}" presName="Name111" presStyleLbl="parChTrans1D2" presStyleIdx="4" presStyleCnt="5"/>
      <dgm:spPr/>
    </dgm:pt>
    <dgm:pt modelId="{23E74BBE-44E5-4FCB-BB86-083EA742B6B6}" type="pres">
      <dgm:prSet presAssocID="{7442E231-C98A-4E26-B412-3E612E6AC952}" presName="hierRoot3" presStyleCnt="0">
        <dgm:presLayoutVars>
          <dgm:hierBranch val="init"/>
        </dgm:presLayoutVars>
      </dgm:prSet>
      <dgm:spPr/>
    </dgm:pt>
    <dgm:pt modelId="{FDA916F2-1C6D-4901-9282-9FD4B099C317}" type="pres">
      <dgm:prSet presAssocID="{7442E231-C98A-4E26-B412-3E612E6AC952}" presName="rootComposite3" presStyleCnt="0"/>
      <dgm:spPr/>
    </dgm:pt>
    <dgm:pt modelId="{FFC6E942-0D25-47E8-A089-B6D05946248C}" type="pres">
      <dgm:prSet presAssocID="{7442E231-C98A-4E26-B412-3E612E6AC952}" presName="rootText3" presStyleLbl="asst1" presStyleIdx="3" presStyleCnt="4" custScaleX="153035" custLinFactNeighborY="-8421">
        <dgm:presLayoutVars>
          <dgm:chPref val="3"/>
        </dgm:presLayoutVars>
      </dgm:prSet>
      <dgm:spPr/>
    </dgm:pt>
    <dgm:pt modelId="{35E86FB7-1ADB-47A0-900B-686C32586618}" type="pres">
      <dgm:prSet presAssocID="{7442E231-C98A-4E26-B412-3E612E6AC952}" presName="rootConnector3" presStyleLbl="asst1" presStyleIdx="3" presStyleCnt="4"/>
      <dgm:spPr/>
    </dgm:pt>
    <dgm:pt modelId="{2C399EF3-BF0D-47D1-843D-D0C7B2A9F73A}" type="pres">
      <dgm:prSet presAssocID="{7442E231-C98A-4E26-B412-3E612E6AC952}" presName="hierChild6" presStyleCnt="0"/>
      <dgm:spPr/>
    </dgm:pt>
    <dgm:pt modelId="{15AEBADE-2EF9-4D44-9A3D-ABA133E51460}" type="pres">
      <dgm:prSet presAssocID="{7442E231-C98A-4E26-B412-3E612E6AC952}" presName="hierChild7" presStyleCnt="0"/>
      <dgm:spPr/>
    </dgm:pt>
  </dgm:ptLst>
  <dgm:cxnLst>
    <dgm:cxn modelId="{1A73B605-175D-4E32-9491-20BA35B8C8AB}" type="presOf" srcId="{45FAE1B8-152B-4384-B392-9CD5A0C0E9A7}" destId="{0FCAEC38-D622-4429-9092-86EA2B7D241F}" srcOrd="1" destOrd="0" presId="urn:microsoft.com/office/officeart/2005/8/layout/orgChart1"/>
    <dgm:cxn modelId="{7A7B5E0A-B24F-4BF2-86F4-9E1DC71D04DD}" type="presOf" srcId="{7442E231-C98A-4E26-B412-3E612E6AC952}" destId="{35E86FB7-1ADB-47A0-900B-686C32586618}" srcOrd="1" destOrd="0" presId="urn:microsoft.com/office/officeart/2005/8/layout/orgChart1"/>
    <dgm:cxn modelId="{D5825A0F-389B-4828-80C8-18DD309CEE50}" srcId="{48FA2B6C-580C-4DD3-BA17-302929DC73EB}" destId="{E04FAE49-A87D-477C-B59B-F3367DDF03B5}" srcOrd="0" destOrd="0" parTransId="{8F1018B1-37C9-4EE3-908D-ABBD7A54C4F6}" sibTransId="{FD5668E4-0A14-4EBD-9999-3CABAD86A270}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B3598611-5B16-47F4-8868-11B75F6E1B32}" type="presOf" srcId="{620F081C-CB0F-4CC3-BE93-F96A75942B25}" destId="{FE814079-AEA7-4391-A2D0-EB39BD332F83}" srcOrd="0" destOrd="0" presId="urn:microsoft.com/office/officeart/2005/8/layout/orgChart1"/>
    <dgm:cxn modelId="{3C3D7D15-FF21-4A36-AC4B-FDB96DCF0202}" srcId="{48FA2B6C-580C-4DD3-BA17-302929DC73EB}" destId="{1DBBA65D-8D7B-40A0-9DFE-2C32014F0F3F}" srcOrd="1" destOrd="0" parTransId="{2D1835E9-5344-4D95-8C3D-6579C91EC84F}" sibTransId="{D1E84B62-4783-4CF5-A58E-0DF51A28EBDF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D343641F-64F1-4B8A-9F19-7E7462AF4655}" type="presOf" srcId="{E2857CF0-6A41-4737-B8F3-BA50C87CF10A}" destId="{3F449DD5-8762-44EE-958A-E7461EADE328}" srcOrd="0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EB5BD62E-ECAA-4737-82E4-4221E44D35A4}" type="presOf" srcId="{2D1835E9-5344-4D95-8C3D-6579C91EC84F}" destId="{EFADBE18-8F63-4D59-8F35-DCAE52B6F805}" srcOrd="0" destOrd="0" presId="urn:microsoft.com/office/officeart/2005/8/layout/orgChart1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584FB244-F615-492B-B604-B3B2379903CB}" type="presOf" srcId="{1DBBA65D-8D7B-40A0-9DFE-2C32014F0F3F}" destId="{B9970C48-76EA-4BD6-B47E-392240604466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C292D048-E7DA-48C8-8469-8766FC79A304}" type="presOf" srcId="{E04FAE49-A87D-477C-B59B-F3367DDF03B5}" destId="{97C7D48A-AE7E-47A1-9F1C-4880FBBCF821}" srcOrd="1" destOrd="0" presId="urn:microsoft.com/office/officeart/2005/8/layout/orgChart1"/>
    <dgm:cxn modelId="{366BE069-0A90-4E55-A65A-C77F749AC3DB}" type="presOf" srcId="{1DBBA65D-8D7B-40A0-9DFE-2C32014F0F3F}" destId="{53FC4FC9-2469-448E-B56C-4A1EDC006860}" srcOrd="1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3E4EC070-0E17-42C9-B53D-C1FD7ACC497D}" type="presOf" srcId="{8E0DC5EC-21E0-4782-8FBD-618C8BE3264A}" destId="{E8D67F48-A4A3-48B7-931C-8BCBA0AA96D2}" srcOrd="0" destOrd="0" presId="urn:microsoft.com/office/officeart/2005/8/layout/orgChart1"/>
    <dgm:cxn modelId="{55348351-A36D-4EB3-A7EF-63FE0C19A475}" type="presOf" srcId="{7442E231-C98A-4E26-B412-3E612E6AC952}" destId="{FFC6E942-0D25-47E8-A089-B6D05946248C}" srcOrd="0" destOrd="0" presId="urn:microsoft.com/office/officeart/2005/8/layout/orgChart1"/>
    <dgm:cxn modelId="{CE28EB78-18F3-45E9-A885-AB5F7F9509A9}" srcId="{BDA3E80D-83D1-43CB-89EA-5529CB9AAA78}" destId="{7442E231-C98A-4E26-B412-3E612E6AC952}" srcOrd="4" destOrd="0" parTransId="{620F081C-CB0F-4CC3-BE93-F96A75942B25}" sibTransId="{11AD12A2-A353-4AFE-A215-813A046AAD59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674340AC-DCD3-4AB8-896D-519005CD3931}" type="presOf" srcId="{8F1018B1-37C9-4EE3-908D-ABBD7A54C4F6}" destId="{4B454045-0057-4D06-BC83-177187CA19A5}" srcOrd="0" destOrd="0" presId="urn:microsoft.com/office/officeart/2005/8/layout/orgChart1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CE0374B8-56FD-4E46-9FCE-9FE0BBD2E7E6}" type="presOf" srcId="{45FAE1B8-152B-4384-B392-9CD5A0C0E9A7}" destId="{360CE6AF-4D53-4D5F-AB7D-4277F0428419}" srcOrd="0" destOrd="0" presId="urn:microsoft.com/office/officeart/2005/8/layout/orgChart1"/>
    <dgm:cxn modelId="{0BA7E6C0-1040-4D81-B489-F8ECAD98A951}" srcId="{BDA3E80D-83D1-43CB-89EA-5529CB9AAA78}" destId="{E5AEA43F-25C9-4387-B383-04F0775BFE30}" srcOrd="3" destOrd="0" parTransId="{8E0DC5EC-21E0-4782-8FBD-618C8BE3264A}" sibTransId="{8DB57107-7FC2-4B97-955F-C2BAAA609FFC}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FDB5D7D9-4BD2-47A9-8F46-33F95A73E1C2}" srcId="{1DBBA65D-8D7B-40A0-9DFE-2C32014F0F3F}" destId="{45FAE1B8-152B-4384-B392-9CD5A0C0E9A7}" srcOrd="0" destOrd="0" parTransId="{E2857CF0-6A41-4737-B8F3-BA50C87CF10A}" sibTransId="{45AD8DB7-3549-47E2-A085-2CE5214171E3}"/>
    <dgm:cxn modelId="{B21616DB-0EFD-4DCB-9249-CB0411E89DDA}" type="presOf" srcId="{E04FAE49-A87D-477C-B59B-F3367DDF03B5}" destId="{007C0DBD-3335-42DE-8CA2-33B981A05776}" srcOrd="0" destOrd="0" presId="urn:microsoft.com/office/officeart/2005/8/layout/orgChart1"/>
    <dgm:cxn modelId="{65A4DFE9-471E-4B37-A37F-F373725DC926}" type="presOf" srcId="{E5AEA43F-25C9-4387-B383-04F0775BFE30}" destId="{B18709FD-C961-458C-87D4-EEF58F63B5A8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8054A5EA-23AD-4F2F-8E5F-FDD94E287C9B}" type="presOf" srcId="{E5AEA43F-25C9-4387-B383-04F0775BFE30}" destId="{576D463E-B9C0-4252-AAC7-E1D900247645}" srcOrd="1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FDF356E1-33FC-48F8-B604-285A336F9BBD}" type="presParOf" srcId="{87235909-C255-400E-860A-9A96CA656FA7}" destId="{4B454045-0057-4D06-BC83-177187CA19A5}" srcOrd="0" destOrd="0" presId="urn:microsoft.com/office/officeart/2005/8/layout/orgChart1"/>
    <dgm:cxn modelId="{3F692BE1-A463-4C45-BE9B-9F8C29BD8CA8}" type="presParOf" srcId="{87235909-C255-400E-860A-9A96CA656FA7}" destId="{999CAF8F-13D3-4D48-A9D6-3360E7FF2438}" srcOrd="1" destOrd="0" presId="urn:microsoft.com/office/officeart/2005/8/layout/orgChart1"/>
    <dgm:cxn modelId="{94CD03FE-251E-4A39-8A59-E5AC91909AC1}" type="presParOf" srcId="{999CAF8F-13D3-4D48-A9D6-3360E7FF2438}" destId="{5B3236E3-5E2B-4A11-A419-5528926B9946}" srcOrd="0" destOrd="0" presId="urn:microsoft.com/office/officeart/2005/8/layout/orgChart1"/>
    <dgm:cxn modelId="{C7117F5C-7734-4FC7-BEC5-0BECAADA0493}" type="presParOf" srcId="{5B3236E3-5E2B-4A11-A419-5528926B9946}" destId="{007C0DBD-3335-42DE-8CA2-33B981A05776}" srcOrd="0" destOrd="0" presId="urn:microsoft.com/office/officeart/2005/8/layout/orgChart1"/>
    <dgm:cxn modelId="{CDB4E9B3-A0FD-4C42-AB61-618B92D88FC8}" type="presParOf" srcId="{5B3236E3-5E2B-4A11-A419-5528926B9946}" destId="{97C7D48A-AE7E-47A1-9F1C-4880FBBCF821}" srcOrd="1" destOrd="0" presId="urn:microsoft.com/office/officeart/2005/8/layout/orgChart1"/>
    <dgm:cxn modelId="{59B176A2-CA0C-491E-9960-85C223843933}" type="presParOf" srcId="{999CAF8F-13D3-4D48-A9D6-3360E7FF2438}" destId="{4FBF4608-6F56-4619-BDEE-3E63FA00D72A}" srcOrd="1" destOrd="0" presId="urn:microsoft.com/office/officeart/2005/8/layout/orgChart1"/>
    <dgm:cxn modelId="{44DB06A6-D85B-4D84-82E9-546D1AE25AF4}" type="presParOf" srcId="{999CAF8F-13D3-4D48-A9D6-3360E7FF2438}" destId="{E2B5F363-D0C1-4116-A934-35CBAAB66806}" srcOrd="2" destOrd="0" presId="urn:microsoft.com/office/officeart/2005/8/layout/orgChart1"/>
    <dgm:cxn modelId="{C1C5B7D6-F59B-430F-88C5-798377856C2C}" type="presParOf" srcId="{87235909-C255-400E-860A-9A96CA656FA7}" destId="{EFADBE18-8F63-4D59-8F35-DCAE52B6F805}" srcOrd="2" destOrd="0" presId="urn:microsoft.com/office/officeart/2005/8/layout/orgChart1"/>
    <dgm:cxn modelId="{D1F40D24-193B-465B-B2B5-AEDA9A8F01C0}" type="presParOf" srcId="{87235909-C255-400E-860A-9A96CA656FA7}" destId="{0D6681D6-D8A9-4CD9-A5AF-F4A9E2F26D7A}" srcOrd="3" destOrd="0" presId="urn:microsoft.com/office/officeart/2005/8/layout/orgChart1"/>
    <dgm:cxn modelId="{EE33D244-949A-4CC9-BF76-3CC13878ACE5}" type="presParOf" srcId="{0D6681D6-D8A9-4CD9-A5AF-F4A9E2F26D7A}" destId="{5B6D78A8-FD62-4B66-BBCF-149A1D955274}" srcOrd="0" destOrd="0" presId="urn:microsoft.com/office/officeart/2005/8/layout/orgChart1"/>
    <dgm:cxn modelId="{D6D8A53D-7E57-4500-BBED-030573495641}" type="presParOf" srcId="{5B6D78A8-FD62-4B66-BBCF-149A1D955274}" destId="{B9970C48-76EA-4BD6-B47E-392240604466}" srcOrd="0" destOrd="0" presId="urn:microsoft.com/office/officeart/2005/8/layout/orgChart1"/>
    <dgm:cxn modelId="{DB5DF427-431F-4A41-AFD1-AAD661F0FD4F}" type="presParOf" srcId="{5B6D78A8-FD62-4B66-BBCF-149A1D955274}" destId="{53FC4FC9-2469-448E-B56C-4A1EDC006860}" srcOrd="1" destOrd="0" presId="urn:microsoft.com/office/officeart/2005/8/layout/orgChart1"/>
    <dgm:cxn modelId="{D0F24844-CB7D-45BA-B082-67D202EBF8F2}" type="presParOf" srcId="{0D6681D6-D8A9-4CD9-A5AF-F4A9E2F26D7A}" destId="{0690EDE8-3A30-4EBE-8D38-60510657EB93}" srcOrd="1" destOrd="0" presId="urn:microsoft.com/office/officeart/2005/8/layout/orgChart1"/>
    <dgm:cxn modelId="{15B0F097-3896-4196-8E2B-CB6D421C1B1C}" type="presParOf" srcId="{0690EDE8-3A30-4EBE-8D38-60510657EB93}" destId="{3F449DD5-8762-44EE-958A-E7461EADE328}" srcOrd="0" destOrd="0" presId="urn:microsoft.com/office/officeart/2005/8/layout/orgChart1"/>
    <dgm:cxn modelId="{FA8BC546-4F62-41DD-82CF-CC092B68D9AA}" type="presParOf" srcId="{0690EDE8-3A30-4EBE-8D38-60510657EB93}" destId="{AEF56082-F71C-4DB2-9E17-A5FC046F703E}" srcOrd="1" destOrd="0" presId="urn:microsoft.com/office/officeart/2005/8/layout/orgChart1"/>
    <dgm:cxn modelId="{EBBDBFBD-1B67-4CC3-94C9-9B04FABF47F3}" type="presParOf" srcId="{AEF56082-F71C-4DB2-9E17-A5FC046F703E}" destId="{E7D41F45-10EF-410D-BF41-BB2917BB5617}" srcOrd="0" destOrd="0" presId="urn:microsoft.com/office/officeart/2005/8/layout/orgChart1"/>
    <dgm:cxn modelId="{DAF80B19-0447-495E-BDA5-7B553F7C108C}" type="presParOf" srcId="{E7D41F45-10EF-410D-BF41-BB2917BB5617}" destId="{360CE6AF-4D53-4D5F-AB7D-4277F0428419}" srcOrd="0" destOrd="0" presId="urn:microsoft.com/office/officeart/2005/8/layout/orgChart1"/>
    <dgm:cxn modelId="{4687C216-B920-4103-A375-54549FB35615}" type="presParOf" srcId="{E7D41F45-10EF-410D-BF41-BB2917BB5617}" destId="{0FCAEC38-D622-4429-9092-86EA2B7D241F}" srcOrd="1" destOrd="0" presId="urn:microsoft.com/office/officeart/2005/8/layout/orgChart1"/>
    <dgm:cxn modelId="{5B3AFC0D-1943-4BBA-A155-D580617C2447}" type="presParOf" srcId="{AEF56082-F71C-4DB2-9E17-A5FC046F703E}" destId="{4C458DEA-92A5-44A6-B7DB-CF909948B6DE}" srcOrd="1" destOrd="0" presId="urn:microsoft.com/office/officeart/2005/8/layout/orgChart1"/>
    <dgm:cxn modelId="{E177E72C-5878-4FD5-AC5E-B2312768DF00}" type="presParOf" srcId="{AEF56082-F71C-4DB2-9E17-A5FC046F703E}" destId="{673B01AE-1F98-4447-9028-2F5CA04B517A}" srcOrd="2" destOrd="0" presId="urn:microsoft.com/office/officeart/2005/8/layout/orgChart1"/>
    <dgm:cxn modelId="{B91D5E37-58C6-411B-AF83-57872C248857}" type="presParOf" srcId="{0D6681D6-D8A9-4CD9-A5AF-F4A9E2F26D7A}" destId="{5937A305-3C99-4817-A091-8FF19A2A096D}" srcOrd="2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  <dgm:cxn modelId="{DBAC557E-9CD3-4296-9F14-07FF0C2E95DC}" type="presParOf" srcId="{F688486B-8119-4C85-A9EF-A98B394E5AAD}" destId="{E8D67F48-A4A3-48B7-931C-8BCBA0AA96D2}" srcOrd="4" destOrd="0" presId="urn:microsoft.com/office/officeart/2005/8/layout/orgChart1"/>
    <dgm:cxn modelId="{709F952C-7EC6-468A-AF13-2CCE6D2EC344}" type="presParOf" srcId="{F688486B-8119-4C85-A9EF-A98B394E5AAD}" destId="{91DC58F7-F1AE-41CD-B7C5-3E1A8124A370}" srcOrd="5" destOrd="0" presId="urn:microsoft.com/office/officeart/2005/8/layout/orgChart1"/>
    <dgm:cxn modelId="{0F2F2652-A31A-4A67-BE81-4AB41C8AAC80}" type="presParOf" srcId="{91DC58F7-F1AE-41CD-B7C5-3E1A8124A370}" destId="{4FA6CF6D-EB03-4445-B027-168EF37880D1}" srcOrd="0" destOrd="0" presId="urn:microsoft.com/office/officeart/2005/8/layout/orgChart1"/>
    <dgm:cxn modelId="{6A4A021D-F576-4BC9-8BFD-4C654FBC8EEA}" type="presParOf" srcId="{4FA6CF6D-EB03-4445-B027-168EF37880D1}" destId="{B18709FD-C961-458C-87D4-EEF58F63B5A8}" srcOrd="0" destOrd="0" presId="urn:microsoft.com/office/officeart/2005/8/layout/orgChart1"/>
    <dgm:cxn modelId="{92618A0F-2F73-4498-A149-83D23EFBC11E}" type="presParOf" srcId="{4FA6CF6D-EB03-4445-B027-168EF37880D1}" destId="{576D463E-B9C0-4252-AAC7-E1D900247645}" srcOrd="1" destOrd="0" presId="urn:microsoft.com/office/officeart/2005/8/layout/orgChart1"/>
    <dgm:cxn modelId="{961B773C-A5E9-4C3F-882E-36F4CC5EE8B7}" type="presParOf" srcId="{91DC58F7-F1AE-41CD-B7C5-3E1A8124A370}" destId="{EE97B4E4-F79B-47D8-A041-FB8CC1B9D30D}" srcOrd="1" destOrd="0" presId="urn:microsoft.com/office/officeart/2005/8/layout/orgChart1"/>
    <dgm:cxn modelId="{7057D270-0473-459A-A13A-34BBE12354F9}" type="presParOf" srcId="{91DC58F7-F1AE-41CD-B7C5-3E1A8124A370}" destId="{29DBBDF9-9028-450D-90A9-D62C02AD2901}" srcOrd="2" destOrd="0" presId="urn:microsoft.com/office/officeart/2005/8/layout/orgChart1"/>
    <dgm:cxn modelId="{FC8AA6A7-138D-4128-8C48-78D541D4491F}" type="presParOf" srcId="{F688486B-8119-4C85-A9EF-A98B394E5AAD}" destId="{FE814079-AEA7-4391-A2D0-EB39BD332F83}" srcOrd="6" destOrd="0" presId="urn:microsoft.com/office/officeart/2005/8/layout/orgChart1"/>
    <dgm:cxn modelId="{EF102561-3F82-4C7E-BB7C-CE3B960EAC84}" type="presParOf" srcId="{F688486B-8119-4C85-A9EF-A98B394E5AAD}" destId="{23E74BBE-44E5-4FCB-BB86-083EA742B6B6}" srcOrd="7" destOrd="0" presId="urn:microsoft.com/office/officeart/2005/8/layout/orgChart1"/>
    <dgm:cxn modelId="{D63A28EF-D545-46AA-ABAF-E9E4BE14423A}" type="presParOf" srcId="{23E74BBE-44E5-4FCB-BB86-083EA742B6B6}" destId="{FDA916F2-1C6D-4901-9282-9FD4B099C317}" srcOrd="0" destOrd="0" presId="urn:microsoft.com/office/officeart/2005/8/layout/orgChart1"/>
    <dgm:cxn modelId="{765A758F-3C74-4399-A61F-D5BBAB70609C}" type="presParOf" srcId="{FDA916F2-1C6D-4901-9282-9FD4B099C317}" destId="{FFC6E942-0D25-47E8-A089-B6D05946248C}" srcOrd="0" destOrd="0" presId="urn:microsoft.com/office/officeart/2005/8/layout/orgChart1"/>
    <dgm:cxn modelId="{56ACDAC4-2401-43A2-95AA-67FD9F43165F}" type="presParOf" srcId="{FDA916F2-1C6D-4901-9282-9FD4B099C317}" destId="{35E86FB7-1ADB-47A0-900B-686C32586618}" srcOrd="1" destOrd="0" presId="urn:microsoft.com/office/officeart/2005/8/layout/orgChart1"/>
    <dgm:cxn modelId="{372ECADB-6512-4339-89A4-20A9E254619E}" type="presParOf" srcId="{23E74BBE-44E5-4FCB-BB86-083EA742B6B6}" destId="{2C399EF3-BF0D-47D1-843D-D0C7B2A9F73A}" srcOrd="1" destOrd="0" presId="urn:microsoft.com/office/officeart/2005/8/layout/orgChart1"/>
    <dgm:cxn modelId="{B214ED8A-22B7-4C03-9D8F-C1E9B0F1F81C}" type="presParOf" srcId="{23E74BBE-44E5-4FCB-BB86-083EA742B6B6}" destId="{15AEBADE-2EF9-4D44-9A3D-ABA133E5146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DA CASA CIVIL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/>
      <dgm:spPr/>
      <dgm:t>
        <a:bodyPr/>
        <a:lstStyle/>
        <a:p>
          <a:r>
            <a:rPr lang="pt-BR" dirty="0"/>
            <a:t>Divisão de Planejamento Estratégico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de Análise de Dados e Indicadores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24B5B830-1763-45BE-ACDB-5A4D9C7D822C}">
      <dgm:prSet/>
      <dgm:spPr/>
      <dgm:t>
        <a:bodyPr/>
        <a:lstStyle/>
        <a:p>
          <a:r>
            <a:rPr lang="pt-BR" dirty="0"/>
            <a:t>Setor de Estratégia e Gestão de Prazos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E5AEA43F-25C9-4387-B383-04F0775BFE30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8E0DC5EC-21E0-4782-8FBD-618C8BE3264A}" type="parTrans" cxnId="{0BA7E6C0-1040-4D81-B489-F8ECAD98A951}">
      <dgm:prSet/>
      <dgm:spPr/>
      <dgm:t>
        <a:bodyPr/>
        <a:lstStyle/>
        <a:p>
          <a:endParaRPr lang="pt-BR"/>
        </a:p>
      </dgm:t>
    </dgm:pt>
    <dgm:pt modelId="{8DB57107-7FC2-4B97-955F-C2BAAA609FFC}" type="sibTrans" cxnId="{0BA7E6C0-1040-4D81-B489-F8ECAD98A951}">
      <dgm:prSet/>
      <dgm:spPr/>
      <dgm:t>
        <a:bodyPr/>
        <a:lstStyle/>
        <a:p>
          <a:endParaRPr lang="pt-BR"/>
        </a:p>
      </dgm:t>
    </dgm:pt>
    <dgm:pt modelId="{F93FE123-64C2-48E7-BB7C-78C89C6C6BF9}">
      <dgm:prSet/>
      <dgm:spPr/>
      <dgm:t>
        <a:bodyPr/>
        <a:lstStyle/>
        <a:p>
          <a:r>
            <a:rPr lang="pt-BR" dirty="0"/>
            <a:t>Divisão de Gestão do Conecta + Olímpia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Normas e Atos Oficiais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Assuntos Jurídicos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7564F4A0-8D16-490D-907E-8ED95FA1220B}">
      <dgm:prSet/>
      <dgm:spPr/>
      <dgm:t>
        <a:bodyPr/>
        <a:lstStyle/>
        <a:p>
          <a:r>
            <a:rPr lang="pt-BR" dirty="0"/>
            <a:t>Setor de Metas e Resultados</a:t>
          </a:r>
        </a:p>
      </dgm:t>
    </dgm:pt>
    <dgm:pt modelId="{B4DEEB40-0DA0-47EA-9B1F-565BB0D4F122}" type="parTrans" cxnId="{493C2DF5-4A9D-420A-9ECE-774B7C4587C0}">
      <dgm:prSet/>
      <dgm:spPr/>
      <dgm:t>
        <a:bodyPr/>
        <a:lstStyle/>
        <a:p>
          <a:endParaRPr lang="pt-BR"/>
        </a:p>
      </dgm:t>
    </dgm:pt>
    <dgm:pt modelId="{8FB8FCB9-AE6D-4EC3-8269-A2B3ACF857EA}" type="sibTrans" cxnId="{493C2DF5-4A9D-420A-9ECE-774B7C4587C0}">
      <dgm:prSet/>
      <dgm:spPr/>
      <dgm:t>
        <a:bodyPr/>
        <a:lstStyle/>
        <a:p>
          <a:endParaRPr lang="pt-BR"/>
        </a:p>
      </dgm:t>
    </dgm:pt>
    <dgm:pt modelId="{B98BD5CF-836F-4EF1-BC31-4D5548C74E29}">
      <dgm:prSet/>
      <dgm:spPr/>
      <dgm:t>
        <a:bodyPr/>
        <a:lstStyle/>
        <a:p>
          <a:r>
            <a:rPr lang="pt-BR" dirty="0"/>
            <a:t>Setor de Treinamento e Desenvolvimento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Normas e Expediente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Execuções Fiscais e Assuntos Tributários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F554F3ED-509F-434E-9414-96A5C7204449}">
      <dgm:prSet/>
      <dgm:spPr/>
      <dgm:t>
        <a:bodyPr/>
        <a:lstStyle/>
        <a:p>
          <a:r>
            <a:rPr lang="pt-BR" dirty="0"/>
            <a:t>Setor de Implantação e Melhorias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Atos Administrativos, Consultoria e Pareceres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2FA7C500-6510-41CB-B54B-2CFA98363C5F}">
      <dgm:prSet/>
      <dgm:spPr/>
      <dgm:t>
        <a:bodyPr/>
        <a:lstStyle/>
        <a:p>
          <a:r>
            <a:rPr lang="pt-BR" dirty="0"/>
            <a:t>Setor de Acompanhamento de Licitações, Contratos e Convênios</a:t>
          </a:r>
        </a:p>
      </dgm:t>
    </dgm:pt>
    <dgm:pt modelId="{CFA003AC-D94A-4FB5-BA25-AE57013D4548}" type="parTrans" cxnId="{F0241072-1338-4D20-ABBF-1245160D1410}">
      <dgm:prSet/>
      <dgm:spPr/>
      <dgm:t>
        <a:bodyPr/>
        <a:lstStyle/>
        <a:p>
          <a:endParaRPr lang="pt-BR"/>
        </a:p>
      </dgm:t>
    </dgm:pt>
    <dgm:pt modelId="{7F3AB037-A5EB-41E7-809D-DA1A1B4FB2E8}" type="sibTrans" cxnId="{F0241072-1338-4D20-ABBF-1245160D1410}">
      <dgm:prSet/>
      <dgm:spPr/>
      <dgm:t>
        <a:bodyPr/>
        <a:lstStyle/>
        <a:p>
          <a:endParaRPr lang="pt-BR"/>
        </a:p>
      </dgm:t>
    </dgm:pt>
    <dgm:pt modelId="{E2AF08C4-E2A2-4857-990C-4DCD995870E1}">
      <dgm:prSet/>
      <dgm:spPr/>
      <dgm:t>
        <a:bodyPr/>
        <a:lstStyle/>
        <a:p>
          <a:r>
            <a:rPr lang="pt-BR" dirty="0"/>
            <a:t>Setor de Processos Cíveis, Administrativos e Trabalhistas</a:t>
          </a:r>
        </a:p>
      </dgm:t>
    </dgm:pt>
    <dgm:pt modelId="{EB196C07-4C27-4D7E-A197-1314BBD1DDA5}" type="parTrans" cxnId="{95B79C49-FE7C-45BF-B719-8188A48B5289}">
      <dgm:prSet/>
      <dgm:spPr/>
      <dgm:t>
        <a:bodyPr/>
        <a:lstStyle/>
        <a:p>
          <a:endParaRPr lang="pt-BR"/>
        </a:p>
      </dgm:t>
    </dgm:pt>
    <dgm:pt modelId="{7C926C2C-83F9-4583-A21F-43DCAEC3E858}" type="sibTrans" cxnId="{95B79C49-FE7C-45BF-B719-8188A48B5289}">
      <dgm:prSet/>
      <dgm:spPr/>
      <dgm:t>
        <a:bodyPr/>
        <a:lstStyle/>
        <a:p>
          <a:endParaRPr lang="pt-BR"/>
        </a:p>
      </dgm:t>
    </dgm:pt>
    <dgm:pt modelId="{BFCFECDB-0D03-4D40-96E1-9E8D98F00E51}">
      <dgm:prSet/>
      <dgm:spPr/>
      <dgm:t>
        <a:bodyPr/>
        <a:lstStyle/>
        <a:p>
          <a:r>
            <a:rPr lang="pt-BR" dirty="0"/>
            <a:t>Setor de Monitoramento e Avaliação de Indicadores</a:t>
          </a:r>
        </a:p>
      </dgm:t>
    </dgm:pt>
    <dgm:pt modelId="{30FBFD4E-B423-441F-8DC7-EBAF8BBB37A8}" type="parTrans" cxnId="{E46F69D3-5901-4AC7-ADD8-ED1D3BE49BF6}">
      <dgm:prSet/>
      <dgm:spPr/>
      <dgm:t>
        <a:bodyPr/>
        <a:lstStyle/>
        <a:p>
          <a:endParaRPr lang="pt-BR"/>
        </a:p>
      </dgm:t>
    </dgm:pt>
    <dgm:pt modelId="{EFEF05ED-8D5D-45F3-B14B-35A69A465B7F}" type="sibTrans" cxnId="{E46F69D3-5901-4AC7-ADD8-ED1D3BE49BF6}">
      <dgm:prSet/>
      <dgm:spPr/>
      <dgm:t>
        <a:bodyPr/>
        <a:lstStyle/>
        <a:p>
          <a:endParaRPr lang="pt-BR"/>
        </a:p>
      </dgm:t>
    </dgm:pt>
    <dgm:pt modelId="{C0097EAE-4ECF-4AE7-8B34-385CEFF443E7}">
      <dgm:prSet/>
      <dgm:spPr/>
      <dgm:t>
        <a:bodyPr/>
        <a:lstStyle/>
        <a:p>
          <a:r>
            <a:rPr lang="pt-BR" dirty="0"/>
            <a:t>Divisão de Governança, Processos e Projetos Estratégicos</a:t>
          </a:r>
        </a:p>
      </dgm:t>
    </dgm:pt>
    <dgm:pt modelId="{D158D6B4-7118-43A6-86FD-75159616443B}" type="parTrans" cxnId="{90CD7D2A-7206-4C0E-AE10-E879F2134A3A}">
      <dgm:prSet/>
      <dgm:spPr/>
      <dgm:t>
        <a:bodyPr/>
        <a:lstStyle/>
        <a:p>
          <a:endParaRPr lang="pt-BR"/>
        </a:p>
      </dgm:t>
    </dgm:pt>
    <dgm:pt modelId="{20BC808E-C701-4D96-842A-CE07314F1C31}" type="sibTrans" cxnId="{90CD7D2A-7206-4C0E-AE10-E879F2134A3A}">
      <dgm:prSet/>
      <dgm:spPr/>
      <dgm:t>
        <a:bodyPr/>
        <a:lstStyle/>
        <a:p>
          <a:endParaRPr lang="pt-BR"/>
        </a:p>
      </dgm:t>
    </dgm:pt>
    <dgm:pt modelId="{9F815110-A104-4BDF-8B52-D1AB9128758C}">
      <dgm:prSet/>
      <dgm:spPr/>
      <dgm:t>
        <a:bodyPr/>
        <a:lstStyle/>
        <a:p>
          <a:r>
            <a:rPr lang="pt-BR" dirty="0"/>
            <a:t>Setor de Estudos Estratégicos e Boas Práticas da Gestão</a:t>
          </a:r>
        </a:p>
      </dgm:t>
    </dgm:pt>
    <dgm:pt modelId="{D41DD8D8-2ED5-4025-8979-39A5068CE873}" type="parTrans" cxnId="{16ACB038-C692-482D-AD1D-F2084981451D}">
      <dgm:prSet/>
      <dgm:spPr/>
      <dgm:t>
        <a:bodyPr/>
        <a:lstStyle/>
        <a:p>
          <a:endParaRPr lang="pt-BR"/>
        </a:p>
      </dgm:t>
    </dgm:pt>
    <dgm:pt modelId="{0F176E7D-D795-4940-95A6-5BDA7E47DC90}" type="sibTrans" cxnId="{16ACB038-C692-482D-AD1D-F2084981451D}">
      <dgm:prSet/>
      <dgm:spPr/>
      <dgm:t>
        <a:bodyPr/>
        <a:lstStyle/>
        <a:p>
          <a:endParaRPr lang="pt-BR"/>
        </a:p>
      </dgm:t>
    </dgm:pt>
    <dgm:pt modelId="{E579EA11-FD92-4C3B-A828-C2FB78DED197}">
      <dgm:prSet/>
      <dgm:spPr/>
      <dgm:t>
        <a:bodyPr/>
        <a:lstStyle/>
        <a:p>
          <a:r>
            <a:rPr lang="pt-BR" dirty="0"/>
            <a:t>Setor de Escritório de Processos e Projetos</a:t>
          </a:r>
        </a:p>
      </dgm:t>
    </dgm:pt>
    <dgm:pt modelId="{FF4616F5-15FC-4856-BB13-584398C1720F}" type="parTrans" cxnId="{3F020D9C-14A1-4E15-A911-EDD8576A2C35}">
      <dgm:prSet/>
      <dgm:spPr/>
      <dgm:t>
        <a:bodyPr/>
        <a:lstStyle/>
        <a:p>
          <a:endParaRPr lang="pt-BR"/>
        </a:p>
      </dgm:t>
    </dgm:pt>
    <dgm:pt modelId="{C0D73B06-884F-4789-A2FF-7327C7C03546}" type="sibTrans" cxnId="{3F020D9C-14A1-4E15-A911-EDD8576A2C35}">
      <dgm:prSet/>
      <dgm:spPr/>
      <dgm:t>
        <a:bodyPr/>
        <a:lstStyle/>
        <a:p>
          <a:endParaRPr lang="pt-BR"/>
        </a:p>
      </dgm:t>
    </dgm:pt>
    <dgm:pt modelId="{B46EB817-3DEB-4673-A129-18F47C73B58A}">
      <dgm:prSet/>
      <dgm:spPr/>
      <dgm:t>
        <a:bodyPr/>
        <a:lstStyle/>
        <a:p>
          <a:r>
            <a:rPr lang="pt-BR" dirty="0"/>
            <a:t>Setor Administrativo</a:t>
          </a:r>
        </a:p>
      </dgm:t>
    </dgm:pt>
    <dgm:pt modelId="{F249CC5B-F01A-4F2C-B130-27A4B96D00FE}" type="parTrans" cxnId="{BF1DE061-606E-474D-807E-853E0C37A90A}">
      <dgm:prSet/>
      <dgm:spPr/>
      <dgm:t>
        <a:bodyPr/>
        <a:lstStyle/>
        <a:p>
          <a:endParaRPr lang="pt-BR"/>
        </a:p>
      </dgm:t>
    </dgm:pt>
    <dgm:pt modelId="{BBC166EF-291E-450B-8F69-A49CB11115BC}" type="sibTrans" cxnId="{BF1DE061-606E-474D-807E-853E0C37A90A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B71F6333-D23C-4EC2-9267-E9A3826C993D}" type="pres">
      <dgm:prSet presAssocID="{5AC1D850-6AE5-4AB4-956F-DCCF850FE0A3}" presName="Name37" presStyleLbl="parChTrans1D2" presStyleIdx="0" presStyleCnt="8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0" presStyleCnt="6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0" presStyleCnt="6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0" presStyleCnt="13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0" presStyleCnt="13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0" presStyleCnt="13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84BF238D-CEF7-4D57-9B28-4A590B241548}" type="pres">
      <dgm:prSet presAssocID="{B4DEEB40-0DA0-47EA-9B1F-565BB0D4F122}" presName="Name37" presStyleLbl="parChTrans1D3" presStyleIdx="1" presStyleCnt="13"/>
      <dgm:spPr/>
    </dgm:pt>
    <dgm:pt modelId="{BBC72B8F-9FD7-4418-9146-B2D21A8CE588}" type="pres">
      <dgm:prSet presAssocID="{7564F4A0-8D16-490D-907E-8ED95FA1220B}" presName="hierRoot2" presStyleCnt="0">
        <dgm:presLayoutVars>
          <dgm:hierBranch val="init"/>
        </dgm:presLayoutVars>
      </dgm:prSet>
      <dgm:spPr/>
    </dgm:pt>
    <dgm:pt modelId="{FD5A1B3B-68AB-4724-A690-17C8E18A28C8}" type="pres">
      <dgm:prSet presAssocID="{7564F4A0-8D16-490D-907E-8ED95FA1220B}" presName="rootComposite" presStyleCnt="0"/>
      <dgm:spPr/>
    </dgm:pt>
    <dgm:pt modelId="{5DB3D4AA-09BF-4D9E-AAC4-C4A221E771D8}" type="pres">
      <dgm:prSet presAssocID="{7564F4A0-8D16-490D-907E-8ED95FA1220B}" presName="rootText" presStyleLbl="node3" presStyleIdx="1" presStyleCnt="13">
        <dgm:presLayoutVars>
          <dgm:chPref val="3"/>
        </dgm:presLayoutVars>
      </dgm:prSet>
      <dgm:spPr/>
    </dgm:pt>
    <dgm:pt modelId="{62289886-03F6-4FB4-9DEF-38ED189E144E}" type="pres">
      <dgm:prSet presAssocID="{7564F4A0-8D16-490D-907E-8ED95FA1220B}" presName="rootConnector" presStyleLbl="node3" presStyleIdx="1" presStyleCnt="13"/>
      <dgm:spPr/>
    </dgm:pt>
    <dgm:pt modelId="{4A0F7B82-905F-4048-BAD9-79AD1B90478C}" type="pres">
      <dgm:prSet presAssocID="{7564F4A0-8D16-490D-907E-8ED95FA1220B}" presName="hierChild4" presStyleCnt="0"/>
      <dgm:spPr/>
    </dgm:pt>
    <dgm:pt modelId="{24E666AE-2AC9-4DDC-A09F-DBBEB0801F1E}" type="pres">
      <dgm:prSet presAssocID="{7564F4A0-8D16-490D-907E-8ED95FA1220B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1" presStyleCnt="8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1" presStyleCnt="6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1" presStyleCnt="6"/>
      <dgm:spPr/>
    </dgm:pt>
    <dgm:pt modelId="{E474A6EE-A417-44C1-A518-D891C508A90A}" type="pres">
      <dgm:prSet presAssocID="{1A95DD40-0793-4AFF-A9DD-159E3D55C96B}" presName="hierChild4" presStyleCnt="0"/>
      <dgm:spPr/>
    </dgm:pt>
    <dgm:pt modelId="{564AAD20-3DFB-471B-A4E2-3B3E6D6D9925}" type="pres">
      <dgm:prSet presAssocID="{30FBFD4E-B423-441F-8DC7-EBAF8BBB37A8}" presName="Name37" presStyleLbl="parChTrans1D3" presStyleIdx="2" presStyleCnt="13"/>
      <dgm:spPr/>
    </dgm:pt>
    <dgm:pt modelId="{C70CD639-9056-464F-983E-344C03BD0EE4}" type="pres">
      <dgm:prSet presAssocID="{BFCFECDB-0D03-4D40-96E1-9E8D98F00E51}" presName="hierRoot2" presStyleCnt="0">
        <dgm:presLayoutVars>
          <dgm:hierBranch val="init"/>
        </dgm:presLayoutVars>
      </dgm:prSet>
      <dgm:spPr/>
    </dgm:pt>
    <dgm:pt modelId="{6B0A456E-98FB-45D3-B176-B98DA1B6EF94}" type="pres">
      <dgm:prSet presAssocID="{BFCFECDB-0D03-4D40-96E1-9E8D98F00E51}" presName="rootComposite" presStyleCnt="0"/>
      <dgm:spPr/>
    </dgm:pt>
    <dgm:pt modelId="{7AC1A9AD-63BE-4F6A-AD34-21DC5D91E076}" type="pres">
      <dgm:prSet presAssocID="{BFCFECDB-0D03-4D40-96E1-9E8D98F00E51}" presName="rootText" presStyleLbl="node3" presStyleIdx="2" presStyleCnt="13">
        <dgm:presLayoutVars>
          <dgm:chPref val="3"/>
        </dgm:presLayoutVars>
      </dgm:prSet>
      <dgm:spPr/>
    </dgm:pt>
    <dgm:pt modelId="{9854E649-F997-476F-984E-9E35D73EE9AB}" type="pres">
      <dgm:prSet presAssocID="{BFCFECDB-0D03-4D40-96E1-9E8D98F00E51}" presName="rootConnector" presStyleLbl="node3" presStyleIdx="2" presStyleCnt="13"/>
      <dgm:spPr/>
    </dgm:pt>
    <dgm:pt modelId="{D90814B9-5D90-4799-BD79-B99ED19FAFE2}" type="pres">
      <dgm:prSet presAssocID="{BFCFECDB-0D03-4D40-96E1-9E8D98F00E51}" presName="hierChild4" presStyleCnt="0"/>
      <dgm:spPr/>
    </dgm:pt>
    <dgm:pt modelId="{9FAF3B3B-2391-4B5B-AACF-9D50BB0363FF}" type="pres">
      <dgm:prSet presAssocID="{BFCFECDB-0D03-4D40-96E1-9E8D98F00E51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2" presStyleCnt="8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2" presStyleCnt="6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2" presStyleCnt="6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3" presStyleCnt="13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3" presStyleCnt="13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3" presStyleCnt="13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4" presStyleCnt="13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4" presStyleCnt="13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4" presStyleCnt="13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AB715F41-3DE8-4126-BC5C-7F6853A72E0A}" type="pres">
      <dgm:prSet presAssocID="{D158D6B4-7118-43A6-86FD-75159616443B}" presName="Name37" presStyleLbl="parChTrans1D2" presStyleIdx="3" presStyleCnt="8"/>
      <dgm:spPr/>
    </dgm:pt>
    <dgm:pt modelId="{D5D11E4C-07B5-4093-BC6B-5770C7AD2499}" type="pres">
      <dgm:prSet presAssocID="{C0097EAE-4ECF-4AE7-8B34-385CEFF443E7}" presName="hierRoot2" presStyleCnt="0">
        <dgm:presLayoutVars>
          <dgm:hierBranch val="init"/>
        </dgm:presLayoutVars>
      </dgm:prSet>
      <dgm:spPr/>
    </dgm:pt>
    <dgm:pt modelId="{71D25BD2-7A7C-4819-ADE8-416F100CB4CD}" type="pres">
      <dgm:prSet presAssocID="{C0097EAE-4ECF-4AE7-8B34-385CEFF443E7}" presName="rootComposite" presStyleCnt="0"/>
      <dgm:spPr/>
    </dgm:pt>
    <dgm:pt modelId="{681A5CA3-05E2-4FA8-B1D3-B69782D1B36B}" type="pres">
      <dgm:prSet presAssocID="{C0097EAE-4ECF-4AE7-8B34-385CEFF443E7}" presName="rootText" presStyleLbl="node2" presStyleIdx="3" presStyleCnt="6">
        <dgm:presLayoutVars>
          <dgm:chPref val="3"/>
        </dgm:presLayoutVars>
      </dgm:prSet>
      <dgm:spPr/>
    </dgm:pt>
    <dgm:pt modelId="{FB5F7C60-D31E-41C4-AE6D-E1B387F5DA14}" type="pres">
      <dgm:prSet presAssocID="{C0097EAE-4ECF-4AE7-8B34-385CEFF443E7}" presName="rootConnector" presStyleLbl="node2" presStyleIdx="3" presStyleCnt="6"/>
      <dgm:spPr/>
    </dgm:pt>
    <dgm:pt modelId="{DCC11849-C4AC-4258-A558-82E9CEFC96B3}" type="pres">
      <dgm:prSet presAssocID="{C0097EAE-4ECF-4AE7-8B34-385CEFF443E7}" presName="hierChild4" presStyleCnt="0"/>
      <dgm:spPr/>
    </dgm:pt>
    <dgm:pt modelId="{BC8C04D1-9FBB-4568-8283-10EF3A0AEAD9}" type="pres">
      <dgm:prSet presAssocID="{FF4616F5-15FC-4856-BB13-584398C1720F}" presName="Name37" presStyleLbl="parChTrans1D3" presStyleIdx="5" presStyleCnt="13"/>
      <dgm:spPr/>
    </dgm:pt>
    <dgm:pt modelId="{E2BF5340-B1C4-4842-A819-791A386122CE}" type="pres">
      <dgm:prSet presAssocID="{E579EA11-FD92-4C3B-A828-C2FB78DED197}" presName="hierRoot2" presStyleCnt="0">
        <dgm:presLayoutVars>
          <dgm:hierBranch val="init"/>
        </dgm:presLayoutVars>
      </dgm:prSet>
      <dgm:spPr/>
    </dgm:pt>
    <dgm:pt modelId="{0FC9B8EC-8E65-42B0-B3FD-7B2727246DD2}" type="pres">
      <dgm:prSet presAssocID="{E579EA11-FD92-4C3B-A828-C2FB78DED197}" presName="rootComposite" presStyleCnt="0"/>
      <dgm:spPr/>
    </dgm:pt>
    <dgm:pt modelId="{7FFBAB03-A2CD-495E-8193-43C45052CDCC}" type="pres">
      <dgm:prSet presAssocID="{E579EA11-FD92-4C3B-A828-C2FB78DED197}" presName="rootText" presStyleLbl="node3" presStyleIdx="5" presStyleCnt="13">
        <dgm:presLayoutVars>
          <dgm:chPref val="3"/>
        </dgm:presLayoutVars>
      </dgm:prSet>
      <dgm:spPr/>
    </dgm:pt>
    <dgm:pt modelId="{9D55ABE9-2DCF-4B03-B1F6-A07157D1CB9E}" type="pres">
      <dgm:prSet presAssocID="{E579EA11-FD92-4C3B-A828-C2FB78DED197}" presName="rootConnector" presStyleLbl="node3" presStyleIdx="5" presStyleCnt="13"/>
      <dgm:spPr/>
    </dgm:pt>
    <dgm:pt modelId="{3B6D63C7-BD03-485C-9BB1-0DF6B82D8C1B}" type="pres">
      <dgm:prSet presAssocID="{E579EA11-FD92-4C3B-A828-C2FB78DED197}" presName="hierChild4" presStyleCnt="0"/>
      <dgm:spPr/>
    </dgm:pt>
    <dgm:pt modelId="{72BA3E57-9FAD-4E2D-8B25-D69E8A98204E}" type="pres">
      <dgm:prSet presAssocID="{E579EA11-FD92-4C3B-A828-C2FB78DED197}" presName="hierChild5" presStyleCnt="0"/>
      <dgm:spPr/>
    </dgm:pt>
    <dgm:pt modelId="{D05D2F54-0A81-4DE4-B100-7BD7A71AC1CF}" type="pres">
      <dgm:prSet presAssocID="{D41DD8D8-2ED5-4025-8979-39A5068CE873}" presName="Name37" presStyleLbl="parChTrans1D3" presStyleIdx="6" presStyleCnt="13"/>
      <dgm:spPr/>
    </dgm:pt>
    <dgm:pt modelId="{252B7DA7-8A0F-4AB5-9558-3341224C2E0E}" type="pres">
      <dgm:prSet presAssocID="{9F815110-A104-4BDF-8B52-D1AB9128758C}" presName="hierRoot2" presStyleCnt="0">
        <dgm:presLayoutVars>
          <dgm:hierBranch val="init"/>
        </dgm:presLayoutVars>
      </dgm:prSet>
      <dgm:spPr/>
    </dgm:pt>
    <dgm:pt modelId="{5CC4DEB6-BFDB-46B3-BEDE-42028558E6F9}" type="pres">
      <dgm:prSet presAssocID="{9F815110-A104-4BDF-8B52-D1AB9128758C}" presName="rootComposite" presStyleCnt="0"/>
      <dgm:spPr/>
    </dgm:pt>
    <dgm:pt modelId="{D24F3E52-356F-4C9F-8A51-DE2828461384}" type="pres">
      <dgm:prSet presAssocID="{9F815110-A104-4BDF-8B52-D1AB9128758C}" presName="rootText" presStyleLbl="node3" presStyleIdx="6" presStyleCnt="13">
        <dgm:presLayoutVars>
          <dgm:chPref val="3"/>
        </dgm:presLayoutVars>
      </dgm:prSet>
      <dgm:spPr/>
    </dgm:pt>
    <dgm:pt modelId="{6A05F8FB-B7EC-4A69-9ADA-B4325DA2C47D}" type="pres">
      <dgm:prSet presAssocID="{9F815110-A104-4BDF-8B52-D1AB9128758C}" presName="rootConnector" presStyleLbl="node3" presStyleIdx="6" presStyleCnt="13"/>
      <dgm:spPr/>
    </dgm:pt>
    <dgm:pt modelId="{25EBDA97-813F-4D6B-BD7B-6C0FB6C6E2AA}" type="pres">
      <dgm:prSet presAssocID="{9F815110-A104-4BDF-8B52-D1AB9128758C}" presName="hierChild4" presStyleCnt="0"/>
      <dgm:spPr/>
    </dgm:pt>
    <dgm:pt modelId="{1533C48C-35E1-4156-8194-7796212C7011}" type="pres">
      <dgm:prSet presAssocID="{9F815110-A104-4BDF-8B52-D1AB9128758C}" presName="hierChild5" presStyleCnt="0"/>
      <dgm:spPr/>
    </dgm:pt>
    <dgm:pt modelId="{12E4547C-844C-4152-84C7-ABBEAABDE1B9}" type="pres">
      <dgm:prSet presAssocID="{C0097EAE-4ECF-4AE7-8B34-385CEFF443E7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4" presStyleCnt="8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4" presStyleCnt="6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4" presStyleCnt="6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7" presStyleCnt="13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7" presStyleCnt="13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7" presStyleCnt="13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5" presStyleCnt="8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5" presStyleCnt="6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5" presStyleCnt="6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8" presStyleCnt="13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8" presStyleCnt="13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8" presStyleCnt="13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9" presStyleCnt="13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9" presStyleCnt="13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9" presStyleCnt="13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F6D288D7-F623-40B8-86F2-5691B3A77B53}" type="pres">
      <dgm:prSet presAssocID="{CFA003AC-D94A-4FB5-BA25-AE57013D4548}" presName="Name37" presStyleLbl="parChTrans1D3" presStyleIdx="10" presStyleCnt="13"/>
      <dgm:spPr/>
    </dgm:pt>
    <dgm:pt modelId="{034EF4D6-D246-4338-8B7D-60DA41BBAB18}" type="pres">
      <dgm:prSet presAssocID="{2FA7C500-6510-41CB-B54B-2CFA98363C5F}" presName="hierRoot2" presStyleCnt="0">
        <dgm:presLayoutVars>
          <dgm:hierBranch val="init"/>
        </dgm:presLayoutVars>
      </dgm:prSet>
      <dgm:spPr/>
    </dgm:pt>
    <dgm:pt modelId="{9FD5B89C-48FE-4A74-8809-2139B87863B4}" type="pres">
      <dgm:prSet presAssocID="{2FA7C500-6510-41CB-B54B-2CFA98363C5F}" presName="rootComposite" presStyleCnt="0"/>
      <dgm:spPr/>
    </dgm:pt>
    <dgm:pt modelId="{5A3AF29F-DB0D-4A51-AA1F-0906720DFCCD}" type="pres">
      <dgm:prSet presAssocID="{2FA7C500-6510-41CB-B54B-2CFA98363C5F}" presName="rootText" presStyleLbl="node3" presStyleIdx="10" presStyleCnt="13">
        <dgm:presLayoutVars>
          <dgm:chPref val="3"/>
        </dgm:presLayoutVars>
      </dgm:prSet>
      <dgm:spPr/>
    </dgm:pt>
    <dgm:pt modelId="{572BA4B6-E515-433F-B7F7-50C68776F99C}" type="pres">
      <dgm:prSet presAssocID="{2FA7C500-6510-41CB-B54B-2CFA98363C5F}" presName="rootConnector" presStyleLbl="node3" presStyleIdx="10" presStyleCnt="13"/>
      <dgm:spPr/>
    </dgm:pt>
    <dgm:pt modelId="{8194E55C-954C-40D0-B031-15F3154566E1}" type="pres">
      <dgm:prSet presAssocID="{2FA7C500-6510-41CB-B54B-2CFA98363C5F}" presName="hierChild4" presStyleCnt="0"/>
      <dgm:spPr/>
    </dgm:pt>
    <dgm:pt modelId="{B562DA22-384C-4DDD-BC4D-C69E917C3CE9}" type="pres">
      <dgm:prSet presAssocID="{2FA7C500-6510-41CB-B54B-2CFA98363C5F}" presName="hierChild5" presStyleCnt="0"/>
      <dgm:spPr/>
    </dgm:pt>
    <dgm:pt modelId="{B94C92FA-8750-4B0B-A887-09009CFB9B98}" type="pres">
      <dgm:prSet presAssocID="{EB196C07-4C27-4D7E-A197-1314BBD1DDA5}" presName="Name37" presStyleLbl="parChTrans1D3" presStyleIdx="11" presStyleCnt="13"/>
      <dgm:spPr/>
    </dgm:pt>
    <dgm:pt modelId="{410A2D5B-46A5-45B0-BC2B-FB781DA56490}" type="pres">
      <dgm:prSet presAssocID="{E2AF08C4-E2A2-4857-990C-4DCD995870E1}" presName="hierRoot2" presStyleCnt="0">
        <dgm:presLayoutVars>
          <dgm:hierBranch val="init"/>
        </dgm:presLayoutVars>
      </dgm:prSet>
      <dgm:spPr/>
    </dgm:pt>
    <dgm:pt modelId="{B8384074-002C-48EA-BA25-94A1F6164B26}" type="pres">
      <dgm:prSet presAssocID="{E2AF08C4-E2A2-4857-990C-4DCD995870E1}" presName="rootComposite" presStyleCnt="0"/>
      <dgm:spPr/>
    </dgm:pt>
    <dgm:pt modelId="{E3B7A292-D246-431F-A06C-74CCAB318BD8}" type="pres">
      <dgm:prSet presAssocID="{E2AF08C4-E2A2-4857-990C-4DCD995870E1}" presName="rootText" presStyleLbl="node3" presStyleIdx="11" presStyleCnt="13">
        <dgm:presLayoutVars>
          <dgm:chPref val="3"/>
        </dgm:presLayoutVars>
      </dgm:prSet>
      <dgm:spPr/>
    </dgm:pt>
    <dgm:pt modelId="{DDC72F8E-150F-435B-9A4F-1F8957928E7A}" type="pres">
      <dgm:prSet presAssocID="{E2AF08C4-E2A2-4857-990C-4DCD995870E1}" presName="rootConnector" presStyleLbl="node3" presStyleIdx="11" presStyleCnt="13"/>
      <dgm:spPr/>
    </dgm:pt>
    <dgm:pt modelId="{76E016ED-6B30-4820-90C9-7465EC981D51}" type="pres">
      <dgm:prSet presAssocID="{E2AF08C4-E2A2-4857-990C-4DCD995870E1}" presName="hierChild4" presStyleCnt="0"/>
      <dgm:spPr/>
    </dgm:pt>
    <dgm:pt modelId="{C5D83A3D-2553-42E4-B090-644DB18CF6FB}" type="pres">
      <dgm:prSet presAssocID="{E2AF08C4-E2A2-4857-990C-4DCD995870E1}" presName="hierChild5" presStyleCnt="0"/>
      <dgm:spPr/>
    </dgm:pt>
    <dgm:pt modelId="{C55928B4-4046-449B-AB23-727FBCB1F9A7}" type="pres">
      <dgm:prSet presAssocID="{F249CC5B-F01A-4F2C-B130-27A4B96D00FE}" presName="Name37" presStyleLbl="parChTrans1D3" presStyleIdx="12" presStyleCnt="13"/>
      <dgm:spPr/>
    </dgm:pt>
    <dgm:pt modelId="{ADE24847-C15D-40AE-A756-CF24A7C91152}" type="pres">
      <dgm:prSet presAssocID="{B46EB817-3DEB-4673-A129-18F47C73B58A}" presName="hierRoot2" presStyleCnt="0">
        <dgm:presLayoutVars>
          <dgm:hierBranch val="init"/>
        </dgm:presLayoutVars>
      </dgm:prSet>
      <dgm:spPr/>
    </dgm:pt>
    <dgm:pt modelId="{ECCC86DC-899F-4C98-B95E-14B5D80C4D41}" type="pres">
      <dgm:prSet presAssocID="{B46EB817-3DEB-4673-A129-18F47C73B58A}" presName="rootComposite" presStyleCnt="0"/>
      <dgm:spPr/>
    </dgm:pt>
    <dgm:pt modelId="{77360030-3EE3-4B8B-9794-52CEFD178D66}" type="pres">
      <dgm:prSet presAssocID="{B46EB817-3DEB-4673-A129-18F47C73B58A}" presName="rootText" presStyleLbl="node3" presStyleIdx="12" presStyleCnt="13">
        <dgm:presLayoutVars>
          <dgm:chPref val="3"/>
        </dgm:presLayoutVars>
      </dgm:prSet>
      <dgm:spPr/>
    </dgm:pt>
    <dgm:pt modelId="{F30BB026-BDBE-4970-A3CC-DD58B9AB9801}" type="pres">
      <dgm:prSet presAssocID="{B46EB817-3DEB-4673-A129-18F47C73B58A}" presName="rootConnector" presStyleLbl="node3" presStyleIdx="12" presStyleCnt="13"/>
      <dgm:spPr/>
    </dgm:pt>
    <dgm:pt modelId="{083C0538-8F87-4D9B-83DE-C2F5D829A6F6}" type="pres">
      <dgm:prSet presAssocID="{B46EB817-3DEB-4673-A129-18F47C73B58A}" presName="hierChild4" presStyleCnt="0"/>
      <dgm:spPr/>
    </dgm:pt>
    <dgm:pt modelId="{2ECA4D88-EB98-4B3E-8754-02ED553A5513}" type="pres">
      <dgm:prSet presAssocID="{B46EB817-3DEB-4673-A129-18F47C73B58A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D25D0547-AA7B-4695-B7A4-240B3BD78691}" type="pres">
      <dgm:prSet presAssocID="{2679EB4B-6431-4250-9196-BFEE43F033D3}" presName="Name111" presStyleLbl="parChTrans1D2" presStyleIdx="6" presStyleCnt="8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0" presStyleCnt="2" custScaleX="139635" custLinFactNeighborY="-4872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0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  <dgm:pt modelId="{E8D67F48-A4A3-48B7-931C-8BCBA0AA96D2}" type="pres">
      <dgm:prSet presAssocID="{8E0DC5EC-21E0-4782-8FBD-618C8BE3264A}" presName="Name111" presStyleLbl="parChTrans1D2" presStyleIdx="7" presStyleCnt="8"/>
      <dgm:spPr/>
    </dgm:pt>
    <dgm:pt modelId="{91DC58F7-F1AE-41CD-B7C5-3E1A8124A370}" type="pres">
      <dgm:prSet presAssocID="{E5AEA43F-25C9-4387-B383-04F0775BFE30}" presName="hierRoot3" presStyleCnt="0">
        <dgm:presLayoutVars>
          <dgm:hierBranch val="init"/>
        </dgm:presLayoutVars>
      </dgm:prSet>
      <dgm:spPr/>
    </dgm:pt>
    <dgm:pt modelId="{4FA6CF6D-EB03-4445-B027-168EF37880D1}" type="pres">
      <dgm:prSet presAssocID="{E5AEA43F-25C9-4387-B383-04F0775BFE30}" presName="rootComposite3" presStyleCnt="0"/>
      <dgm:spPr/>
    </dgm:pt>
    <dgm:pt modelId="{B18709FD-C961-458C-87D4-EEF58F63B5A8}" type="pres">
      <dgm:prSet presAssocID="{E5AEA43F-25C9-4387-B383-04F0775BFE30}" presName="rootText3" presStyleLbl="asst1" presStyleIdx="1" presStyleCnt="2" custScaleX="136224" custLinFactNeighborY="-4872">
        <dgm:presLayoutVars>
          <dgm:chPref val="3"/>
        </dgm:presLayoutVars>
      </dgm:prSet>
      <dgm:spPr/>
    </dgm:pt>
    <dgm:pt modelId="{576D463E-B9C0-4252-AAC7-E1D900247645}" type="pres">
      <dgm:prSet presAssocID="{E5AEA43F-25C9-4387-B383-04F0775BFE30}" presName="rootConnector3" presStyleLbl="asst1" presStyleIdx="1" presStyleCnt="2"/>
      <dgm:spPr/>
    </dgm:pt>
    <dgm:pt modelId="{EE97B4E4-F79B-47D8-A041-FB8CC1B9D30D}" type="pres">
      <dgm:prSet presAssocID="{E5AEA43F-25C9-4387-B383-04F0775BFE30}" presName="hierChild6" presStyleCnt="0"/>
      <dgm:spPr/>
    </dgm:pt>
    <dgm:pt modelId="{29DBBDF9-9028-450D-90A9-D62C02AD2901}" type="pres">
      <dgm:prSet presAssocID="{E5AEA43F-25C9-4387-B383-04F0775BFE30}" presName="hierChild7" presStyleCnt="0"/>
      <dgm:spPr/>
    </dgm:pt>
  </dgm:ptLst>
  <dgm:cxnLst>
    <dgm:cxn modelId="{25C5CE03-FD5F-4F9D-9742-92568C7ACC0C}" type="presOf" srcId="{EB196C07-4C27-4D7E-A197-1314BBD1DDA5}" destId="{B94C92FA-8750-4B0B-A887-09009CFB9B98}" srcOrd="0" destOrd="0" presId="urn:microsoft.com/office/officeart/2005/8/layout/orgChart1"/>
    <dgm:cxn modelId="{989B1608-3FD5-42EA-BA4E-1F7567AF7BB2}" type="presOf" srcId="{D41DD8D8-2ED5-4025-8979-39A5068CE873}" destId="{D05D2F54-0A81-4DE4-B100-7BD7A71AC1CF}" srcOrd="0" destOrd="0" presId="urn:microsoft.com/office/officeart/2005/8/layout/orgChart1"/>
    <dgm:cxn modelId="{F990F109-2C7C-4958-A384-453C1B4C9644}" type="presOf" srcId="{7564F4A0-8D16-490D-907E-8ED95FA1220B}" destId="{62289886-03F6-4FB4-9DEF-38ED189E144E}" srcOrd="1" destOrd="0" presId="urn:microsoft.com/office/officeart/2005/8/layout/orgChart1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7BD1B80E-7FD8-48EB-96B6-2B3213A6820A}" type="presOf" srcId="{BFCFECDB-0D03-4D40-96E1-9E8D98F00E51}" destId="{9854E649-F997-476F-984E-9E35D73EE9AB}" srcOrd="1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28970014-8E72-41AB-8B08-3B07AAB35A02}" type="presOf" srcId="{C0097EAE-4ECF-4AE7-8B34-385CEFF443E7}" destId="{681A5CA3-05E2-4FA8-B1D3-B69782D1B36B}" srcOrd="0" destOrd="0" presId="urn:microsoft.com/office/officeart/2005/8/layout/orgChart1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92BBC021-84EC-4672-A655-4C361C06DC1A}" type="presOf" srcId="{B46EB817-3DEB-4673-A129-18F47C73B58A}" destId="{77360030-3EE3-4B8B-9794-52CEFD178D66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F6CD4528-EEA5-4F95-9E4B-4132CD766FB0}" type="presOf" srcId="{2FA7C500-6510-41CB-B54B-2CFA98363C5F}" destId="{5A3AF29F-DB0D-4A51-AA1F-0906720DFCCD}" srcOrd="0" destOrd="0" presId="urn:microsoft.com/office/officeart/2005/8/layout/orgChart1"/>
    <dgm:cxn modelId="{90CD7D2A-7206-4C0E-AE10-E879F2134A3A}" srcId="{BDA3E80D-83D1-43CB-89EA-5529CB9AAA78}" destId="{C0097EAE-4ECF-4AE7-8B34-385CEFF443E7}" srcOrd="5" destOrd="0" parTransId="{D158D6B4-7118-43A6-86FD-75159616443B}" sibTransId="{20BC808E-C701-4D96-842A-CE07314F1C31}"/>
    <dgm:cxn modelId="{ABFED72D-80B2-457E-906D-E2F9C87E0972}" type="presOf" srcId="{30FBFD4E-B423-441F-8DC7-EBAF8BBB37A8}" destId="{564AAD20-3DFB-471B-A4E2-3B3E6D6D9925}" srcOrd="0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0" destOrd="0" parTransId="{5AC1D850-6AE5-4AB4-956F-DCCF850FE0A3}" sibTransId="{780907FE-2876-4E95-AB0C-17F0421E1145}"/>
    <dgm:cxn modelId="{D54E6E32-B0E9-458A-A4BD-456098E5ECD3}" srcId="{BDA3E80D-83D1-43CB-89EA-5529CB9AAA78}" destId="{897542E0-B2F5-4EE4-8EE3-85C4B385D779}" srcOrd="7" destOrd="0" parTransId="{B9002353-9289-432A-9056-1107332AFC5B}" sibTransId="{CA9930E5-FB80-4A01-A1CD-1E377103E439}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16ACB038-C692-482D-AD1D-F2084981451D}" srcId="{C0097EAE-4ECF-4AE7-8B34-385CEFF443E7}" destId="{9F815110-A104-4BDF-8B52-D1AB9128758C}" srcOrd="1" destOrd="0" parTransId="{D41DD8D8-2ED5-4025-8979-39A5068CE873}" sibTransId="{0F176E7D-D795-4940-95A6-5BDA7E47DC90}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2BC0183E-421E-401E-9A64-5033322932D3}" type="presOf" srcId="{2FA7C500-6510-41CB-B54B-2CFA98363C5F}" destId="{572BA4B6-E515-433F-B7F7-50C68776F99C}" srcOrd="1" destOrd="0" presId="urn:microsoft.com/office/officeart/2005/8/layout/orgChart1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BF1DE061-606E-474D-807E-853E0C37A90A}" srcId="{897542E0-B2F5-4EE4-8EE3-85C4B385D779}" destId="{B46EB817-3DEB-4673-A129-18F47C73B58A}" srcOrd="4" destOrd="0" parTransId="{F249CC5B-F01A-4F2C-B130-27A4B96D00FE}" sibTransId="{BBC166EF-291E-450B-8F69-A49CB11115BC}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95B79C49-FE7C-45BF-B719-8188A48B5289}" srcId="{897542E0-B2F5-4EE4-8EE3-85C4B385D779}" destId="{E2AF08C4-E2A2-4857-990C-4DCD995870E1}" srcOrd="3" destOrd="0" parTransId="{EB196C07-4C27-4D7E-A197-1314BBD1DDA5}" sibTransId="{7C926C2C-83F9-4583-A21F-43DCAEC3E858}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34B9136E-54E6-47DA-B906-760C4584B479}" type="presOf" srcId="{F249CC5B-F01A-4F2C-B130-27A4B96D00FE}" destId="{C55928B4-4046-449B-AB23-727FBCB1F9A7}" srcOrd="0" destOrd="0" presId="urn:microsoft.com/office/officeart/2005/8/layout/orgChart1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3E4EC070-0E17-42C9-B53D-C1FD7ACC497D}" type="presOf" srcId="{8E0DC5EC-21E0-4782-8FBD-618C8BE3264A}" destId="{E8D67F48-A4A3-48B7-931C-8BCBA0AA96D2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F0241072-1338-4D20-ABBF-1245160D1410}" srcId="{897542E0-B2F5-4EE4-8EE3-85C4B385D779}" destId="{2FA7C500-6510-41CB-B54B-2CFA98363C5F}" srcOrd="2" destOrd="0" parTransId="{CFA003AC-D94A-4FB5-BA25-AE57013D4548}" sibTransId="{7F3AB037-A5EB-41E7-809D-DA1A1B4FB2E8}"/>
    <dgm:cxn modelId="{94BDB956-A31C-4A64-B68A-A7F57344BFB1}" srcId="{F93FE123-64C2-48E7-BB7C-78C89C6C6BF9}" destId="{F554F3ED-509F-434E-9414-96A5C7204449}" srcOrd="1" destOrd="0" parTransId="{25962EFF-7E61-48E6-88D8-61D9DDBA6AD8}" sibTransId="{0795AE4A-255D-4D4A-93BD-F5327A47AD31}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6" destOrd="0" parTransId="{2705112C-0791-4250-B875-ED990730F6C5}" sibTransId="{1A6AB38F-66D1-4BA9-8AAD-B524F0DC4142}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58B66989-4290-4304-BC84-394107040232}" type="presOf" srcId="{B4DEEB40-0DA0-47EA-9B1F-565BB0D4F122}" destId="{84BF238D-CEF7-4D57-9B28-4A590B241548}" srcOrd="0" destOrd="0" presId="urn:microsoft.com/office/officeart/2005/8/layout/orgChart1"/>
    <dgm:cxn modelId="{1A62AE89-7E1D-48E7-8561-0E644BEDC340}" type="presOf" srcId="{E2AF08C4-E2A2-4857-990C-4DCD995870E1}" destId="{DDC72F8E-150F-435B-9A4F-1F8957928E7A}" srcOrd="1" destOrd="0" presId="urn:microsoft.com/office/officeart/2005/8/layout/orgChart1"/>
    <dgm:cxn modelId="{E7F0018C-8AB3-4DCC-BBDE-2CF808C13D53}" type="presOf" srcId="{E579EA11-FD92-4C3B-A828-C2FB78DED197}" destId="{9D55ABE9-2DCF-4B03-B1F6-A07157D1CB9E}" srcOrd="1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0AC59094-ABBB-49D7-9DCC-D71360CED971}" type="presOf" srcId="{9F815110-A104-4BDF-8B52-D1AB9128758C}" destId="{6A05F8FB-B7EC-4A69-9ADA-B4325DA2C47D}" srcOrd="1" destOrd="0" presId="urn:microsoft.com/office/officeart/2005/8/layout/orgChart1"/>
    <dgm:cxn modelId="{3F020D9C-14A1-4E15-A911-EDD8576A2C35}" srcId="{C0097EAE-4ECF-4AE7-8B34-385CEFF443E7}" destId="{E579EA11-FD92-4C3B-A828-C2FB78DED197}" srcOrd="0" destOrd="0" parTransId="{FF4616F5-15FC-4856-BB13-584398C1720F}" sibTransId="{C0D73B06-884F-4789-A2FF-7327C7C03546}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FEA76A9E-5318-4E10-A1DF-AF0B0361C496}" type="presOf" srcId="{E2AF08C4-E2A2-4857-990C-4DCD995870E1}" destId="{E3B7A292-D246-431F-A06C-74CCAB318BD8}" srcOrd="0" destOrd="0" presId="urn:microsoft.com/office/officeart/2005/8/layout/orgChart1"/>
    <dgm:cxn modelId="{FB02879F-2C6C-4C27-A48B-FC0A55F2D2AC}" type="presOf" srcId="{E579EA11-FD92-4C3B-A828-C2FB78DED197}" destId="{7FFBAB03-A2CD-495E-8193-43C45052CDCC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D0C602AA-E0AB-46A5-9653-04DAF612B57C}" type="presOf" srcId="{D158D6B4-7118-43A6-86FD-75159616443B}" destId="{AB715F41-3DE8-4126-BC5C-7F6853A72E0A}" srcOrd="0" destOrd="0" presId="urn:microsoft.com/office/officeart/2005/8/layout/orgChart1"/>
    <dgm:cxn modelId="{F7A084AB-8A6C-446F-84D1-77FDD5C90D7D}" type="presOf" srcId="{7564F4A0-8D16-490D-907E-8ED95FA1220B}" destId="{5DB3D4AA-09BF-4D9E-AAC4-C4A221E771D8}" srcOrd="0" destOrd="0" presId="urn:microsoft.com/office/officeart/2005/8/layout/orgChart1"/>
    <dgm:cxn modelId="{82DDB5AC-7EA2-42FB-9590-E59EA5CA3F44}" srcId="{BDA3E80D-83D1-43CB-89EA-5529CB9AAA78}" destId="{F93FE123-64C2-48E7-BB7C-78C89C6C6BF9}" srcOrd="4" destOrd="0" parTransId="{E591C46F-C3C1-4334-AD6A-48CD500503EB}" sibTransId="{44494D52-5C85-4BCC-BD10-DF728B666320}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0BA7E6C0-1040-4D81-B489-F8ECAD98A951}" srcId="{BDA3E80D-83D1-43CB-89EA-5529CB9AAA78}" destId="{E5AEA43F-25C9-4387-B383-04F0775BFE30}" srcOrd="3" destOrd="0" parTransId="{8E0DC5EC-21E0-4782-8FBD-618C8BE3264A}" sibTransId="{8DB57107-7FC2-4B97-955F-C2BAAA609FFC}"/>
    <dgm:cxn modelId="{00AF68C5-1FA3-41E5-8696-243E75AB4292}" type="presOf" srcId="{BFCFECDB-0D03-4D40-96E1-9E8D98F00E51}" destId="{7AC1A9AD-63BE-4F6A-AD34-21DC5D91E076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87FE4ACF-8FF3-49F3-8638-BF49DEEF9B18}" type="presOf" srcId="{B46EB817-3DEB-4673-A129-18F47C73B58A}" destId="{F30BB026-BDBE-4970-A3CC-DD58B9AB9801}" srcOrd="1" destOrd="0" presId="urn:microsoft.com/office/officeart/2005/8/layout/orgChart1"/>
    <dgm:cxn modelId="{E46F69D3-5901-4AC7-ADD8-ED1D3BE49BF6}" srcId="{1A95DD40-0793-4AFF-A9DD-159E3D55C96B}" destId="{BFCFECDB-0D03-4D40-96E1-9E8D98F00E51}" srcOrd="0" destOrd="0" parTransId="{30FBFD4E-B423-441F-8DC7-EBAF8BBB37A8}" sibTransId="{EFEF05ED-8D5D-45F3-B14B-35A69A465B7F}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BE2567DA-005C-4E7D-9EBC-D4DDA272B376}" type="presOf" srcId="{FF4616F5-15FC-4856-BB13-584398C1720F}" destId="{BC8C04D1-9FBB-4568-8283-10EF3A0AEAD9}" srcOrd="0" destOrd="0" presId="urn:microsoft.com/office/officeart/2005/8/layout/orgChart1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0ED322E2-1DBF-48E8-8F92-2BEA3C120C70}" type="presOf" srcId="{9F815110-A104-4BDF-8B52-D1AB9128758C}" destId="{D24F3E52-356F-4C9F-8A51-DE2828461384}" srcOrd="0" destOrd="0" presId="urn:microsoft.com/office/officeart/2005/8/layout/orgChart1"/>
    <dgm:cxn modelId="{9E1CA6E7-89CB-4A9B-99B9-9461893E5181}" srcId="{BDA3E80D-83D1-43CB-89EA-5529CB9AAA78}" destId="{1A95DD40-0793-4AFF-A9DD-159E3D55C96B}" srcOrd="1" destOrd="0" parTransId="{45DDB93D-9EFB-4128-A28A-2E2244F4E1C0}" sibTransId="{3D4DCA69-CF03-4958-8F2F-B72D1C4FD8FB}"/>
    <dgm:cxn modelId="{65A4DFE9-471E-4B37-A37F-F373725DC926}" type="presOf" srcId="{E5AEA43F-25C9-4387-B383-04F0775BFE30}" destId="{B18709FD-C961-458C-87D4-EEF58F63B5A8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005692EA-AB0D-425B-B7CC-BC0614D40F9D}" type="presOf" srcId="{C0097EAE-4ECF-4AE7-8B34-385CEFF443E7}" destId="{FB5F7C60-D31E-41C4-AE6D-E1B387F5DA14}" srcOrd="1" destOrd="0" presId="urn:microsoft.com/office/officeart/2005/8/layout/orgChart1"/>
    <dgm:cxn modelId="{8054A5EA-23AD-4F2F-8E5F-FDD94E287C9B}" type="presOf" srcId="{E5AEA43F-25C9-4387-B383-04F0775BFE30}" destId="{576D463E-B9C0-4252-AAC7-E1D900247645}" srcOrd="1" destOrd="0" presId="urn:microsoft.com/office/officeart/2005/8/layout/orgChart1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493C2DF5-4A9D-420A-9ECE-774B7C4587C0}" srcId="{3A9BC52B-E42D-4E47-9B73-E9B7E19108F2}" destId="{7564F4A0-8D16-490D-907E-8ED95FA1220B}" srcOrd="1" destOrd="0" parTransId="{B4DEEB40-0DA0-47EA-9B1F-565BB0D4F122}" sibTransId="{8FB8FCB9-AE6D-4EC3-8269-A2B3ACF857EA}"/>
    <dgm:cxn modelId="{85FEEAF6-A6D1-4C80-9EA6-0E165C3BBE87}" type="presOf" srcId="{CFA003AC-D94A-4FB5-BA25-AE57013D4548}" destId="{F6D288D7-F623-40B8-86F2-5691B3A77B53}" srcOrd="0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E3A2D788-4BDB-4306-8DE1-0F0BDFCFF675}" type="presParOf" srcId="{702F29B1-99E5-4896-B101-A66FF14B51F6}" destId="{B71F6333-D23C-4EC2-9267-E9A3826C993D}" srcOrd="0" destOrd="0" presId="urn:microsoft.com/office/officeart/2005/8/layout/orgChart1"/>
    <dgm:cxn modelId="{7086632C-5806-4DE1-B9A3-82289A55AEA4}" type="presParOf" srcId="{702F29B1-99E5-4896-B101-A66FF14B51F6}" destId="{51990EDA-0367-4D88-990E-8597E6563A36}" srcOrd="1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937ADC50-B125-417B-9C23-946BD4EF9BF7}" type="presParOf" srcId="{7B862720-FA0B-4893-9E2B-972DF9D5EA5B}" destId="{84BF238D-CEF7-4D57-9B28-4A590B241548}" srcOrd="2" destOrd="0" presId="urn:microsoft.com/office/officeart/2005/8/layout/orgChart1"/>
    <dgm:cxn modelId="{6441B592-3B02-4BFF-956E-96D9B50EE2F7}" type="presParOf" srcId="{7B862720-FA0B-4893-9E2B-972DF9D5EA5B}" destId="{BBC72B8F-9FD7-4418-9146-B2D21A8CE588}" srcOrd="3" destOrd="0" presId="urn:microsoft.com/office/officeart/2005/8/layout/orgChart1"/>
    <dgm:cxn modelId="{D6175475-8BBD-4F04-B858-1738788765FE}" type="presParOf" srcId="{BBC72B8F-9FD7-4418-9146-B2D21A8CE588}" destId="{FD5A1B3B-68AB-4724-A690-17C8E18A28C8}" srcOrd="0" destOrd="0" presId="urn:microsoft.com/office/officeart/2005/8/layout/orgChart1"/>
    <dgm:cxn modelId="{C74EEE4B-DB05-4FAF-A434-9AC39AA32600}" type="presParOf" srcId="{FD5A1B3B-68AB-4724-A690-17C8E18A28C8}" destId="{5DB3D4AA-09BF-4D9E-AAC4-C4A221E771D8}" srcOrd="0" destOrd="0" presId="urn:microsoft.com/office/officeart/2005/8/layout/orgChart1"/>
    <dgm:cxn modelId="{2DB26897-1907-4889-B43D-B914073AF02F}" type="presParOf" srcId="{FD5A1B3B-68AB-4724-A690-17C8E18A28C8}" destId="{62289886-03F6-4FB4-9DEF-38ED189E144E}" srcOrd="1" destOrd="0" presId="urn:microsoft.com/office/officeart/2005/8/layout/orgChart1"/>
    <dgm:cxn modelId="{827DAF9C-347F-4F88-9907-00945D022F2E}" type="presParOf" srcId="{BBC72B8F-9FD7-4418-9146-B2D21A8CE588}" destId="{4A0F7B82-905F-4048-BAD9-79AD1B90478C}" srcOrd="1" destOrd="0" presId="urn:microsoft.com/office/officeart/2005/8/layout/orgChart1"/>
    <dgm:cxn modelId="{C4AF7054-2F49-49EB-8A66-DF84E88ED36D}" type="presParOf" srcId="{BBC72B8F-9FD7-4418-9146-B2D21A8CE588}" destId="{24E666AE-2AC9-4DDC-A09F-DBBEB0801F1E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2" destOrd="0" presId="urn:microsoft.com/office/officeart/2005/8/layout/orgChart1"/>
    <dgm:cxn modelId="{B214A4F8-103A-482B-8524-CCED292D7BE6}" type="presParOf" srcId="{702F29B1-99E5-4896-B101-A66FF14B51F6}" destId="{FF08BDA0-A682-4884-9E7F-74783F6F0578}" srcOrd="3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A62A5D82-85E4-4209-B82D-DE4EAB696A34}" type="presParOf" srcId="{E474A6EE-A417-44C1-A518-D891C508A90A}" destId="{564AAD20-3DFB-471B-A4E2-3B3E6D6D9925}" srcOrd="0" destOrd="0" presId="urn:microsoft.com/office/officeart/2005/8/layout/orgChart1"/>
    <dgm:cxn modelId="{A9E15E24-35AF-455E-B008-AAAEB2732D0D}" type="presParOf" srcId="{E474A6EE-A417-44C1-A518-D891C508A90A}" destId="{C70CD639-9056-464F-983E-344C03BD0EE4}" srcOrd="1" destOrd="0" presId="urn:microsoft.com/office/officeart/2005/8/layout/orgChart1"/>
    <dgm:cxn modelId="{43844824-311A-48AB-9BE2-4DFA68E8C913}" type="presParOf" srcId="{C70CD639-9056-464F-983E-344C03BD0EE4}" destId="{6B0A456E-98FB-45D3-B176-B98DA1B6EF94}" srcOrd="0" destOrd="0" presId="urn:microsoft.com/office/officeart/2005/8/layout/orgChart1"/>
    <dgm:cxn modelId="{2062491A-192D-4B63-AB41-DA3636362349}" type="presParOf" srcId="{6B0A456E-98FB-45D3-B176-B98DA1B6EF94}" destId="{7AC1A9AD-63BE-4F6A-AD34-21DC5D91E076}" srcOrd="0" destOrd="0" presId="urn:microsoft.com/office/officeart/2005/8/layout/orgChart1"/>
    <dgm:cxn modelId="{4D835932-ADE0-4736-BBEB-6A4228F5E027}" type="presParOf" srcId="{6B0A456E-98FB-45D3-B176-B98DA1B6EF94}" destId="{9854E649-F997-476F-984E-9E35D73EE9AB}" srcOrd="1" destOrd="0" presId="urn:microsoft.com/office/officeart/2005/8/layout/orgChart1"/>
    <dgm:cxn modelId="{CB7471AD-0B40-4D31-B6BB-2CF046E2CDF5}" type="presParOf" srcId="{C70CD639-9056-464F-983E-344C03BD0EE4}" destId="{D90814B9-5D90-4799-BD79-B99ED19FAFE2}" srcOrd="1" destOrd="0" presId="urn:microsoft.com/office/officeart/2005/8/layout/orgChart1"/>
    <dgm:cxn modelId="{33357DA8-B9B7-4FB2-BAEE-C653704C2258}" type="presParOf" srcId="{C70CD639-9056-464F-983E-344C03BD0EE4}" destId="{9FAF3B3B-2391-4B5B-AACF-9D50BB0363FF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79C889CF-5A8F-451E-8280-91A187B7FC9B}" type="presParOf" srcId="{702F29B1-99E5-4896-B101-A66FF14B51F6}" destId="{FD9A2F87-5594-4B1C-959F-6AF063EC5722}" srcOrd="4" destOrd="0" presId="urn:microsoft.com/office/officeart/2005/8/layout/orgChart1"/>
    <dgm:cxn modelId="{1576BFE1-5BA0-42F0-9F72-FD164C02F3AA}" type="presParOf" srcId="{702F29B1-99E5-4896-B101-A66FF14B51F6}" destId="{72FC4307-AF73-410D-9740-C0206929B210}" srcOrd="5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F78BA671-6E6B-46D2-952C-0CCA38781266}" type="presParOf" srcId="{14671578-2E54-4AEE-AAD1-B1C890C0F542}" destId="{9BE1465B-C014-46BE-AA8A-69E4F7987327}" srcOrd="2" destOrd="0" presId="urn:microsoft.com/office/officeart/2005/8/layout/orgChart1"/>
    <dgm:cxn modelId="{E3A9145D-005B-4D92-B9DD-85CBDED49DA5}" type="presParOf" srcId="{14671578-2E54-4AEE-AAD1-B1C890C0F542}" destId="{9559C66C-0EE9-400E-AE2A-3C29BEF6B278}" srcOrd="3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C78B8747-45BE-4D57-86E8-442A001B4DAA}" type="presParOf" srcId="{702F29B1-99E5-4896-B101-A66FF14B51F6}" destId="{AB715F41-3DE8-4126-BC5C-7F6853A72E0A}" srcOrd="6" destOrd="0" presId="urn:microsoft.com/office/officeart/2005/8/layout/orgChart1"/>
    <dgm:cxn modelId="{650E5CA4-5502-407C-97B7-57AC86481504}" type="presParOf" srcId="{702F29B1-99E5-4896-B101-A66FF14B51F6}" destId="{D5D11E4C-07B5-4093-BC6B-5770C7AD2499}" srcOrd="7" destOrd="0" presId="urn:microsoft.com/office/officeart/2005/8/layout/orgChart1"/>
    <dgm:cxn modelId="{61406EE8-F96D-4834-9015-B5AAFC9191FF}" type="presParOf" srcId="{D5D11E4C-07B5-4093-BC6B-5770C7AD2499}" destId="{71D25BD2-7A7C-4819-ADE8-416F100CB4CD}" srcOrd="0" destOrd="0" presId="urn:microsoft.com/office/officeart/2005/8/layout/orgChart1"/>
    <dgm:cxn modelId="{9B58B003-C850-4DAC-882F-98558C134682}" type="presParOf" srcId="{71D25BD2-7A7C-4819-ADE8-416F100CB4CD}" destId="{681A5CA3-05E2-4FA8-B1D3-B69782D1B36B}" srcOrd="0" destOrd="0" presId="urn:microsoft.com/office/officeart/2005/8/layout/orgChart1"/>
    <dgm:cxn modelId="{FF29E386-6F7D-46D5-B69A-AB9CC7B31AD2}" type="presParOf" srcId="{71D25BD2-7A7C-4819-ADE8-416F100CB4CD}" destId="{FB5F7C60-D31E-41C4-AE6D-E1B387F5DA14}" srcOrd="1" destOrd="0" presId="urn:microsoft.com/office/officeart/2005/8/layout/orgChart1"/>
    <dgm:cxn modelId="{F7F486BD-C3B4-4D99-9BCD-20A4CCDEAD0C}" type="presParOf" srcId="{D5D11E4C-07B5-4093-BC6B-5770C7AD2499}" destId="{DCC11849-C4AC-4258-A558-82E9CEFC96B3}" srcOrd="1" destOrd="0" presId="urn:microsoft.com/office/officeart/2005/8/layout/orgChart1"/>
    <dgm:cxn modelId="{2B82A0E5-B7D4-4E92-93DE-673C189454A2}" type="presParOf" srcId="{DCC11849-C4AC-4258-A558-82E9CEFC96B3}" destId="{BC8C04D1-9FBB-4568-8283-10EF3A0AEAD9}" srcOrd="0" destOrd="0" presId="urn:microsoft.com/office/officeart/2005/8/layout/orgChart1"/>
    <dgm:cxn modelId="{1F2209FF-36F0-4D07-9825-0DFCA21221F0}" type="presParOf" srcId="{DCC11849-C4AC-4258-A558-82E9CEFC96B3}" destId="{E2BF5340-B1C4-4842-A819-791A386122CE}" srcOrd="1" destOrd="0" presId="urn:microsoft.com/office/officeart/2005/8/layout/orgChart1"/>
    <dgm:cxn modelId="{D7642A91-E0AF-43E6-834C-B2150EB2DA68}" type="presParOf" srcId="{E2BF5340-B1C4-4842-A819-791A386122CE}" destId="{0FC9B8EC-8E65-42B0-B3FD-7B2727246DD2}" srcOrd="0" destOrd="0" presId="urn:microsoft.com/office/officeart/2005/8/layout/orgChart1"/>
    <dgm:cxn modelId="{ECB64124-D981-44EB-9605-81D3D2DC07A1}" type="presParOf" srcId="{0FC9B8EC-8E65-42B0-B3FD-7B2727246DD2}" destId="{7FFBAB03-A2CD-495E-8193-43C45052CDCC}" srcOrd="0" destOrd="0" presId="urn:microsoft.com/office/officeart/2005/8/layout/orgChart1"/>
    <dgm:cxn modelId="{F41CB0C5-5B25-414B-B4DC-3FF3B25EF326}" type="presParOf" srcId="{0FC9B8EC-8E65-42B0-B3FD-7B2727246DD2}" destId="{9D55ABE9-2DCF-4B03-B1F6-A07157D1CB9E}" srcOrd="1" destOrd="0" presId="urn:microsoft.com/office/officeart/2005/8/layout/orgChart1"/>
    <dgm:cxn modelId="{DAEDB549-4902-42D9-80AF-8C986D27A276}" type="presParOf" srcId="{E2BF5340-B1C4-4842-A819-791A386122CE}" destId="{3B6D63C7-BD03-485C-9BB1-0DF6B82D8C1B}" srcOrd="1" destOrd="0" presId="urn:microsoft.com/office/officeart/2005/8/layout/orgChart1"/>
    <dgm:cxn modelId="{B45C92F9-E452-4356-AF5D-2DE8BE19DFA8}" type="presParOf" srcId="{E2BF5340-B1C4-4842-A819-791A386122CE}" destId="{72BA3E57-9FAD-4E2D-8B25-D69E8A98204E}" srcOrd="2" destOrd="0" presId="urn:microsoft.com/office/officeart/2005/8/layout/orgChart1"/>
    <dgm:cxn modelId="{2A2550D0-B515-4AA2-8C59-A0C484B4CB5E}" type="presParOf" srcId="{DCC11849-C4AC-4258-A558-82E9CEFC96B3}" destId="{D05D2F54-0A81-4DE4-B100-7BD7A71AC1CF}" srcOrd="2" destOrd="0" presId="urn:microsoft.com/office/officeart/2005/8/layout/orgChart1"/>
    <dgm:cxn modelId="{A68A28DC-D416-4C67-B044-94B559E869D3}" type="presParOf" srcId="{DCC11849-C4AC-4258-A558-82E9CEFC96B3}" destId="{252B7DA7-8A0F-4AB5-9558-3341224C2E0E}" srcOrd="3" destOrd="0" presId="urn:microsoft.com/office/officeart/2005/8/layout/orgChart1"/>
    <dgm:cxn modelId="{94CE6B0B-69AB-4A7E-9949-DAA5CEA6C7C1}" type="presParOf" srcId="{252B7DA7-8A0F-4AB5-9558-3341224C2E0E}" destId="{5CC4DEB6-BFDB-46B3-BEDE-42028558E6F9}" srcOrd="0" destOrd="0" presId="urn:microsoft.com/office/officeart/2005/8/layout/orgChart1"/>
    <dgm:cxn modelId="{6290D6D3-B8A0-48BF-ADF3-07B5FD2E87E4}" type="presParOf" srcId="{5CC4DEB6-BFDB-46B3-BEDE-42028558E6F9}" destId="{D24F3E52-356F-4C9F-8A51-DE2828461384}" srcOrd="0" destOrd="0" presId="urn:microsoft.com/office/officeart/2005/8/layout/orgChart1"/>
    <dgm:cxn modelId="{BD0CFF70-96C6-4942-BA92-C458EF3E9A4B}" type="presParOf" srcId="{5CC4DEB6-BFDB-46B3-BEDE-42028558E6F9}" destId="{6A05F8FB-B7EC-4A69-9ADA-B4325DA2C47D}" srcOrd="1" destOrd="0" presId="urn:microsoft.com/office/officeart/2005/8/layout/orgChart1"/>
    <dgm:cxn modelId="{410D1875-3C66-47C8-A586-FCC82A24018D}" type="presParOf" srcId="{252B7DA7-8A0F-4AB5-9558-3341224C2E0E}" destId="{25EBDA97-813F-4D6B-BD7B-6C0FB6C6E2AA}" srcOrd="1" destOrd="0" presId="urn:microsoft.com/office/officeart/2005/8/layout/orgChart1"/>
    <dgm:cxn modelId="{D946FE46-D680-44A9-9D94-786E267BE3D6}" type="presParOf" srcId="{252B7DA7-8A0F-4AB5-9558-3341224C2E0E}" destId="{1533C48C-35E1-4156-8194-7796212C7011}" srcOrd="2" destOrd="0" presId="urn:microsoft.com/office/officeart/2005/8/layout/orgChart1"/>
    <dgm:cxn modelId="{306DD17E-2798-43F9-8E02-B45E456C3B45}" type="presParOf" srcId="{D5D11E4C-07B5-4093-BC6B-5770C7AD2499}" destId="{12E4547C-844C-4152-84C7-ABBEAABDE1B9}" srcOrd="2" destOrd="0" presId="urn:microsoft.com/office/officeart/2005/8/layout/orgChart1"/>
    <dgm:cxn modelId="{5D185199-4449-4FC4-A417-ADDB32F0F1FA}" type="presParOf" srcId="{702F29B1-99E5-4896-B101-A66FF14B51F6}" destId="{203CECAF-4583-4381-A15F-0B63A7CD1DC8}" srcOrd="8" destOrd="0" presId="urn:microsoft.com/office/officeart/2005/8/layout/orgChart1"/>
    <dgm:cxn modelId="{93B7AB06-19F1-4685-82BF-A131907775F0}" type="presParOf" srcId="{702F29B1-99E5-4896-B101-A66FF14B51F6}" destId="{8AA23E7D-C409-4F33-A40C-76801715EDE1}" srcOrd="9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10" destOrd="0" presId="urn:microsoft.com/office/officeart/2005/8/layout/orgChart1"/>
    <dgm:cxn modelId="{CEFAC0D3-EBEA-4792-B0A5-20C33C1BF7FE}" type="presParOf" srcId="{702F29B1-99E5-4896-B101-A66FF14B51F6}" destId="{5A9F857C-6022-4AF7-BE3C-4795AB9766EF}" srcOrd="11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0C270B6D-FAC7-468E-96C4-74032293C6A8}" type="presParOf" srcId="{A98ED857-9544-4D5D-BFA5-CE9AE5B76A55}" destId="{F6D288D7-F623-40B8-86F2-5691B3A77B53}" srcOrd="4" destOrd="0" presId="urn:microsoft.com/office/officeart/2005/8/layout/orgChart1"/>
    <dgm:cxn modelId="{164B6077-D4AB-45DF-9F00-A50452581CD0}" type="presParOf" srcId="{A98ED857-9544-4D5D-BFA5-CE9AE5B76A55}" destId="{034EF4D6-D246-4338-8B7D-60DA41BBAB18}" srcOrd="5" destOrd="0" presId="urn:microsoft.com/office/officeart/2005/8/layout/orgChart1"/>
    <dgm:cxn modelId="{5C104EBC-B2A0-4ECE-81D0-DFFFAB0F2464}" type="presParOf" srcId="{034EF4D6-D246-4338-8B7D-60DA41BBAB18}" destId="{9FD5B89C-48FE-4A74-8809-2139B87863B4}" srcOrd="0" destOrd="0" presId="urn:microsoft.com/office/officeart/2005/8/layout/orgChart1"/>
    <dgm:cxn modelId="{94CA53CB-6D23-4E18-9039-C6D961D52585}" type="presParOf" srcId="{9FD5B89C-48FE-4A74-8809-2139B87863B4}" destId="{5A3AF29F-DB0D-4A51-AA1F-0906720DFCCD}" srcOrd="0" destOrd="0" presId="urn:microsoft.com/office/officeart/2005/8/layout/orgChart1"/>
    <dgm:cxn modelId="{AD9ED660-715C-4E4E-9D81-40A6624B677C}" type="presParOf" srcId="{9FD5B89C-48FE-4A74-8809-2139B87863B4}" destId="{572BA4B6-E515-433F-B7F7-50C68776F99C}" srcOrd="1" destOrd="0" presId="urn:microsoft.com/office/officeart/2005/8/layout/orgChart1"/>
    <dgm:cxn modelId="{9A1E639D-3551-4E6B-AD32-DEFEFED868DC}" type="presParOf" srcId="{034EF4D6-D246-4338-8B7D-60DA41BBAB18}" destId="{8194E55C-954C-40D0-B031-15F3154566E1}" srcOrd="1" destOrd="0" presId="urn:microsoft.com/office/officeart/2005/8/layout/orgChart1"/>
    <dgm:cxn modelId="{8C05C77F-7F56-40EC-97BF-EBD325AEA33B}" type="presParOf" srcId="{034EF4D6-D246-4338-8B7D-60DA41BBAB18}" destId="{B562DA22-384C-4DDD-BC4D-C69E917C3CE9}" srcOrd="2" destOrd="0" presId="urn:microsoft.com/office/officeart/2005/8/layout/orgChart1"/>
    <dgm:cxn modelId="{50C10AEB-0D28-4BC1-AA0C-124C95011C90}" type="presParOf" srcId="{A98ED857-9544-4D5D-BFA5-CE9AE5B76A55}" destId="{B94C92FA-8750-4B0B-A887-09009CFB9B98}" srcOrd="6" destOrd="0" presId="urn:microsoft.com/office/officeart/2005/8/layout/orgChart1"/>
    <dgm:cxn modelId="{A98FF450-588D-44D0-95A9-DBBB290AEF24}" type="presParOf" srcId="{A98ED857-9544-4D5D-BFA5-CE9AE5B76A55}" destId="{410A2D5B-46A5-45B0-BC2B-FB781DA56490}" srcOrd="7" destOrd="0" presId="urn:microsoft.com/office/officeart/2005/8/layout/orgChart1"/>
    <dgm:cxn modelId="{939564AF-B808-48B1-8C9E-1E103B167DB7}" type="presParOf" srcId="{410A2D5B-46A5-45B0-BC2B-FB781DA56490}" destId="{B8384074-002C-48EA-BA25-94A1F6164B26}" srcOrd="0" destOrd="0" presId="urn:microsoft.com/office/officeart/2005/8/layout/orgChart1"/>
    <dgm:cxn modelId="{9F8C55A0-3226-485A-8B80-3C6EBE33703C}" type="presParOf" srcId="{B8384074-002C-48EA-BA25-94A1F6164B26}" destId="{E3B7A292-D246-431F-A06C-74CCAB318BD8}" srcOrd="0" destOrd="0" presId="urn:microsoft.com/office/officeart/2005/8/layout/orgChart1"/>
    <dgm:cxn modelId="{6E36BC80-921D-472E-B694-CCE85513DA4B}" type="presParOf" srcId="{B8384074-002C-48EA-BA25-94A1F6164B26}" destId="{DDC72F8E-150F-435B-9A4F-1F8957928E7A}" srcOrd="1" destOrd="0" presId="urn:microsoft.com/office/officeart/2005/8/layout/orgChart1"/>
    <dgm:cxn modelId="{0BBC6819-272F-4711-A9BA-0E9E23C42BCF}" type="presParOf" srcId="{410A2D5B-46A5-45B0-BC2B-FB781DA56490}" destId="{76E016ED-6B30-4820-90C9-7465EC981D51}" srcOrd="1" destOrd="0" presId="urn:microsoft.com/office/officeart/2005/8/layout/orgChart1"/>
    <dgm:cxn modelId="{7BA809B9-F785-407B-A4A0-6B5A811B7D19}" type="presParOf" srcId="{410A2D5B-46A5-45B0-BC2B-FB781DA56490}" destId="{C5D83A3D-2553-42E4-B090-644DB18CF6FB}" srcOrd="2" destOrd="0" presId="urn:microsoft.com/office/officeart/2005/8/layout/orgChart1"/>
    <dgm:cxn modelId="{BACD0FC7-5FE2-47B3-863F-A31D9F66E3A1}" type="presParOf" srcId="{A98ED857-9544-4D5D-BFA5-CE9AE5B76A55}" destId="{C55928B4-4046-449B-AB23-727FBCB1F9A7}" srcOrd="8" destOrd="0" presId="urn:microsoft.com/office/officeart/2005/8/layout/orgChart1"/>
    <dgm:cxn modelId="{78D4FC76-24B1-4554-807A-323490E9B93B}" type="presParOf" srcId="{A98ED857-9544-4D5D-BFA5-CE9AE5B76A55}" destId="{ADE24847-C15D-40AE-A756-CF24A7C91152}" srcOrd="9" destOrd="0" presId="urn:microsoft.com/office/officeart/2005/8/layout/orgChart1"/>
    <dgm:cxn modelId="{568E5578-B487-4B51-A40B-032677376F21}" type="presParOf" srcId="{ADE24847-C15D-40AE-A756-CF24A7C91152}" destId="{ECCC86DC-899F-4C98-B95E-14B5D80C4D41}" srcOrd="0" destOrd="0" presId="urn:microsoft.com/office/officeart/2005/8/layout/orgChart1"/>
    <dgm:cxn modelId="{39F89871-2B03-4DFE-A5E5-8D3E636814EE}" type="presParOf" srcId="{ECCC86DC-899F-4C98-B95E-14B5D80C4D41}" destId="{77360030-3EE3-4B8B-9794-52CEFD178D66}" srcOrd="0" destOrd="0" presId="urn:microsoft.com/office/officeart/2005/8/layout/orgChart1"/>
    <dgm:cxn modelId="{CF131C16-E722-4BBD-A9D1-C554987CF59E}" type="presParOf" srcId="{ECCC86DC-899F-4C98-B95E-14B5D80C4D41}" destId="{F30BB026-BDBE-4970-A3CC-DD58B9AB9801}" srcOrd="1" destOrd="0" presId="urn:microsoft.com/office/officeart/2005/8/layout/orgChart1"/>
    <dgm:cxn modelId="{2F4116E1-115D-428B-A646-9A3D6D2E601A}" type="presParOf" srcId="{ADE24847-C15D-40AE-A756-CF24A7C91152}" destId="{083C0538-8F87-4D9B-83DE-C2F5D829A6F6}" srcOrd="1" destOrd="0" presId="urn:microsoft.com/office/officeart/2005/8/layout/orgChart1"/>
    <dgm:cxn modelId="{ACD1A159-5DF9-464B-BA3B-76D5410CA329}" type="presParOf" srcId="{ADE24847-C15D-40AE-A756-CF24A7C91152}" destId="{2ECA4D88-EB98-4B3E-8754-02ED553A5513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7782028E-6234-4991-B02D-D5020001CD6B}" type="presParOf" srcId="{F688486B-8119-4C85-A9EF-A98B394E5AAD}" destId="{D25D0547-AA7B-4695-B7A4-240B3BD78691}" srcOrd="0" destOrd="0" presId="urn:microsoft.com/office/officeart/2005/8/layout/orgChart1"/>
    <dgm:cxn modelId="{93B052DE-9147-43CC-8D4F-1FCD055B49DD}" type="presParOf" srcId="{F688486B-8119-4C85-A9EF-A98B394E5AAD}" destId="{A8B8AA6B-F731-4ED5-A77A-1B8C60466DD4}" srcOrd="1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  <dgm:cxn modelId="{DBAC557E-9CD3-4296-9F14-07FF0C2E95DC}" type="presParOf" srcId="{F688486B-8119-4C85-A9EF-A98B394E5AAD}" destId="{E8D67F48-A4A3-48B7-931C-8BCBA0AA96D2}" srcOrd="2" destOrd="0" presId="urn:microsoft.com/office/officeart/2005/8/layout/orgChart1"/>
    <dgm:cxn modelId="{709F952C-7EC6-468A-AF13-2CCE6D2EC344}" type="presParOf" srcId="{F688486B-8119-4C85-A9EF-A98B394E5AAD}" destId="{91DC58F7-F1AE-41CD-B7C5-3E1A8124A370}" srcOrd="3" destOrd="0" presId="urn:microsoft.com/office/officeart/2005/8/layout/orgChart1"/>
    <dgm:cxn modelId="{0F2F2652-A31A-4A67-BE81-4AB41C8AAC80}" type="presParOf" srcId="{91DC58F7-F1AE-41CD-B7C5-3E1A8124A370}" destId="{4FA6CF6D-EB03-4445-B027-168EF37880D1}" srcOrd="0" destOrd="0" presId="urn:microsoft.com/office/officeart/2005/8/layout/orgChart1"/>
    <dgm:cxn modelId="{6A4A021D-F576-4BC9-8BFD-4C654FBC8EEA}" type="presParOf" srcId="{4FA6CF6D-EB03-4445-B027-168EF37880D1}" destId="{B18709FD-C961-458C-87D4-EEF58F63B5A8}" srcOrd="0" destOrd="0" presId="urn:microsoft.com/office/officeart/2005/8/layout/orgChart1"/>
    <dgm:cxn modelId="{92618A0F-2F73-4498-A149-83D23EFBC11E}" type="presParOf" srcId="{4FA6CF6D-EB03-4445-B027-168EF37880D1}" destId="{576D463E-B9C0-4252-AAC7-E1D900247645}" srcOrd="1" destOrd="0" presId="urn:microsoft.com/office/officeart/2005/8/layout/orgChart1"/>
    <dgm:cxn modelId="{961B773C-A5E9-4C3F-882E-36F4CC5EE8B7}" type="presParOf" srcId="{91DC58F7-F1AE-41CD-B7C5-3E1A8124A370}" destId="{EE97B4E4-F79B-47D8-A041-FB8CC1B9D30D}" srcOrd="1" destOrd="0" presId="urn:microsoft.com/office/officeart/2005/8/layout/orgChart1"/>
    <dgm:cxn modelId="{7057D270-0473-459A-A13A-34BBE12354F9}" type="presParOf" srcId="{91DC58F7-F1AE-41CD-B7C5-3E1A8124A370}" destId="{29DBBDF9-9028-450D-90A9-D62C02AD29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GOVERNO E RELAÇÕES INSTITUCIONAIS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de Apoio ao Terceiro Setor e Organizações Comunitárias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/>
      <dgm:spPr/>
      <dgm:t>
        <a:bodyPr/>
        <a:lstStyle/>
        <a:p>
          <a:r>
            <a:rPr lang="pt-BR" dirty="0"/>
            <a:t>Divisão de Captação Estratégica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de Parcerias Público-Privadas e Concessões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24B5B830-1763-45BE-ACDB-5A4D9C7D822C}">
      <dgm:prSet/>
      <dgm:spPr/>
      <dgm:t>
        <a:bodyPr/>
        <a:lstStyle/>
        <a:p>
          <a:r>
            <a:rPr lang="pt-BR" dirty="0"/>
            <a:t>Setor de Relações Federativas e Investimentos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Ouvidoria, Análise e Resolução de Demandas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Comunicação, Imprensa, Cerimonial e Eventos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Atendimento, Encaminhamento e Resolução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Cerimonial e Solenidades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Impresa e Marketing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06CC0191-A443-4571-A885-214178DD430D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651F4A9E-EF2F-424D-BAD1-BA659A969B52}" type="parTrans" cxnId="{E6C805E6-80CD-4059-968B-B7DBF7BA4BDE}">
      <dgm:prSet/>
      <dgm:spPr/>
      <dgm:t>
        <a:bodyPr/>
        <a:lstStyle/>
        <a:p>
          <a:endParaRPr lang="pt-BR"/>
        </a:p>
      </dgm:t>
    </dgm:pt>
    <dgm:pt modelId="{B7ABB5D3-3DA7-47BA-8DD9-050FCF9F5223}" type="sibTrans" cxnId="{E6C805E6-80CD-4059-968B-B7DBF7BA4BDE}">
      <dgm:prSet/>
      <dgm:spPr/>
      <dgm:t>
        <a:bodyPr/>
        <a:lstStyle/>
        <a:p>
          <a:endParaRPr lang="pt-BR"/>
        </a:p>
      </dgm:t>
    </dgm:pt>
    <dgm:pt modelId="{23CC3E7B-8BFD-41C1-B825-8578BC072F7C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CC7991EA-ECD9-47CE-A52F-BFAEDA7700F9}" type="parTrans" cxnId="{33FBB5DA-169D-4B7E-A759-0CB3F484D480}">
      <dgm:prSet/>
      <dgm:spPr/>
      <dgm:t>
        <a:bodyPr/>
        <a:lstStyle/>
        <a:p>
          <a:endParaRPr lang="pt-BR"/>
        </a:p>
      </dgm:t>
    </dgm:pt>
    <dgm:pt modelId="{2BD218D2-3761-4866-B7E0-84101D0065C8}" type="sibTrans" cxnId="{33FBB5DA-169D-4B7E-A759-0CB3F484D480}">
      <dgm:prSet/>
      <dgm:spPr/>
      <dgm:t>
        <a:bodyPr/>
        <a:lstStyle/>
        <a:p>
          <a:endParaRPr lang="pt-BR"/>
        </a:p>
      </dgm:t>
    </dgm:pt>
    <dgm:pt modelId="{2BCEA942-5AAB-4743-A4D1-40EA018DC71B}">
      <dgm:prSet/>
      <dgm:spPr/>
      <dgm:t>
        <a:bodyPr/>
        <a:lstStyle/>
        <a:p>
          <a:r>
            <a:rPr lang="pt-BR" dirty="0"/>
            <a:t>Setor de Coordenação e Gestão de PPP e Concessões</a:t>
          </a:r>
        </a:p>
      </dgm:t>
    </dgm:pt>
    <dgm:pt modelId="{6DB59B34-7211-454E-8F04-1C2382C948E3}" type="parTrans" cxnId="{C8E0CCFB-8DE0-464D-8B77-AEB99E294059}">
      <dgm:prSet/>
      <dgm:spPr/>
      <dgm:t>
        <a:bodyPr/>
        <a:lstStyle/>
        <a:p>
          <a:endParaRPr lang="pt-BR"/>
        </a:p>
      </dgm:t>
    </dgm:pt>
    <dgm:pt modelId="{0E697EB7-C9A0-4358-8846-3C70B811C2CB}" type="sibTrans" cxnId="{C8E0CCFB-8DE0-464D-8B77-AEB99E294059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7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5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5"/>
      <dgm:spPr/>
    </dgm:pt>
    <dgm:pt modelId="{1AE3AE86-6140-492A-A11F-E9F65F76A19E}" type="pres">
      <dgm:prSet presAssocID="{9E543093-51AF-482F-A54F-41BA2B290BE8}" presName="hierChild4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B71F6333-D23C-4EC2-9267-E9A3826C993D}" type="pres">
      <dgm:prSet presAssocID="{5AC1D850-6AE5-4AB4-956F-DCCF850FE0A3}" presName="Name37" presStyleLbl="parChTrans1D2" presStyleIdx="1" presStyleCnt="7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1" presStyleCnt="5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1" presStyleCnt="5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0" presStyleCnt="5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0" presStyleCnt="5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0" presStyleCnt="5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2" presStyleCnt="7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2" presStyleCnt="5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2" presStyleCnt="5"/>
      <dgm:spPr/>
    </dgm:pt>
    <dgm:pt modelId="{E474A6EE-A417-44C1-A518-D891C508A90A}" type="pres">
      <dgm:prSet presAssocID="{1A95DD40-0793-4AFF-A9DD-159E3D55C96B}" presName="hierChild4" presStyleCnt="0"/>
      <dgm:spPr/>
    </dgm:pt>
    <dgm:pt modelId="{D468B746-B119-48FD-9B4D-B8D1B9C8E07D}" type="pres">
      <dgm:prSet presAssocID="{6DB59B34-7211-454E-8F04-1C2382C948E3}" presName="Name37" presStyleLbl="parChTrans1D3" presStyleIdx="1" presStyleCnt="5"/>
      <dgm:spPr/>
    </dgm:pt>
    <dgm:pt modelId="{CD8B14C4-1921-4F4E-A2A4-837C5316353A}" type="pres">
      <dgm:prSet presAssocID="{2BCEA942-5AAB-4743-A4D1-40EA018DC71B}" presName="hierRoot2" presStyleCnt="0">
        <dgm:presLayoutVars>
          <dgm:hierBranch val="init"/>
        </dgm:presLayoutVars>
      </dgm:prSet>
      <dgm:spPr/>
    </dgm:pt>
    <dgm:pt modelId="{ED2B58DA-76EC-4BFA-B6FE-0B84C64F1E90}" type="pres">
      <dgm:prSet presAssocID="{2BCEA942-5AAB-4743-A4D1-40EA018DC71B}" presName="rootComposite" presStyleCnt="0"/>
      <dgm:spPr/>
    </dgm:pt>
    <dgm:pt modelId="{7F22CF24-6E5A-4004-A608-319907C7B9FE}" type="pres">
      <dgm:prSet presAssocID="{2BCEA942-5AAB-4743-A4D1-40EA018DC71B}" presName="rootText" presStyleLbl="node3" presStyleIdx="1" presStyleCnt="5">
        <dgm:presLayoutVars>
          <dgm:chPref val="3"/>
        </dgm:presLayoutVars>
      </dgm:prSet>
      <dgm:spPr/>
    </dgm:pt>
    <dgm:pt modelId="{DA4A900A-1202-45EE-9B4C-20AD82200A4D}" type="pres">
      <dgm:prSet presAssocID="{2BCEA942-5AAB-4743-A4D1-40EA018DC71B}" presName="rootConnector" presStyleLbl="node3" presStyleIdx="1" presStyleCnt="5"/>
      <dgm:spPr/>
    </dgm:pt>
    <dgm:pt modelId="{ACA5A29F-1D0E-47E3-83F4-F1CA05E05ADE}" type="pres">
      <dgm:prSet presAssocID="{2BCEA942-5AAB-4743-A4D1-40EA018DC71B}" presName="hierChild4" presStyleCnt="0"/>
      <dgm:spPr/>
    </dgm:pt>
    <dgm:pt modelId="{2310B2EB-E015-4102-A35E-C8134A95B561}" type="pres">
      <dgm:prSet presAssocID="{2BCEA942-5AAB-4743-A4D1-40EA018DC71B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3" presStyleCnt="7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3" presStyleCnt="5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3" presStyleCnt="5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2" presStyleCnt="5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2" presStyleCnt="5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2" presStyleCnt="5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4" presStyleCnt="7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4" presStyleCnt="5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4" presStyleCnt="5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3" presStyleCnt="5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3" presStyleCnt="5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3" presStyleCnt="5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4" presStyleCnt="5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4" presStyleCnt="5" custLinFactNeighborY="-19075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4" presStyleCnt="5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5B3D4C7F-1B99-4F85-8256-B73DE370BCAB}" type="pres">
      <dgm:prSet presAssocID="{651F4A9E-EF2F-424D-BAD1-BA659A969B52}" presName="Name111" presStyleLbl="parChTrans1D2" presStyleIdx="5" presStyleCnt="7"/>
      <dgm:spPr/>
    </dgm:pt>
    <dgm:pt modelId="{FD0C171B-7B2D-4C7E-B42D-4AC3F55247C6}" type="pres">
      <dgm:prSet presAssocID="{06CC0191-A443-4571-A885-214178DD430D}" presName="hierRoot3" presStyleCnt="0">
        <dgm:presLayoutVars>
          <dgm:hierBranch val="init"/>
        </dgm:presLayoutVars>
      </dgm:prSet>
      <dgm:spPr/>
    </dgm:pt>
    <dgm:pt modelId="{754349F4-835C-4AFC-89A6-62F00E986AC1}" type="pres">
      <dgm:prSet presAssocID="{06CC0191-A443-4571-A885-214178DD430D}" presName="rootComposite3" presStyleCnt="0"/>
      <dgm:spPr/>
    </dgm:pt>
    <dgm:pt modelId="{0BE72CD8-3083-4BAC-B8FC-38B07B460F4E}" type="pres">
      <dgm:prSet presAssocID="{06CC0191-A443-4571-A885-214178DD430D}" presName="rootText3" presStyleLbl="asst1" presStyleIdx="0" presStyleCnt="2" custScaleX="139635">
        <dgm:presLayoutVars>
          <dgm:chPref val="3"/>
        </dgm:presLayoutVars>
      </dgm:prSet>
      <dgm:spPr/>
    </dgm:pt>
    <dgm:pt modelId="{CB6EF43B-0D7C-4266-BFB6-A51165390FC3}" type="pres">
      <dgm:prSet presAssocID="{06CC0191-A443-4571-A885-214178DD430D}" presName="rootConnector3" presStyleLbl="asst1" presStyleIdx="0" presStyleCnt="2"/>
      <dgm:spPr/>
    </dgm:pt>
    <dgm:pt modelId="{060AC0A5-03C6-490A-A253-2507885730E9}" type="pres">
      <dgm:prSet presAssocID="{06CC0191-A443-4571-A885-214178DD430D}" presName="hierChild6" presStyleCnt="0"/>
      <dgm:spPr/>
    </dgm:pt>
    <dgm:pt modelId="{B4C50EA4-553D-4B79-A136-63AA5C10F97E}" type="pres">
      <dgm:prSet presAssocID="{06CC0191-A443-4571-A885-214178DD430D}" presName="hierChild7" presStyleCnt="0"/>
      <dgm:spPr/>
    </dgm:pt>
    <dgm:pt modelId="{BF6CFF8A-56E3-4C7F-ACED-07616F5FAC20}" type="pres">
      <dgm:prSet presAssocID="{CC7991EA-ECD9-47CE-A52F-BFAEDA7700F9}" presName="Name111" presStyleLbl="parChTrans1D2" presStyleIdx="6" presStyleCnt="7"/>
      <dgm:spPr/>
    </dgm:pt>
    <dgm:pt modelId="{CDD0A7BF-71E2-4469-979B-92AD43C057A0}" type="pres">
      <dgm:prSet presAssocID="{23CC3E7B-8BFD-41C1-B825-8578BC072F7C}" presName="hierRoot3" presStyleCnt="0">
        <dgm:presLayoutVars>
          <dgm:hierBranch val="init"/>
        </dgm:presLayoutVars>
      </dgm:prSet>
      <dgm:spPr/>
    </dgm:pt>
    <dgm:pt modelId="{8F1F7EA1-6D70-4FCA-95A8-8C96B9350FDF}" type="pres">
      <dgm:prSet presAssocID="{23CC3E7B-8BFD-41C1-B825-8578BC072F7C}" presName="rootComposite3" presStyleCnt="0"/>
      <dgm:spPr/>
    </dgm:pt>
    <dgm:pt modelId="{2C4455EC-F222-499D-98BD-E8680D3D6ACB}" type="pres">
      <dgm:prSet presAssocID="{23CC3E7B-8BFD-41C1-B825-8578BC072F7C}" presName="rootText3" presStyleLbl="asst1" presStyleIdx="1" presStyleCnt="2" custScaleX="136224">
        <dgm:presLayoutVars>
          <dgm:chPref val="3"/>
        </dgm:presLayoutVars>
      </dgm:prSet>
      <dgm:spPr/>
    </dgm:pt>
    <dgm:pt modelId="{84AF1A96-7F57-46F9-8465-A65F87B17AB3}" type="pres">
      <dgm:prSet presAssocID="{23CC3E7B-8BFD-41C1-B825-8578BC072F7C}" presName="rootConnector3" presStyleLbl="asst1" presStyleIdx="1" presStyleCnt="2"/>
      <dgm:spPr/>
    </dgm:pt>
    <dgm:pt modelId="{B7097FFB-A21E-4399-BD89-4CCD000A64BF}" type="pres">
      <dgm:prSet presAssocID="{23CC3E7B-8BFD-41C1-B825-8578BC072F7C}" presName="hierChild6" presStyleCnt="0"/>
      <dgm:spPr/>
    </dgm:pt>
    <dgm:pt modelId="{58783834-E51B-43C6-B4C4-679FBA9A4478}" type="pres">
      <dgm:prSet presAssocID="{23CC3E7B-8BFD-41C1-B825-8578BC072F7C}" presName="hierChild7" presStyleCnt="0"/>
      <dgm:spPr/>
    </dgm:pt>
  </dgm:ptLst>
  <dgm:cxnLst>
    <dgm:cxn modelId="{63811601-F8EA-4A29-AF82-39139EA074DD}" type="presOf" srcId="{6DB59B34-7211-454E-8F04-1C2382C948E3}" destId="{D468B746-B119-48FD-9B4D-B8D1B9C8E07D}" srcOrd="0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FACBA927-B2A6-4EBF-8DF1-69087F1F86B9}" type="presOf" srcId="{23CC3E7B-8BFD-41C1-B825-8578BC072F7C}" destId="{2C4455EC-F222-499D-98BD-E8680D3D6ACB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5E1E652B-7C61-40AD-B248-2F38FBB500C5}" type="presOf" srcId="{CC7991EA-ECD9-47CE-A52F-BFAEDA7700F9}" destId="{BF6CFF8A-56E3-4C7F-ACED-07616F5FAC20}" srcOrd="0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3" destOrd="0" parTransId="{5AC1D850-6AE5-4AB4-956F-DCCF850FE0A3}" sibTransId="{780907FE-2876-4E95-AB0C-17F0421E1145}"/>
    <dgm:cxn modelId="{D41E9030-583E-4F4B-910D-854474158B14}" srcId="{BDA3E80D-83D1-43CB-89EA-5529CB9AAA78}" destId="{9E543093-51AF-482F-A54F-41BA2B290BE8}" srcOrd="2" destOrd="0" parTransId="{BB51628D-548F-4A3C-BB2F-7E4A08DB55D8}" sibTransId="{CB0671A9-1B01-4B90-8DE2-D4E874E7C8F0}"/>
    <dgm:cxn modelId="{D54E6E32-B0E9-458A-A4BD-456098E5ECD3}" srcId="{BDA3E80D-83D1-43CB-89EA-5529CB9AAA78}" destId="{897542E0-B2F5-4EE4-8EE3-85C4B385D779}" srcOrd="6" destOrd="0" parTransId="{B9002353-9289-432A-9056-1107332AFC5B}" sibTransId="{CA9930E5-FB80-4A01-A1CD-1E377103E439}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DA197769-4501-4D10-8397-57FDC2C6836D}" type="presOf" srcId="{06CC0191-A443-4571-A885-214178DD430D}" destId="{CB6EF43B-0D7C-4266-BFB6-A51165390FC3}" srcOrd="1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73EA6375-FB42-481F-8730-4E4EE54F84C4}" type="presOf" srcId="{23CC3E7B-8BFD-41C1-B825-8578BC072F7C}" destId="{84AF1A96-7F57-46F9-8465-A65F87B17AB3}" srcOrd="1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80697D5A-7AEA-4FDF-94C2-AD4E94C3EC30}" type="presOf" srcId="{651F4A9E-EF2F-424D-BAD1-BA659A969B52}" destId="{5B3D4C7F-1B99-4F85-8256-B73DE370BCAB}" srcOrd="0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5" destOrd="0" parTransId="{2705112C-0791-4250-B875-ED990730F6C5}" sibTransId="{1A6AB38F-66D1-4BA9-8AAD-B524F0DC4142}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F1940093-B40D-4F41-91C1-9CE9ACA86185}" type="presOf" srcId="{06CC0191-A443-4571-A885-214178DD430D}" destId="{0BE72CD8-3083-4BAC-B8FC-38B07B460F4E}" srcOrd="0" destOrd="0" presId="urn:microsoft.com/office/officeart/2005/8/layout/orgChart1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33FBB5DA-169D-4B7E-A759-0CB3F484D480}" srcId="{BDA3E80D-83D1-43CB-89EA-5529CB9AAA78}" destId="{23CC3E7B-8BFD-41C1-B825-8578BC072F7C}" srcOrd="1" destOrd="0" parTransId="{CC7991EA-ECD9-47CE-A52F-BFAEDA7700F9}" sibTransId="{2BD218D2-3761-4866-B7E0-84101D0065C8}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309990E3-38B5-4D6B-BB41-61BADE65F937}" type="presOf" srcId="{2BCEA942-5AAB-4743-A4D1-40EA018DC71B}" destId="{DA4A900A-1202-45EE-9B4C-20AD82200A4D}" srcOrd="1" destOrd="0" presId="urn:microsoft.com/office/officeart/2005/8/layout/orgChart1"/>
    <dgm:cxn modelId="{E6C805E6-80CD-4059-968B-B7DBF7BA4BDE}" srcId="{BDA3E80D-83D1-43CB-89EA-5529CB9AAA78}" destId="{06CC0191-A443-4571-A885-214178DD430D}" srcOrd="0" destOrd="0" parTransId="{651F4A9E-EF2F-424D-BAD1-BA659A969B52}" sibTransId="{B7ABB5D3-3DA7-47BA-8DD9-050FCF9F5223}"/>
    <dgm:cxn modelId="{9E1CA6E7-89CB-4A9B-99B9-9461893E5181}" srcId="{BDA3E80D-83D1-43CB-89EA-5529CB9AAA78}" destId="{1A95DD40-0793-4AFF-A9DD-159E3D55C96B}" srcOrd="4" destOrd="0" parTransId="{45DDB93D-9EFB-4128-A28A-2E2244F4E1C0}" sibTransId="{3D4DCA69-CF03-4958-8F2F-B72D1C4FD8FB}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C8E0CCFB-8DE0-464D-8B77-AEB99E294059}" srcId="{1A95DD40-0793-4AFF-A9DD-159E3D55C96B}" destId="{2BCEA942-5AAB-4743-A4D1-40EA018DC71B}" srcOrd="0" destOrd="0" parTransId="{6DB59B34-7211-454E-8F04-1C2382C948E3}" sibTransId="{0E697EB7-C9A0-4358-8846-3C70B811C2CB}"/>
    <dgm:cxn modelId="{E851C7FD-5006-455C-8826-24B3FE8ECB15}" type="presOf" srcId="{2BCEA942-5AAB-4743-A4D1-40EA018DC71B}" destId="{7F22CF24-6E5A-4004-A608-319907C7B9FE}" srcOrd="0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E3A2D788-4BDB-4306-8DE1-0F0BDFCFF675}" type="presParOf" srcId="{702F29B1-99E5-4896-B101-A66FF14B51F6}" destId="{B71F6333-D23C-4EC2-9267-E9A3826C993D}" srcOrd="2" destOrd="0" presId="urn:microsoft.com/office/officeart/2005/8/layout/orgChart1"/>
    <dgm:cxn modelId="{7086632C-5806-4DE1-B9A3-82289A55AEA4}" type="presParOf" srcId="{702F29B1-99E5-4896-B101-A66FF14B51F6}" destId="{51990EDA-0367-4D88-990E-8597E6563A36}" srcOrd="3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4" destOrd="0" presId="urn:microsoft.com/office/officeart/2005/8/layout/orgChart1"/>
    <dgm:cxn modelId="{B214A4F8-103A-482B-8524-CCED292D7BE6}" type="presParOf" srcId="{702F29B1-99E5-4896-B101-A66FF14B51F6}" destId="{FF08BDA0-A682-4884-9E7F-74783F6F0578}" srcOrd="5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34D10E5E-98DE-4B61-A434-842061DE3FA0}" type="presParOf" srcId="{E474A6EE-A417-44C1-A518-D891C508A90A}" destId="{D468B746-B119-48FD-9B4D-B8D1B9C8E07D}" srcOrd="0" destOrd="0" presId="urn:microsoft.com/office/officeart/2005/8/layout/orgChart1"/>
    <dgm:cxn modelId="{18D93C02-3A63-42C2-B9F7-86D26C211A7B}" type="presParOf" srcId="{E474A6EE-A417-44C1-A518-D891C508A90A}" destId="{CD8B14C4-1921-4F4E-A2A4-837C5316353A}" srcOrd="1" destOrd="0" presId="urn:microsoft.com/office/officeart/2005/8/layout/orgChart1"/>
    <dgm:cxn modelId="{8D493AC6-4100-4E45-9434-044F70535EB8}" type="presParOf" srcId="{CD8B14C4-1921-4F4E-A2A4-837C5316353A}" destId="{ED2B58DA-76EC-4BFA-B6FE-0B84C64F1E90}" srcOrd="0" destOrd="0" presId="urn:microsoft.com/office/officeart/2005/8/layout/orgChart1"/>
    <dgm:cxn modelId="{6FF9D36C-4523-457D-837A-722BE6E902D3}" type="presParOf" srcId="{ED2B58DA-76EC-4BFA-B6FE-0B84C64F1E90}" destId="{7F22CF24-6E5A-4004-A608-319907C7B9FE}" srcOrd="0" destOrd="0" presId="urn:microsoft.com/office/officeart/2005/8/layout/orgChart1"/>
    <dgm:cxn modelId="{7AC2C8C2-A5E5-4D17-9EEA-B5C884959525}" type="presParOf" srcId="{ED2B58DA-76EC-4BFA-B6FE-0B84C64F1E90}" destId="{DA4A900A-1202-45EE-9B4C-20AD82200A4D}" srcOrd="1" destOrd="0" presId="urn:microsoft.com/office/officeart/2005/8/layout/orgChart1"/>
    <dgm:cxn modelId="{1A82D8B7-BBB9-479B-873C-5011BBE29537}" type="presParOf" srcId="{CD8B14C4-1921-4F4E-A2A4-837C5316353A}" destId="{ACA5A29F-1D0E-47E3-83F4-F1CA05E05ADE}" srcOrd="1" destOrd="0" presId="urn:microsoft.com/office/officeart/2005/8/layout/orgChart1"/>
    <dgm:cxn modelId="{BEBD0EAA-CDEF-4C12-BB2E-3C295CA5B6B7}" type="presParOf" srcId="{CD8B14C4-1921-4F4E-A2A4-837C5316353A}" destId="{2310B2EB-E015-4102-A35E-C8134A95B561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5D185199-4449-4FC4-A417-ADDB32F0F1FA}" type="presParOf" srcId="{702F29B1-99E5-4896-B101-A66FF14B51F6}" destId="{203CECAF-4583-4381-A15F-0B63A7CD1DC8}" srcOrd="6" destOrd="0" presId="urn:microsoft.com/office/officeart/2005/8/layout/orgChart1"/>
    <dgm:cxn modelId="{93B7AB06-19F1-4685-82BF-A131907775F0}" type="presParOf" srcId="{702F29B1-99E5-4896-B101-A66FF14B51F6}" destId="{8AA23E7D-C409-4F33-A40C-76801715EDE1}" srcOrd="7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8" destOrd="0" presId="urn:microsoft.com/office/officeart/2005/8/layout/orgChart1"/>
    <dgm:cxn modelId="{CEFAC0D3-EBEA-4792-B0A5-20C33C1BF7FE}" type="presParOf" srcId="{702F29B1-99E5-4896-B101-A66FF14B51F6}" destId="{5A9F857C-6022-4AF7-BE3C-4795AB9766EF}" srcOrd="9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78A9B138-1E21-4794-B606-DD20067FBFA6}" type="presParOf" srcId="{F688486B-8119-4C85-A9EF-A98B394E5AAD}" destId="{5B3D4C7F-1B99-4F85-8256-B73DE370BCAB}" srcOrd="0" destOrd="0" presId="urn:microsoft.com/office/officeart/2005/8/layout/orgChart1"/>
    <dgm:cxn modelId="{AEEE6123-1134-43FC-A876-F461AB436856}" type="presParOf" srcId="{F688486B-8119-4C85-A9EF-A98B394E5AAD}" destId="{FD0C171B-7B2D-4C7E-B42D-4AC3F55247C6}" srcOrd="1" destOrd="0" presId="urn:microsoft.com/office/officeart/2005/8/layout/orgChart1"/>
    <dgm:cxn modelId="{E97A0B60-BDA6-4475-8A0E-229641EFF6DB}" type="presParOf" srcId="{FD0C171B-7B2D-4C7E-B42D-4AC3F55247C6}" destId="{754349F4-835C-4AFC-89A6-62F00E986AC1}" srcOrd="0" destOrd="0" presId="urn:microsoft.com/office/officeart/2005/8/layout/orgChart1"/>
    <dgm:cxn modelId="{B70DC556-6A12-41B0-AC2A-B7ED3F8DEE29}" type="presParOf" srcId="{754349F4-835C-4AFC-89A6-62F00E986AC1}" destId="{0BE72CD8-3083-4BAC-B8FC-38B07B460F4E}" srcOrd="0" destOrd="0" presId="urn:microsoft.com/office/officeart/2005/8/layout/orgChart1"/>
    <dgm:cxn modelId="{D550444F-BCB9-4D68-86A5-EC2527B061C0}" type="presParOf" srcId="{754349F4-835C-4AFC-89A6-62F00E986AC1}" destId="{CB6EF43B-0D7C-4266-BFB6-A51165390FC3}" srcOrd="1" destOrd="0" presId="urn:microsoft.com/office/officeart/2005/8/layout/orgChart1"/>
    <dgm:cxn modelId="{E693921A-0093-4CD5-B744-AD991319C756}" type="presParOf" srcId="{FD0C171B-7B2D-4C7E-B42D-4AC3F55247C6}" destId="{060AC0A5-03C6-490A-A253-2507885730E9}" srcOrd="1" destOrd="0" presId="urn:microsoft.com/office/officeart/2005/8/layout/orgChart1"/>
    <dgm:cxn modelId="{2285B466-57EA-4272-900C-53DC00FBEC79}" type="presParOf" srcId="{FD0C171B-7B2D-4C7E-B42D-4AC3F55247C6}" destId="{B4C50EA4-553D-4B79-A136-63AA5C10F97E}" srcOrd="2" destOrd="0" presId="urn:microsoft.com/office/officeart/2005/8/layout/orgChart1"/>
    <dgm:cxn modelId="{18A9A947-A329-4B02-9AFC-EF95478BF3C6}" type="presParOf" srcId="{F688486B-8119-4C85-A9EF-A98B394E5AAD}" destId="{BF6CFF8A-56E3-4C7F-ACED-07616F5FAC20}" srcOrd="2" destOrd="0" presId="urn:microsoft.com/office/officeart/2005/8/layout/orgChart1"/>
    <dgm:cxn modelId="{38531875-84C1-4823-87C9-189C7D603BA0}" type="presParOf" srcId="{F688486B-8119-4C85-A9EF-A98B394E5AAD}" destId="{CDD0A7BF-71E2-4469-979B-92AD43C057A0}" srcOrd="3" destOrd="0" presId="urn:microsoft.com/office/officeart/2005/8/layout/orgChart1"/>
    <dgm:cxn modelId="{B924CE35-D2F4-4D69-9233-6884887BD885}" type="presParOf" srcId="{CDD0A7BF-71E2-4469-979B-92AD43C057A0}" destId="{8F1F7EA1-6D70-4FCA-95A8-8C96B9350FDF}" srcOrd="0" destOrd="0" presId="urn:microsoft.com/office/officeart/2005/8/layout/orgChart1"/>
    <dgm:cxn modelId="{54933BBD-977B-4F31-AFAA-501771EF6072}" type="presParOf" srcId="{8F1F7EA1-6D70-4FCA-95A8-8C96B9350FDF}" destId="{2C4455EC-F222-499D-98BD-E8680D3D6ACB}" srcOrd="0" destOrd="0" presId="urn:microsoft.com/office/officeart/2005/8/layout/orgChart1"/>
    <dgm:cxn modelId="{8CC8FE06-3AE8-43CA-A7C9-4D71A4086EAB}" type="presParOf" srcId="{8F1F7EA1-6D70-4FCA-95A8-8C96B9350FDF}" destId="{84AF1A96-7F57-46F9-8465-A65F87B17AB3}" srcOrd="1" destOrd="0" presId="urn:microsoft.com/office/officeart/2005/8/layout/orgChart1"/>
    <dgm:cxn modelId="{4411B8B5-A9EB-4DAD-9F5E-5FA85814D554}" type="presParOf" srcId="{CDD0A7BF-71E2-4469-979B-92AD43C057A0}" destId="{B7097FFB-A21E-4399-BD89-4CCD000A64BF}" srcOrd="1" destOrd="0" presId="urn:microsoft.com/office/officeart/2005/8/layout/orgChart1"/>
    <dgm:cxn modelId="{6B4BFF85-BA24-480C-B54F-E52484E034CE}" type="presParOf" srcId="{CDD0A7BF-71E2-4469-979B-92AD43C057A0}" destId="{58783834-E51B-43C6-B4C4-679FBA9A447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E7E87267-63CA-4466-994F-ECF2C18E198B}" type="presOf" srcId="{6EFD46BC-4157-4ED9-9F22-DD6D15644859}" destId="{0C0998CA-DE98-461C-8719-00BC32AFA4EA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ASSISTÊNCIA E DESENVOLVIMENTO SOCIAL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/>
      <dgm:spPr/>
      <dgm:t>
        <a:bodyPr/>
        <a:lstStyle/>
        <a:p>
          <a:r>
            <a:rPr lang="pt-BR" dirty="0"/>
            <a:t>Divisão de Proteção Social Básica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de Proteção Social Especial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24B5B830-1763-45BE-ACDB-5A4D9C7D822C}">
      <dgm:prSet/>
      <dgm:spPr/>
      <dgm:t>
        <a:bodyPr/>
        <a:lstStyle/>
        <a:p>
          <a:r>
            <a:rPr lang="pt-BR" dirty="0"/>
            <a:t>Setor de CRAS I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E5AEA43F-25C9-4387-B383-04F0775BFE30}" type="asst">
      <dgm:prSet/>
      <dgm:spPr/>
      <dgm:t>
        <a:bodyPr/>
        <a:lstStyle/>
        <a:p>
          <a:r>
            <a:rPr lang="pt-BR" dirty="0"/>
            <a:t>FUNDO MUNICIPAL DOS DIREITOS DA CRIANÇA E DO ADOLESCENTE</a:t>
          </a:r>
        </a:p>
      </dgm:t>
    </dgm:pt>
    <dgm:pt modelId="{8E0DC5EC-21E0-4782-8FBD-618C8BE3264A}" type="parTrans" cxnId="{0BA7E6C0-1040-4D81-B489-F8ECAD98A951}">
      <dgm:prSet/>
      <dgm:spPr/>
      <dgm:t>
        <a:bodyPr/>
        <a:lstStyle/>
        <a:p>
          <a:endParaRPr lang="pt-BR"/>
        </a:p>
      </dgm:t>
    </dgm:pt>
    <dgm:pt modelId="{8DB57107-7FC2-4B97-955F-C2BAAA609FFC}" type="sibTrans" cxnId="{0BA7E6C0-1040-4D81-B489-F8ECAD98A951}">
      <dgm:prSet/>
      <dgm:spPr/>
      <dgm:t>
        <a:bodyPr/>
        <a:lstStyle/>
        <a:p>
          <a:endParaRPr lang="pt-BR"/>
        </a:p>
      </dgm:t>
    </dgm:pt>
    <dgm:pt modelId="{F93FE123-64C2-48E7-BB7C-78C89C6C6BF9}">
      <dgm:prSet/>
      <dgm:spPr/>
      <dgm:t>
        <a:bodyPr/>
        <a:lstStyle/>
        <a:p>
          <a:r>
            <a:rPr lang="pt-BR" dirty="0"/>
            <a:t>Divisão de Interesse Habitacional, Regularização Fundiária e Melhorias Habitacionais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Vigilância Socioassistencial, Cadastro Único e Gestão do </a:t>
          </a:r>
          <a:r>
            <a:rPr lang="pt-BR" dirty="0" err="1"/>
            <a:t>Conecta+Olímpia</a:t>
          </a:r>
          <a:endParaRPr lang="pt-BR" dirty="0"/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Captação de Recursos e Fomento ao Terceiro Setor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7564F4A0-8D16-490D-907E-8ED95FA1220B}">
      <dgm:prSet/>
      <dgm:spPr/>
      <dgm:t>
        <a:bodyPr/>
        <a:lstStyle/>
        <a:p>
          <a:r>
            <a:rPr lang="pt-BR" dirty="0"/>
            <a:t>Setor do Programa Criança Feliz</a:t>
          </a:r>
        </a:p>
      </dgm:t>
    </dgm:pt>
    <dgm:pt modelId="{B4DEEB40-0DA0-47EA-9B1F-565BB0D4F122}" type="parTrans" cxnId="{493C2DF5-4A9D-420A-9ECE-774B7C4587C0}">
      <dgm:prSet/>
      <dgm:spPr/>
      <dgm:t>
        <a:bodyPr/>
        <a:lstStyle/>
        <a:p>
          <a:endParaRPr lang="pt-BR"/>
        </a:p>
      </dgm:t>
    </dgm:pt>
    <dgm:pt modelId="{8FB8FCB9-AE6D-4EC3-8269-A2B3ACF857EA}" type="sibTrans" cxnId="{493C2DF5-4A9D-420A-9ECE-774B7C4587C0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Monitoramento e Avaliação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F554F3ED-509F-434E-9414-96A5C7204449}">
      <dgm:prSet/>
      <dgm:spPr/>
      <dgm:t>
        <a:bodyPr/>
        <a:lstStyle/>
        <a:p>
          <a:r>
            <a:rPr lang="pt-BR" dirty="0"/>
            <a:t>Setor de Planejamento e Programas Habitacionais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BFCFECDB-0D03-4D40-96E1-9E8D98F00E51}">
      <dgm:prSet/>
      <dgm:spPr/>
      <dgm:t>
        <a:bodyPr/>
        <a:lstStyle/>
        <a:p>
          <a:r>
            <a:rPr lang="pt-BR" dirty="0"/>
            <a:t>Setor de CREAS</a:t>
          </a:r>
        </a:p>
      </dgm:t>
    </dgm:pt>
    <dgm:pt modelId="{30FBFD4E-B423-441F-8DC7-EBAF8BBB37A8}" type="parTrans" cxnId="{E46F69D3-5901-4AC7-ADD8-ED1D3BE49BF6}">
      <dgm:prSet/>
      <dgm:spPr/>
      <dgm:t>
        <a:bodyPr/>
        <a:lstStyle/>
        <a:p>
          <a:endParaRPr lang="pt-BR"/>
        </a:p>
      </dgm:t>
    </dgm:pt>
    <dgm:pt modelId="{EFEF05ED-8D5D-45F3-B14B-35A69A465B7F}" type="sibTrans" cxnId="{E46F69D3-5901-4AC7-ADD8-ED1D3BE49BF6}">
      <dgm:prSet/>
      <dgm:spPr/>
      <dgm:t>
        <a:bodyPr/>
        <a:lstStyle/>
        <a:p>
          <a:endParaRPr lang="pt-BR"/>
        </a:p>
      </dgm:t>
    </dgm:pt>
    <dgm:pt modelId="{C0097EAE-4ECF-4AE7-8B34-385CEFF443E7}">
      <dgm:prSet/>
      <dgm:spPr/>
      <dgm:t>
        <a:bodyPr/>
        <a:lstStyle/>
        <a:p>
          <a:r>
            <a:rPr lang="pt-BR" dirty="0"/>
            <a:t>Divisão de Gestão Administrativa e Financiamento do SUAS</a:t>
          </a:r>
        </a:p>
      </dgm:t>
    </dgm:pt>
    <dgm:pt modelId="{D158D6B4-7118-43A6-86FD-75159616443B}" type="parTrans" cxnId="{90CD7D2A-7206-4C0E-AE10-E879F2134A3A}">
      <dgm:prSet/>
      <dgm:spPr/>
      <dgm:t>
        <a:bodyPr/>
        <a:lstStyle/>
        <a:p>
          <a:endParaRPr lang="pt-BR"/>
        </a:p>
      </dgm:t>
    </dgm:pt>
    <dgm:pt modelId="{20BC808E-C701-4D96-842A-CE07314F1C31}" type="sibTrans" cxnId="{90CD7D2A-7206-4C0E-AE10-E879F2134A3A}">
      <dgm:prSet/>
      <dgm:spPr/>
      <dgm:t>
        <a:bodyPr/>
        <a:lstStyle/>
        <a:p>
          <a:endParaRPr lang="pt-BR"/>
        </a:p>
      </dgm:t>
    </dgm:pt>
    <dgm:pt modelId="{9F815110-A104-4BDF-8B52-D1AB9128758C}">
      <dgm:prSet/>
      <dgm:spPr/>
      <dgm:t>
        <a:bodyPr/>
        <a:lstStyle/>
        <a:p>
          <a:r>
            <a:rPr lang="pt-BR" dirty="0"/>
            <a:t>Setor de Gerenciamento, Controle e Concessão de Benefícios Eventuais</a:t>
          </a:r>
        </a:p>
      </dgm:t>
    </dgm:pt>
    <dgm:pt modelId="{D41DD8D8-2ED5-4025-8979-39A5068CE873}" type="parTrans" cxnId="{16ACB038-C692-482D-AD1D-F2084981451D}">
      <dgm:prSet/>
      <dgm:spPr/>
      <dgm:t>
        <a:bodyPr/>
        <a:lstStyle/>
        <a:p>
          <a:endParaRPr lang="pt-BR"/>
        </a:p>
      </dgm:t>
    </dgm:pt>
    <dgm:pt modelId="{0F176E7D-D795-4940-95A6-5BDA7E47DC90}" type="sibTrans" cxnId="{16ACB038-C692-482D-AD1D-F2084981451D}">
      <dgm:prSet/>
      <dgm:spPr/>
      <dgm:t>
        <a:bodyPr/>
        <a:lstStyle/>
        <a:p>
          <a:endParaRPr lang="pt-BR"/>
        </a:p>
      </dgm:t>
    </dgm:pt>
    <dgm:pt modelId="{E579EA11-FD92-4C3B-A828-C2FB78DED197}">
      <dgm:prSet/>
      <dgm:spPr/>
      <dgm:t>
        <a:bodyPr/>
        <a:lstStyle/>
        <a:p>
          <a:r>
            <a:rPr lang="pt-BR" dirty="0"/>
            <a:t>Setor de Compras e Controle de Estoque</a:t>
          </a:r>
        </a:p>
      </dgm:t>
    </dgm:pt>
    <dgm:pt modelId="{FF4616F5-15FC-4856-BB13-584398C1720F}" type="parTrans" cxnId="{3F020D9C-14A1-4E15-A911-EDD8576A2C35}">
      <dgm:prSet/>
      <dgm:spPr/>
      <dgm:t>
        <a:bodyPr/>
        <a:lstStyle/>
        <a:p>
          <a:endParaRPr lang="pt-BR"/>
        </a:p>
      </dgm:t>
    </dgm:pt>
    <dgm:pt modelId="{C0D73B06-884F-4789-A2FF-7327C7C03546}" type="sibTrans" cxnId="{3F020D9C-14A1-4E15-A911-EDD8576A2C35}">
      <dgm:prSet/>
      <dgm:spPr/>
      <dgm:t>
        <a:bodyPr/>
        <a:lstStyle/>
        <a:p>
          <a:endParaRPr lang="pt-BR"/>
        </a:p>
      </dgm:t>
    </dgm:pt>
    <dgm:pt modelId="{B46EB817-3DEB-4673-A129-18F47C73B58A}">
      <dgm:prSet/>
      <dgm:spPr/>
      <dgm:t>
        <a:bodyPr/>
        <a:lstStyle/>
        <a:p>
          <a:r>
            <a:rPr lang="pt-BR" dirty="0"/>
            <a:t>Setor de Gestão e Fomento do Terceiro Setor</a:t>
          </a:r>
        </a:p>
      </dgm:t>
    </dgm:pt>
    <dgm:pt modelId="{F249CC5B-F01A-4F2C-B130-27A4B96D00FE}" type="parTrans" cxnId="{BF1DE061-606E-474D-807E-853E0C37A90A}">
      <dgm:prSet/>
      <dgm:spPr/>
      <dgm:t>
        <a:bodyPr/>
        <a:lstStyle/>
        <a:p>
          <a:endParaRPr lang="pt-BR"/>
        </a:p>
      </dgm:t>
    </dgm:pt>
    <dgm:pt modelId="{BBC166EF-291E-450B-8F69-A49CB11115BC}" type="sibTrans" cxnId="{BF1DE061-606E-474D-807E-853E0C37A90A}">
      <dgm:prSet/>
      <dgm:spPr/>
      <dgm:t>
        <a:bodyPr/>
        <a:lstStyle/>
        <a:p>
          <a:endParaRPr lang="pt-BR"/>
        </a:p>
      </dgm:t>
    </dgm:pt>
    <dgm:pt modelId="{695043E8-9AD2-4555-AB06-48B2654BC727}" type="asst">
      <dgm:prSet/>
      <dgm:spPr/>
      <dgm:t>
        <a:bodyPr/>
        <a:lstStyle/>
        <a:p>
          <a:r>
            <a:rPr lang="pt-BR" dirty="0"/>
            <a:t>FUNDO MUNICIPAL DO IDOSO</a:t>
          </a:r>
        </a:p>
      </dgm:t>
    </dgm:pt>
    <dgm:pt modelId="{2F054A1B-E6E6-4B74-A940-872E92128DB3}" type="parTrans" cxnId="{E5DF7020-54BD-4D50-9FBA-F7CCDCCAAAB2}">
      <dgm:prSet/>
      <dgm:spPr/>
      <dgm:t>
        <a:bodyPr/>
        <a:lstStyle/>
        <a:p>
          <a:endParaRPr lang="pt-BR"/>
        </a:p>
      </dgm:t>
    </dgm:pt>
    <dgm:pt modelId="{3AA406F2-7EB3-46A0-975E-6E3D2BE29945}" type="sibTrans" cxnId="{E5DF7020-54BD-4D50-9FBA-F7CCDCCAAAB2}">
      <dgm:prSet/>
      <dgm:spPr/>
      <dgm:t>
        <a:bodyPr/>
        <a:lstStyle/>
        <a:p>
          <a:endParaRPr lang="pt-BR"/>
        </a:p>
      </dgm:t>
    </dgm:pt>
    <dgm:pt modelId="{84D82A26-8E85-4EDA-B48E-2EDB81E7DFB7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D3635D58-489E-4502-B5C1-586B1F82EEBF}" type="parTrans" cxnId="{CBD0C57B-67E5-482C-8C96-945823F9043C}">
      <dgm:prSet/>
      <dgm:spPr/>
      <dgm:t>
        <a:bodyPr/>
        <a:lstStyle/>
        <a:p>
          <a:endParaRPr lang="pt-BR"/>
        </a:p>
      </dgm:t>
    </dgm:pt>
    <dgm:pt modelId="{F5E588C6-2815-424C-8F9E-CBA28D510D91}" type="sibTrans" cxnId="{CBD0C57B-67E5-482C-8C96-945823F9043C}">
      <dgm:prSet/>
      <dgm:spPr/>
      <dgm:t>
        <a:bodyPr/>
        <a:lstStyle/>
        <a:p>
          <a:endParaRPr lang="pt-BR"/>
        </a:p>
      </dgm:t>
    </dgm:pt>
    <dgm:pt modelId="{2B58F338-D270-4DF5-84B2-9C8663B11B05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13BD5C45-2B93-4827-A6A0-0ED12C5BDC8B}" type="parTrans" cxnId="{E7F05E51-E6BA-46E8-94B7-8342C1C54816}">
      <dgm:prSet/>
      <dgm:spPr/>
      <dgm:t>
        <a:bodyPr/>
        <a:lstStyle/>
        <a:p>
          <a:endParaRPr lang="pt-BR"/>
        </a:p>
      </dgm:t>
    </dgm:pt>
    <dgm:pt modelId="{19B1F2E3-2B85-4380-93B6-7069D64E4106}" type="sibTrans" cxnId="{E7F05E51-E6BA-46E8-94B7-8342C1C54816}">
      <dgm:prSet/>
      <dgm:spPr/>
      <dgm:t>
        <a:bodyPr/>
        <a:lstStyle/>
        <a:p>
          <a:endParaRPr lang="pt-BR"/>
        </a:p>
      </dgm:t>
    </dgm:pt>
    <dgm:pt modelId="{AE5C2B58-1AAF-4480-B967-ACF1304F8EDF}">
      <dgm:prSet/>
      <dgm:spPr/>
      <dgm:t>
        <a:bodyPr/>
        <a:lstStyle/>
        <a:p>
          <a:r>
            <a:rPr lang="pt-BR" dirty="0"/>
            <a:t>Setor de CRAS II</a:t>
          </a:r>
        </a:p>
      </dgm:t>
    </dgm:pt>
    <dgm:pt modelId="{B2499B94-2DD4-4C90-9F94-EE01BA8D85CF}" type="parTrans" cxnId="{D0D0AD6D-4A3D-4362-A25E-1CE9F9619CC2}">
      <dgm:prSet/>
      <dgm:spPr/>
      <dgm:t>
        <a:bodyPr/>
        <a:lstStyle/>
        <a:p>
          <a:endParaRPr lang="pt-BR"/>
        </a:p>
      </dgm:t>
    </dgm:pt>
    <dgm:pt modelId="{1A59E3D6-EF0C-4396-8887-71103AE2814B}" type="sibTrans" cxnId="{D0D0AD6D-4A3D-4362-A25E-1CE9F9619CC2}">
      <dgm:prSet/>
      <dgm:spPr/>
      <dgm:t>
        <a:bodyPr/>
        <a:lstStyle/>
        <a:p>
          <a:endParaRPr lang="pt-BR"/>
        </a:p>
      </dgm:t>
    </dgm:pt>
    <dgm:pt modelId="{0B84678F-BD22-49A7-9636-44C98580AA5A}">
      <dgm:prSet/>
      <dgm:spPr/>
      <dgm:t>
        <a:bodyPr/>
        <a:lstStyle/>
        <a:p>
          <a:r>
            <a:rPr lang="pt-BR" dirty="0"/>
            <a:t>Setor de CRAS III</a:t>
          </a:r>
        </a:p>
      </dgm:t>
    </dgm:pt>
    <dgm:pt modelId="{8C275B7B-8087-4FD9-B68B-AAF7E2791FC7}" type="parTrans" cxnId="{01D1997A-642F-4037-A674-01CDD4B8FAE1}">
      <dgm:prSet/>
      <dgm:spPr/>
      <dgm:t>
        <a:bodyPr/>
        <a:lstStyle/>
        <a:p>
          <a:endParaRPr lang="pt-BR"/>
        </a:p>
      </dgm:t>
    </dgm:pt>
    <dgm:pt modelId="{3A24D8F9-1776-4337-A6F2-D275911BAC5C}" type="sibTrans" cxnId="{01D1997A-642F-4037-A674-01CDD4B8FAE1}">
      <dgm:prSet/>
      <dgm:spPr/>
      <dgm:t>
        <a:bodyPr/>
        <a:lstStyle/>
        <a:p>
          <a:endParaRPr lang="pt-BR"/>
        </a:p>
      </dgm:t>
    </dgm:pt>
    <dgm:pt modelId="{AA774142-741B-43FA-B00D-3C810594C1E9}">
      <dgm:prSet/>
      <dgm:spPr/>
      <dgm:t>
        <a:bodyPr/>
        <a:lstStyle/>
        <a:p>
          <a:r>
            <a:rPr lang="pt-BR" dirty="0"/>
            <a:t>Setor de Centro de Convivência do Idoso</a:t>
          </a:r>
        </a:p>
      </dgm:t>
    </dgm:pt>
    <dgm:pt modelId="{CF032673-B588-498D-AE27-FB22718C6355}" type="parTrans" cxnId="{C1CC7CBE-F2B5-40FC-8057-CC7BFB287303}">
      <dgm:prSet/>
      <dgm:spPr/>
      <dgm:t>
        <a:bodyPr/>
        <a:lstStyle/>
        <a:p>
          <a:endParaRPr lang="pt-BR"/>
        </a:p>
      </dgm:t>
    </dgm:pt>
    <dgm:pt modelId="{411850D3-8976-4EE0-8CFD-AA01E173BB39}" type="sibTrans" cxnId="{C1CC7CBE-F2B5-40FC-8057-CC7BFB287303}">
      <dgm:prSet/>
      <dgm:spPr/>
      <dgm:t>
        <a:bodyPr/>
        <a:lstStyle/>
        <a:p>
          <a:endParaRPr lang="pt-BR"/>
        </a:p>
      </dgm:t>
    </dgm:pt>
    <dgm:pt modelId="{2245550A-395B-4C9C-9E6D-C0DCC95A6D65}">
      <dgm:prSet/>
      <dgm:spPr/>
      <dgm:t>
        <a:bodyPr/>
        <a:lstStyle/>
        <a:p>
          <a:r>
            <a:rPr lang="pt-BR" dirty="0"/>
            <a:t>Setor Centro Dia do Idoso</a:t>
          </a:r>
        </a:p>
      </dgm:t>
    </dgm:pt>
    <dgm:pt modelId="{AC4E215F-E213-4222-B6B7-903057D7399E}" type="parTrans" cxnId="{F5856EDC-579A-4C46-8F82-D2C3875D27F4}">
      <dgm:prSet/>
      <dgm:spPr/>
      <dgm:t>
        <a:bodyPr/>
        <a:lstStyle/>
        <a:p>
          <a:endParaRPr lang="pt-BR"/>
        </a:p>
      </dgm:t>
    </dgm:pt>
    <dgm:pt modelId="{BAAA97EB-0478-4802-996A-BDC4149536A8}" type="sibTrans" cxnId="{F5856EDC-579A-4C46-8F82-D2C3875D27F4}">
      <dgm:prSet/>
      <dgm:spPr/>
      <dgm:t>
        <a:bodyPr/>
        <a:lstStyle/>
        <a:p>
          <a:endParaRPr lang="pt-BR"/>
        </a:p>
      </dgm:t>
    </dgm:pt>
    <dgm:pt modelId="{72185C91-FADF-4760-8F10-8424D37AA44C}">
      <dgm:prSet/>
      <dgm:spPr/>
      <dgm:t>
        <a:bodyPr/>
        <a:lstStyle/>
        <a:p>
          <a:r>
            <a:rPr lang="pt-BR" dirty="0"/>
            <a:t>Setor da Casa de Passagem</a:t>
          </a:r>
        </a:p>
      </dgm:t>
    </dgm:pt>
    <dgm:pt modelId="{9000E31C-3E5E-4F83-8D24-4CC61230B7F8}" type="parTrans" cxnId="{7D022E0A-022F-4E6A-92DE-94CA2B335D8D}">
      <dgm:prSet/>
      <dgm:spPr/>
      <dgm:t>
        <a:bodyPr/>
        <a:lstStyle/>
        <a:p>
          <a:endParaRPr lang="pt-BR"/>
        </a:p>
      </dgm:t>
    </dgm:pt>
    <dgm:pt modelId="{2776FBC1-DB30-431F-908A-4E3C655111D8}" type="sibTrans" cxnId="{7D022E0A-022F-4E6A-92DE-94CA2B335D8D}">
      <dgm:prSet/>
      <dgm:spPr/>
      <dgm:t>
        <a:bodyPr/>
        <a:lstStyle/>
        <a:p>
          <a:endParaRPr lang="pt-BR"/>
        </a:p>
      </dgm:t>
    </dgm:pt>
    <dgm:pt modelId="{70B9A5E8-5396-4930-B94B-C0DE808532AA}">
      <dgm:prSet/>
      <dgm:spPr/>
      <dgm:t>
        <a:bodyPr/>
        <a:lstStyle/>
        <a:p>
          <a:r>
            <a:rPr lang="pt-BR" dirty="0"/>
            <a:t>Setor de Acolhimento a Criança e Adolescente</a:t>
          </a:r>
        </a:p>
      </dgm:t>
    </dgm:pt>
    <dgm:pt modelId="{2B72F705-6DB0-4DCC-BE14-FA1F39C8E4D1}" type="parTrans" cxnId="{8E2C4F55-F4DA-4DE0-8B96-74FE23265FCC}">
      <dgm:prSet/>
      <dgm:spPr/>
      <dgm:t>
        <a:bodyPr/>
        <a:lstStyle/>
        <a:p>
          <a:endParaRPr lang="pt-BR"/>
        </a:p>
      </dgm:t>
    </dgm:pt>
    <dgm:pt modelId="{24C83AC2-F220-402B-9C07-415D6465B8DB}" type="sibTrans" cxnId="{8E2C4F55-F4DA-4DE0-8B96-74FE23265FCC}">
      <dgm:prSet/>
      <dgm:spPr/>
      <dgm:t>
        <a:bodyPr/>
        <a:lstStyle/>
        <a:p>
          <a:endParaRPr lang="pt-BR"/>
        </a:p>
      </dgm:t>
    </dgm:pt>
    <dgm:pt modelId="{E76E6A7B-308E-47EA-ABFE-F86E4C97B550}">
      <dgm:prSet/>
      <dgm:spPr/>
      <dgm:t>
        <a:bodyPr/>
        <a:lstStyle/>
        <a:p>
          <a:r>
            <a:rPr lang="pt-BR" dirty="0"/>
            <a:t>Setor do Programa Vida Longa</a:t>
          </a:r>
        </a:p>
      </dgm:t>
    </dgm:pt>
    <dgm:pt modelId="{4D637DA4-19C1-4F91-8BED-95EBB8FF39C1}" type="parTrans" cxnId="{015C74F9-00AA-4C78-A868-95BB9255B32D}">
      <dgm:prSet/>
      <dgm:spPr/>
      <dgm:t>
        <a:bodyPr/>
        <a:lstStyle/>
        <a:p>
          <a:endParaRPr lang="pt-BR"/>
        </a:p>
      </dgm:t>
    </dgm:pt>
    <dgm:pt modelId="{55A79575-20CA-4CDB-A543-2BC91343B197}" type="sibTrans" cxnId="{015C74F9-00AA-4C78-A868-95BB9255B32D}">
      <dgm:prSet/>
      <dgm:spPr/>
      <dgm:t>
        <a:bodyPr/>
        <a:lstStyle/>
        <a:p>
          <a:endParaRPr lang="pt-BR"/>
        </a:p>
      </dgm:t>
    </dgm:pt>
    <dgm:pt modelId="{3FFEB4F0-F082-4773-A923-82A0230D4CA1}">
      <dgm:prSet/>
      <dgm:spPr/>
      <dgm:t>
        <a:bodyPr/>
        <a:lstStyle/>
        <a:p>
          <a:r>
            <a:rPr lang="pt-BR" dirty="0"/>
            <a:t>Setor de Prestação de Contas e Controle Orçamentário</a:t>
          </a:r>
        </a:p>
      </dgm:t>
    </dgm:pt>
    <dgm:pt modelId="{A4B72FEB-9C35-415C-B107-B13D4CD9FAB6}" type="parTrans" cxnId="{47B5FA65-0EF7-4A79-A51D-B3E37AB5F76F}">
      <dgm:prSet/>
      <dgm:spPr/>
      <dgm:t>
        <a:bodyPr/>
        <a:lstStyle/>
        <a:p>
          <a:endParaRPr lang="pt-BR"/>
        </a:p>
      </dgm:t>
    </dgm:pt>
    <dgm:pt modelId="{4E710102-A225-426E-8C18-DE7272CD277B}" type="sibTrans" cxnId="{47B5FA65-0EF7-4A79-A51D-B3E37AB5F76F}">
      <dgm:prSet/>
      <dgm:spPr/>
      <dgm:t>
        <a:bodyPr/>
        <a:lstStyle/>
        <a:p>
          <a:endParaRPr lang="pt-BR"/>
        </a:p>
      </dgm:t>
    </dgm:pt>
    <dgm:pt modelId="{9204C252-D147-45AC-90AB-AAD71853A651}">
      <dgm:prSet/>
      <dgm:spPr/>
      <dgm:t>
        <a:bodyPr/>
        <a:lstStyle/>
        <a:p>
          <a:r>
            <a:rPr lang="pt-BR" dirty="0"/>
            <a:t>Setor de Gestão Executiva dos Conselhos</a:t>
          </a:r>
        </a:p>
      </dgm:t>
    </dgm:pt>
    <dgm:pt modelId="{B35D940B-D0E0-4EB5-AD12-01F88CA4F254}" type="parTrans" cxnId="{E3F7B8CD-CD1D-407C-8A55-AA8934A114CD}">
      <dgm:prSet/>
      <dgm:spPr/>
      <dgm:t>
        <a:bodyPr/>
        <a:lstStyle/>
        <a:p>
          <a:endParaRPr lang="pt-BR"/>
        </a:p>
      </dgm:t>
    </dgm:pt>
    <dgm:pt modelId="{61C27F35-0C21-4AE2-A940-2375E140B1FB}" type="sibTrans" cxnId="{E3F7B8CD-CD1D-407C-8A55-AA8934A114CD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401563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B71F6333-D23C-4EC2-9267-E9A3826C993D}" type="pres">
      <dgm:prSet presAssocID="{5AC1D850-6AE5-4AB4-956F-DCCF850FE0A3}" presName="Name37" presStyleLbl="parChTrans1D2" presStyleIdx="0" presStyleCnt="10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0" presStyleCnt="6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0" presStyleCnt="6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0" presStyleCnt="17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0" presStyleCnt="17" custLinFactNeighborY="-12859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0" presStyleCnt="17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89A0424C-E4E7-4486-AC32-B75506ED8E28}" type="pres">
      <dgm:prSet presAssocID="{B2499B94-2DD4-4C90-9F94-EE01BA8D85CF}" presName="Name37" presStyleLbl="parChTrans1D3" presStyleIdx="1" presStyleCnt="17"/>
      <dgm:spPr/>
    </dgm:pt>
    <dgm:pt modelId="{FD6950E5-924D-4338-926E-1EDEAA6C1C0A}" type="pres">
      <dgm:prSet presAssocID="{AE5C2B58-1AAF-4480-B967-ACF1304F8EDF}" presName="hierRoot2" presStyleCnt="0">
        <dgm:presLayoutVars>
          <dgm:hierBranch val="init"/>
        </dgm:presLayoutVars>
      </dgm:prSet>
      <dgm:spPr/>
    </dgm:pt>
    <dgm:pt modelId="{3C2DCB88-77CB-4649-8AA5-1A5F93781FEF}" type="pres">
      <dgm:prSet presAssocID="{AE5C2B58-1AAF-4480-B967-ACF1304F8EDF}" presName="rootComposite" presStyleCnt="0"/>
      <dgm:spPr/>
    </dgm:pt>
    <dgm:pt modelId="{6B15C351-BF00-4233-9327-5699E6027A74}" type="pres">
      <dgm:prSet presAssocID="{AE5C2B58-1AAF-4480-B967-ACF1304F8EDF}" presName="rootText" presStyleLbl="node3" presStyleIdx="1" presStyleCnt="17" custLinFactNeighborY="-23881">
        <dgm:presLayoutVars>
          <dgm:chPref val="3"/>
        </dgm:presLayoutVars>
      </dgm:prSet>
      <dgm:spPr/>
    </dgm:pt>
    <dgm:pt modelId="{99A10533-662D-45AB-81A8-8614D513DA08}" type="pres">
      <dgm:prSet presAssocID="{AE5C2B58-1AAF-4480-B967-ACF1304F8EDF}" presName="rootConnector" presStyleLbl="node3" presStyleIdx="1" presStyleCnt="17"/>
      <dgm:spPr/>
    </dgm:pt>
    <dgm:pt modelId="{C5B7C0D0-8BD0-48C0-B447-7AC17AA95BA7}" type="pres">
      <dgm:prSet presAssocID="{AE5C2B58-1AAF-4480-B967-ACF1304F8EDF}" presName="hierChild4" presStyleCnt="0"/>
      <dgm:spPr/>
    </dgm:pt>
    <dgm:pt modelId="{C5242F16-99C1-4A11-BDAD-C677D79CE136}" type="pres">
      <dgm:prSet presAssocID="{AE5C2B58-1AAF-4480-B967-ACF1304F8EDF}" presName="hierChild5" presStyleCnt="0"/>
      <dgm:spPr/>
    </dgm:pt>
    <dgm:pt modelId="{F1713110-ED7F-4673-839C-02D5FE06DA01}" type="pres">
      <dgm:prSet presAssocID="{8C275B7B-8087-4FD9-B68B-AAF7E2791FC7}" presName="Name37" presStyleLbl="parChTrans1D3" presStyleIdx="2" presStyleCnt="17"/>
      <dgm:spPr/>
    </dgm:pt>
    <dgm:pt modelId="{CC35644D-8465-40F5-AA1F-528CF0324343}" type="pres">
      <dgm:prSet presAssocID="{0B84678F-BD22-49A7-9636-44C98580AA5A}" presName="hierRoot2" presStyleCnt="0">
        <dgm:presLayoutVars>
          <dgm:hierBranch val="init"/>
        </dgm:presLayoutVars>
      </dgm:prSet>
      <dgm:spPr/>
    </dgm:pt>
    <dgm:pt modelId="{CDB3BC45-A66B-4A80-9296-50B2F6662420}" type="pres">
      <dgm:prSet presAssocID="{0B84678F-BD22-49A7-9636-44C98580AA5A}" presName="rootComposite" presStyleCnt="0"/>
      <dgm:spPr/>
    </dgm:pt>
    <dgm:pt modelId="{62C4B71D-10E8-4333-9B9F-B4B147ED74FA}" type="pres">
      <dgm:prSet presAssocID="{0B84678F-BD22-49A7-9636-44C98580AA5A}" presName="rootText" presStyleLbl="node3" presStyleIdx="2" presStyleCnt="17" custLinFactNeighborY="-34903">
        <dgm:presLayoutVars>
          <dgm:chPref val="3"/>
        </dgm:presLayoutVars>
      </dgm:prSet>
      <dgm:spPr/>
    </dgm:pt>
    <dgm:pt modelId="{67E61E49-AC4C-4D5D-B7AF-B0FCB5FF958C}" type="pres">
      <dgm:prSet presAssocID="{0B84678F-BD22-49A7-9636-44C98580AA5A}" presName="rootConnector" presStyleLbl="node3" presStyleIdx="2" presStyleCnt="17"/>
      <dgm:spPr/>
    </dgm:pt>
    <dgm:pt modelId="{442BA2AC-1E4D-4163-8D51-D5F64291FCE7}" type="pres">
      <dgm:prSet presAssocID="{0B84678F-BD22-49A7-9636-44C98580AA5A}" presName="hierChild4" presStyleCnt="0"/>
      <dgm:spPr/>
    </dgm:pt>
    <dgm:pt modelId="{30FA0D4A-553B-462F-B227-52ABEEA16716}" type="pres">
      <dgm:prSet presAssocID="{0B84678F-BD22-49A7-9636-44C98580AA5A}" presName="hierChild5" presStyleCnt="0"/>
      <dgm:spPr/>
    </dgm:pt>
    <dgm:pt modelId="{86C7A989-0BF3-4D96-BBB7-8070B035F86D}" type="pres">
      <dgm:prSet presAssocID="{CF032673-B588-498D-AE27-FB22718C6355}" presName="Name37" presStyleLbl="parChTrans1D3" presStyleIdx="3" presStyleCnt="17"/>
      <dgm:spPr/>
    </dgm:pt>
    <dgm:pt modelId="{BCA412C3-C8EA-44A6-BE97-2973EBDA1A8F}" type="pres">
      <dgm:prSet presAssocID="{AA774142-741B-43FA-B00D-3C810594C1E9}" presName="hierRoot2" presStyleCnt="0">
        <dgm:presLayoutVars>
          <dgm:hierBranch val="init"/>
        </dgm:presLayoutVars>
      </dgm:prSet>
      <dgm:spPr/>
    </dgm:pt>
    <dgm:pt modelId="{9123CDDB-53FA-4764-987B-F650DA2A19F1}" type="pres">
      <dgm:prSet presAssocID="{AA774142-741B-43FA-B00D-3C810594C1E9}" presName="rootComposite" presStyleCnt="0"/>
      <dgm:spPr/>
    </dgm:pt>
    <dgm:pt modelId="{0513151C-C0A5-468B-AA3C-59A71CA04498}" type="pres">
      <dgm:prSet presAssocID="{AA774142-741B-43FA-B00D-3C810594C1E9}" presName="rootText" presStyleLbl="node3" presStyleIdx="3" presStyleCnt="17" custLinFactNeighborY="-44088">
        <dgm:presLayoutVars>
          <dgm:chPref val="3"/>
        </dgm:presLayoutVars>
      </dgm:prSet>
      <dgm:spPr/>
    </dgm:pt>
    <dgm:pt modelId="{8A3CCB8F-8F1F-4FDE-B271-0B1495A2DEE4}" type="pres">
      <dgm:prSet presAssocID="{AA774142-741B-43FA-B00D-3C810594C1E9}" presName="rootConnector" presStyleLbl="node3" presStyleIdx="3" presStyleCnt="17"/>
      <dgm:spPr/>
    </dgm:pt>
    <dgm:pt modelId="{9400F6EE-A2AC-435D-98CD-DECAFB38FE84}" type="pres">
      <dgm:prSet presAssocID="{AA774142-741B-43FA-B00D-3C810594C1E9}" presName="hierChild4" presStyleCnt="0"/>
      <dgm:spPr/>
    </dgm:pt>
    <dgm:pt modelId="{D7685322-A80B-4BA4-B612-88D6979E99B8}" type="pres">
      <dgm:prSet presAssocID="{AA774142-741B-43FA-B00D-3C810594C1E9}" presName="hierChild5" presStyleCnt="0"/>
      <dgm:spPr/>
    </dgm:pt>
    <dgm:pt modelId="{84BF238D-CEF7-4D57-9B28-4A590B241548}" type="pres">
      <dgm:prSet presAssocID="{B4DEEB40-0DA0-47EA-9B1F-565BB0D4F122}" presName="Name37" presStyleLbl="parChTrans1D3" presStyleIdx="4" presStyleCnt="17"/>
      <dgm:spPr/>
    </dgm:pt>
    <dgm:pt modelId="{BBC72B8F-9FD7-4418-9146-B2D21A8CE588}" type="pres">
      <dgm:prSet presAssocID="{7564F4A0-8D16-490D-907E-8ED95FA1220B}" presName="hierRoot2" presStyleCnt="0">
        <dgm:presLayoutVars>
          <dgm:hierBranch val="init"/>
        </dgm:presLayoutVars>
      </dgm:prSet>
      <dgm:spPr/>
    </dgm:pt>
    <dgm:pt modelId="{FD5A1B3B-68AB-4724-A690-17C8E18A28C8}" type="pres">
      <dgm:prSet presAssocID="{7564F4A0-8D16-490D-907E-8ED95FA1220B}" presName="rootComposite" presStyleCnt="0"/>
      <dgm:spPr/>
    </dgm:pt>
    <dgm:pt modelId="{5DB3D4AA-09BF-4D9E-AAC4-C4A221E771D8}" type="pres">
      <dgm:prSet presAssocID="{7564F4A0-8D16-490D-907E-8ED95FA1220B}" presName="rootText" presStyleLbl="node3" presStyleIdx="4" presStyleCnt="17" custLinFactNeighborY="-51436">
        <dgm:presLayoutVars>
          <dgm:chPref val="3"/>
        </dgm:presLayoutVars>
      </dgm:prSet>
      <dgm:spPr/>
    </dgm:pt>
    <dgm:pt modelId="{62289886-03F6-4FB4-9DEF-38ED189E144E}" type="pres">
      <dgm:prSet presAssocID="{7564F4A0-8D16-490D-907E-8ED95FA1220B}" presName="rootConnector" presStyleLbl="node3" presStyleIdx="4" presStyleCnt="17"/>
      <dgm:spPr/>
    </dgm:pt>
    <dgm:pt modelId="{4A0F7B82-905F-4048-BAD9-79AD1B90478C}" type="pres">
      <dgm:prSet presAssocID="{7564F4A0-8D16-490D-907E-8ED95FA1220B}" presName="hierChild4" presStyleCnt="0"/>
      <dgm:spPr/>
    </dgm:pt>
    <dgm:pt modelId="{24E666AE-2AC9-4DDC-A09F-DBBEB0801F1E}" type="pres">
      <dgm:prSet presAssocID="{7564F4A0-8D16-490D-907E-8ED95FA1220B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1" presStyleCnt="10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1" presStyleCnt="6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1" presStyleCnt="6"/>
      <dgm:spPr/>
    </dgm:pt>
    <dgm:pt modelId="{E474A6EE-A417-44C1-A518-D891C508A90A}" type="pres">
      <dgm:prSet presAssocID="{1A95DD40-0793-4AFF-A9DD-159E3D55C96B}" presName="hierChild4" presStyleCnt="0"/>
      <dgm:spPr/>
    </dgm:pt>
    <dgm:pt modelId="{564AAD20-3DFB-471B-A4E2-3B3E6D6D9925}" type="pres">
      <dgm:prSet presAssocID="{30FBFD4E-B423-441F-8DC7-EBAF8BBB37A8}" presName="Name37" presStyleLbl="parChTrans1D3" presStyleIdx="5" presStyleCnt="17"/>
      <dgm:spPr/>
    </dgm:pt>
    <dgm:pt modelId="{C70CD639-9056-464F-983E-344C03BD0EE4}" type="pres">
      <dgm:prSet presAssocID="{BFCFECDB-0D03-4D40-96E1-9E8D98F00E51}" presName="hierRoot2" presStyleCnt="0">
        <dgm:presLayoutVars>
          <dgm:hierBranch val="init"/>
        </dgm:presLayoutVars>
      </dgm:prSet>
      <dgm:spPr/>
    </dgm:pt>
    <dgm:pt modelId="{6B0A456E-98FB-45D3-B176-B98DA1B6EF94}" type="pres">
      <dgm:prSet presAssocID="{BFCFECDB-0D03-4D40-96E1-9E8D98F00E51}" presName="rootComposite" presStyleCnt="0"/>
      <dgm:spPr/>
    </dgm:pt>
    <dgm:pt modelId="{7AC1A9AD-63BE-4F6A-AD34-21DC5D91E076}" type="pres">
      <dgm:prSet presAssocID="{BFCFECDB-0D03-4D40-96E1-9E8D98F00E51}" presName="rootText" presStyleLbl="node3" presStyleIdx="5" presStyleCnt="17" custLinFactNeighborY="-12859">
        <dgm:presLayoutVars>
          <dgm:chPref val="3"/>
        </dgm:presLayoutVars>
      </dgm:prSet>
      <dgm:spPr/>
    </dgm:pt>
    <dgm:pt modelId="{9854E649-F997-476F-984E-9E35D73EE9AB}" type="pres">
      <dgm:prSet presAssocID="{BFCFECDB-0D03-4D40-96E1-9E8D98F00E51}" presName="rootConnector" presStyleLbl="node3" presStyleIdx="5" presStyleCnt="17"/>
      <dgm:spPr/>
    </dgm:pt>
    <dgm:pt modelId="{D90814B9-5D90-4799-BD79-B99ED19FAFE2}" type="pres">
      <dgm:prSet presAssocID="{BFCFECDB-0D03-4D40-96E1-9E8D98F00E51}" presName="hierChild4" presStyleCnt="0"/>
      <dgm:spPr/>
    </dgm:pt>
    <dgm:pt modelId="{9FAF3B3B-2391-4B5B-AACF-9D50BB0363FF}" type="pres">
      <dgm:prSet presAssocID="{BFCFECDB-0D03-4D40-96E1-9E8D98F00E51}" presName="hierChild5" presStyleCnt="0"/>
      <dgm:spPr/>
    </dgm:pt>
    <dgm:pt modelId="{FF1A6D1B-EF5D-4A3A-B9E6-7AE1F38E0D54}" type="pres">
      <dgm:prSet presAssocID="{AC4E215F-E213-4222-B6B7-903057D7399E}" presName="Name37" presStyleLbl="parChTrans1D3" presStyleIdx="6" presStyleCnt="17"/>
      <dgm:spPr/>
    </dgm:pt>
    <dgm:pt modelId="{FD26CFBF-5FF1-49BE-90AF-740974F7B7E1}" type="pres">
      <dgm:prSet presAssocID="{2245550A-395B-4C9C-9E6D-C0DCC95A6D65}" presName="hierRoot2" presStyleCnt="0">
        <dgm:presLayoutVars>
          <dgm:hierBranch val="init"/>
        </dgm:presLayoutVars>
      </dgm:prSet>
      <dgm:spPr/>
    </dgm:pt>
    <dgm:pt modelId="{5F0913EC-549F-4DB5-8715-A1CF40384054}" type="pres">
      <dgm:prSet presAssocID="{2245550A-395B-4C9C-9E6D-C0DCC95A6D65}" presName="rootComposite" presStyleCnt="0"/>
      <dgm:spPr/>
    </dgm:pt>
    <dgm:pt modelId="{2D629E85-ED54-466A-8FD3-968FE68BEAA8}" type="pres">
      <dgm:prSet presAssocID="{2245550A-395B-4C9C-9E6D-C0DCC95A6D65}" presName="rootText" presStyleLbl="node3" presStyleIdx="6" presStyleCnt="17" custLinFactNeighborY="-23881">
        <dgm:presLayoutVars>
          <dgm:chPref val="3"/>
        </dgm:presLayoutVars>
      </dgm:prSet>
      <dgm:spPr/>
    </dgm:pt>
    <dgm:pt modelId="{783AF7A5-C2A2-45E7-AB19-088940B88634}" type="pres">
      <dgm:prSet presAssocID="{2245550A-395B-4C9C-9E6D-C0DCC95A6D65}" presName="rootConnector" presStyleLbl="node3" presStyleIdx="6" presStyleCnt="17"/>
      <dgm:spPr/>
    </dgm:pt>
    <dgm:pt modelId="{58C333C8-8DBC-4C1C-9A51-5725E7B1B43A}" type="pres">
      <dgm:prSet presAssocID="{2245550A-395B-4C9C-9E6D-C0DCC95A6D65}" presName="hierChild4" presStyleCnt="0"/>
      <dgm:spPr/>
    </dgm:pt>
    <dgm:pt modelId="{FFDD1560-DBB1-4DFD-B7D7-63B521271B0C}" type="pres">
      <dgm:prSet presAssocID="{2245550A-395B-4C9C-9E6D-C0DCC95A6D65}" presName="hierChild5" presStyleCnt="0"/>
      <dgm:spPr/>
    </dgm:pt>
    <dgm:pt modelId="{4B0071ED-93D7-4E1D-A351-5438D6CE089B}" type="pres">
      <dgm:prSet presAssocID="{9000E31C-3E5E-4F83-8D24-4CC61230B7F8}" presName="Name37" presStyleLbl="parChTrans1D3" presStyleIdx="7" presStyleCnt="17"/>
      <dgm:spPr/>
    </dgm:pt>
    <dgm:pt modelId="{98E96D92-4046-4DDA-8FBC-8165127A8473}" type="pres">
      <dgm:prSet presAssocID="{72185C91-FADF-4760-8F10-8424D37AA44C}" presName="hierRoot2" presStyleCnt="0">
        <dgm:presLayoutVars>
          <dgm:hierBranch val="init"/>
        </dgm:presLayoutVars>
      </dgm:prSet>
      <dgm:spPr/>
    </dgm:pt>
    <dgm:pt modelId="{CB5D6C8B-5DBA-45A5-BDF4-FB660980CCD0}" type="pres">
      <dgm:prSet presAssocID="{72185C91-FADF-4760-8F10-8424D37AA44C}" presName="rootComposite" presStyleCnt="0"/>
      <dgm:spPr/>
    </dgm:pt>
    <dgm:pt modelId="{1D5585A2-0B1F-45BC-96AB-CF2091102565}" type="pres">
      <dgm:prSet presAssocID="{72185C91-FADF-4760-8F10-8424D37AA44C}" presName="rootText" presStyleLbl="node3" presStyleIdx="7" presStyleCnt="17" custLinFactNeighborY="-34903">
        <dgm:presLayoutVars>
          <dgm:chPref val="3"/>
        </dgm:presLayoutVars>
      </dgm:prSet>
      <dgm:spPr/>
    </dgm:pt>
    <dgm:pt modelId="{14A29141-A0C5-42AC-ACB7-63F00171AF59}" type="pres">
      <dgm:prSet presAssocID="{72185C91-FADF-4760-8F10-8424D37AA44C}" presName="rootConnector" presStyleLbl="node3" presStyleIdx="7" presStyleCnt="17"/>
      <dgm:spPr/>
    </dgm:pt>
    <dgm:pt modelId="{096B01F9-E82E-43DC-A47F-D60A273C0C7D}" type="pres">
      <dgm:prSet presAssocID="{72185C91-FADF-4760-8F10-8424D37AA44C}" presName="hierChild4" presStyleCnt="0"/>
      <dgm:spPr/>
    </dgm:pt>
    <dgm:pt modelId="{5E53BC37-2B09-4A33-BA3C-694055495601}" type="pres">
      <dgm:prSet presAssocID="{72185C91-FADF-4760-8F10-8424D37AA44C}" presName="hierChild5" presStyleCnt="0"/>
      <dgm:spPr/>
    </dgm:pt>
    <dgm:pt modelId="{4B8033E4-F31E-4E0B-AB06-0B41E9A9F4F3}" type="pres">
      <dgm:prSet presAssocID="{2B72F705-6DB0-4DCC-BE14-FA1F39C8E4D1}" presName="Name37" presStyleLbl="parChTrans1D3" presStyleIdx="8" presStyleCnt="17"/>
      <dgm:spPr/>
    </dgm:pt>
    <dgm:pt modelId="{DCDC9BB3-7B8D-4795-8C57-A0F432B3ACDD}" type="pres">
      <dgm:prSet presAssocID="{70B9A5E8-5396-4930-B94B-C0DE808532AA}" presName="hierRoot2" presStyleCnt="0">
        <dgm:presLayoutVars>
          <dgm:hierBranch val="init"/>
        </dgm:presLayoutVars>
      </dgm:prSet>
      <dgm:spPr/>
    </dgm:pt>
    <dgm:pt modelId="{569F9E0F-9B28-445B-95E7-F82591827726}" type="pres">
      <dgm:prSet presAssocID="{70B9A5E8-5396-4930-B94B-C0DE808532AA}" presName="rootComposite" presStyleCnt="0"/>
      <dgm:spPr/>
    </dgm:pt>
    <dgm:pt modelId="{23733974-8C2F-4892-B1B9-EC9F171741F1}" type="pres">
      <dgm:prSet presAssocID="{70B9A5E8-5396-4930-B94B-C0DE808532AA}" presName="rootText" presStyleLbl="node3" presStyleIdx="8" presStyleCnt="17" custLinFactNeighborY="-44088">
        <dgm:presLayoutVars>
          <dgm:chPref val="3"/>
        </dgm:presLayoutVars>
      </dgm:prSet>
      <dgm:spPr/>
    </dgm:pt>
    <dgm:pt modelId="{28375F71-6A8B-471F-B8D1-1A6D4934EE39}" type="pres">
      <dgm:prSet presAssocID="{70B9A5E8-5396-4930-B94B-C0DE808532AA}" presName="rootConnector" presStyleLbl="node3" presStyleIdx="8" presStyleCnt="17"/>
      <dgm:spPr/>
    </dgm:pt>
    <dgm:pt modelId="{720EB8C5-4B3D-48FA-96C2-4F7D0B2EF609}" type="pres">
      <dgm:prSet presAssocID="{70B9A5E8-5396-4930-B94B-C0DE808532AA}" presName="hierChild4" presStyleCnt="0"/>
      <dgm:spPr/>
    </dgm:pt>
    <dgm:pt modelId="{E05B9AF7-4FD2-4901-8C8D-BDFED29CB080}" type="pres">
      <dgm:prSet presAssocID="{70B9A5E8-5396-4930-B94B-C0DE808532AA}" presName="hierChild5" presStyleCnt="0"/>
      <dgm:spPr/>
    </dgm:pt>
    <dgm:pt modelId="{A0756734-86A9-46FF-8DE2-3A4BC3721C36}" type="pres">
      <dgm:prSet presAssocID="{4D637DA4-19C1-4F91-8BED-95EBB8FF39C1}" presName="Name37" presStyleLbl="parChTrans1D3" presStyleIdx="9" presStyleCnt="17"/>
      <dgm:spPr/>
    </dgm:pt>
    <dgm:pt modelId="{44D0C839-4C3B-4607-9F83-8FF048F9ACEE}" type="pres">
      <dgm:prSet presAssocID="{E76E6A7B-308E-47EA-ABFE-F86E4C97B550}" presName="hierRoot2" presStyleCnt="0">
        <dgm:presLayoutVars>
          <dgm:hierBranch val="init"/>
        </dgm:presLayoutVars>
      </dgm:prSet>
      <dgm:spPr/>
    </dgm:pt>
    <dgm:pt modelId="{EAE5D660-1E8C-4DD9-85D9-3680758884DD}" type="pres">
      <dgm:prSet presAssocID="{E76E6A7B-308E-47EA-ABFE-F86E4C97B550}" presName="rootComposite" presStyleCnt="0"/>
      <dgm:spPr/>
    </dgm:pt>
    <dgm:pt modelId="{E0102586-25C6-472F-B5EC-76E94036F815}" type="pres">
      <dgm:prSet presAssocID="{E76E6A7B-308E-47EA-ABFE-F86E4C97B550}" presName="rootText" presStyleLbl="node3" presStyleIdx="9" presStyleCnt="17" custLinFactNeighborY="-51436">
        <dgm:presLayoutVars>
          <dgm:chPref val="3"/>
        </dgm:presLayoutVars>
      </dgm:prSet>
      <dgm:spPr/>
    </dgm:pt>
    <dgm:pt modelId="{C0CF6DE9-6B52-4363-923B-A11791427903}" type="pres">
      <dgm:prSet presAssocID="{E76E6A7B-308E-47EA-ABFE-F86E4C97B550}" presName="rootConnector" presStyleLbl="node3" presStyleIdx="9" presStyleCnt="17"/>
      <dgm:spPr/>
    </dgm:pt>
    <dgm:pt modelId="{E05A4C10-D08F-43DF-896C-8549C82C915E}" type="pres">
      <dgm:prSet presAssocID="{E76E6A7B-308E-47EA-ABFE-F86E4C97B550}" presName="hierChild4" presStyleCnt="0"/>
      <dgm:spPr/>
    </dgm:pt>
    <dgm:pt modelId="{DFBAA8D7-D1CC-4C5C-A673-34FA29640050}" type="pres">
      <dgm:prSet presAssocID="{E76E6A7B-308E-47EA-ABFE-F86E4C97B550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2" presStyleCnt="10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2" presStyleCnt="6" custScaleX="131693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2" presStyleCnt="6"/>
      <dgm:spPr/>
    </dgm:pt>
    <dgm:pt modelId="{14671578-2E54-4AEE-AAD1-B1C890C0F542}" type="pres">
      <dgm:prSet presAssocID="{F93FE123-64C2-48E7-BB7C-78C89C6C6BF9}" presName="hierChild4" presStyleCnt="0"/>
      <dgm:spPr/>
    </dgm:pt>
    <dgm:pt modelId="{9BE1465B-C014-46BE-AA8A-69E4F7987327}" type="pres">
      <dgm:prSet presAssocID="{25962EFF-7E61-48E6-88D8-61D9DDBA6AD8}" presName="Name37" presStyleLbl="parChTrans1D3" presStyleIdx="10" presStyleCnt="17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10" presStyleCnt="17" custLinFactNeighborY="-12859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10" presStyleCnt="17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AB715F41-3DE8-4126-BC5C-7F6853A72E0A}" type="pres">
      <dgm:prSet presAssocID="{D158D6B4-7118-43A6-86FD-75159616443B}" presName="Name37" presStyleLbl="parChTrans1D2" presStyleIdx="3" presStyleCnt="10"/>
      <dgm:spPr/>
    </dgm:pt>
    <dgm:pt modelId="{D5D11E4C-07B5-4093-BC6B-5770C7AD2499}" type="pres">
      <dgm:prSet presAssocID="{C0097EAE-4ECF-4AE7-8B34-385CEFF443E7}" presName="hierRoot2" presStyleCnt="0">
        <dgm:presLayoutVars>
          <dgm:hierBranch val="init"/>
        </dgm:presLayoutVars>
      </dgm:prSet>
      <dgm:spPr/>
    </dgm:pt>
    <dgm:pt modelId="{71D25BD2-7A7C-4819-ADE8-416F100CB4CD}" type="pres">
      <dgm:prSet presAssocID="{C0097EAE-4ECF-4AE7-8B34-385CEFF443E7}" presName="rootComposite" presStyleCnt="0"/>
      <dgm:spPr/>
    </dgm:pt>
    <dgm:pt modelId="{681A5CA3-05E2-4FA8-B1D3-B69782D1B36B}" type="pres">
      <dgm:prSet presAssocID="{C0097EAE-4ECF-4AE7-8B34-385CEFF443E7}" presName="rootText" presStyleLbl="node2" presStyleIdx="3" presStyleCnt="6" custScaleX="114487">
        <dgm:presLayoutVars>
          <dgm:chPref val="3"/>
        </dgm:presLayoutVars>
      </dgm:prSet>
      <dgm:spPr/>
    </dgm:pt>
    <dgm:pt modelId="{FB5F7C60-D31E-41C4-AE6D-E1B387F5DA14}" type="pres">
      <dgm:prSet presAssocID="{C0097EAE-4ECF-4AE7-8B34-385CEFF443E7}" presName="rootConnector" presStyleLbl="node2" presStyleIdx="3" presStyleCnt="6"/>
      <dgm:spPr/>
    </dgm:pt>
    <dgm:pt modelId="{DCC11849-C4AC-4258-A558-82E9CEFC96B3}" type="pres">
      <dgm:prSet presAssocID="{C0097EAE-4ECF-4AE7-8B34-385CEFF443E7}" presName="hierChild4" presStyleCnt="0"/>
      <dgm:spPr/>
    </dgm:pt>
    <dgm:pt modelId="{BC8C04D1-9FBB-4568-8283-10EF3A0AEAD9}" type="pres">
      <dgm:prSet presAssocID="{FF4616F5-15FC-4856-BB13-584398C1720F}" presName="Name37" presStyleLbl="parChTrans1D3" presStyleIdx="11" presStyleCnt="17"/>
      <dgm:spPr/>
    </dgm:pt>
    <dgm:pt modelId="{E2BF5340-B1C4-4842-A819-791A386122CE}" type="pres">
      <dgm:prSet presAssocID="{E579EA11-FD92-4C3B-A828-C2FB78DED197}" presName="hierRoot2" presStyleCnt="0">
        <dgm:presLayoutVars>
          <dgm:hierBranch val="init"/>
        </dgm:presLayoutVars>
      </dgm:prSet>
      <dgm:spPr/>
    </dgm:pt>
    <dgm:pt modelId="{0FC9B8EC-8E65-42B0-B3FD-7B2727246DD2}" type="pres">
      <dgm:prSet presAssocID="{E579EA11-FD92-4C3B-A828-C2FB78DED197}" presName="rootComposite" presStyleCnt="0"/>
      <dgm:spPr/>
    </dgm:pt>
    <dgm:pt modelId="{7FFBAB03-A2CD-495E-8193-43C45052CDCC}" type="pres">
      <dgm:prSet presAssocID="{E579EA11-FD92-4C3B-A828-C2FB78DED197}" presName="rootText" presStyleLbl="node3" presStyleIdx="11" presStyleCnt="17" custLinFactNeighborY="-12859">
        <dgm:presLayoutVars>
          <dgm:chPref val="3"/>
        </dgm:presLayoutVars>
      </dgm:prSet>
      <dgm:spPr/>
    </dgm:pt>
    <dgm:pt modelId="{9D55ABE9-2DCF-4B03-B1F6-A07157D1CB9E}" type="pres">
      <dgm:prSet presAssocID="{E579EA11-FD92-4C3B-A828-C2FB78DED197}" presName="rootConnector" presStyleLbl="node3" presStyleIdx="11" presStyleCnt="17"/>
      <dgm:spPr/>
    </dgm:pt>
    <dgm:pt modelId="{3B6D63C7-BD03-485C-9BB1-0DF6B82D8C1B}" type="pres">
      <dgm:prSet presAssocID="{E579EA11-FD92-4C3B-A828-C2FB78DED197}" presName="hierChild4" presStyleCnt="0"/>
      <dgm:spPr/>
    </dgm:pt>
    <dgm:pt modelId="{72BA3E57-9FAD-4E2D-8B25-D69E8A98204E}" type="pres">
      <dgm:prSet presAssocID="{E579EA11-FD92-4C3B-A828-C2FB78DED197}" presName="hierChild5" presStyleCnt="0"/>
      <dgm:spPr/>
    </dgm:pt>
    <dgm:pt modelId="{0D306F92-7CED-4125-B5B3-6581D3E0F155}" type="pres">
      <dgm:prSet presAssocID="{A4B72FEB-9C35-415C-B107-B13D4CD9FAB6}" presName="Name37" presStyleLbl="parChTrans1D3" presStyleIdx="12" presStyleCnt="17"/>
      <dgm:spPr/>
    </dgm:pt>
    <dgm:pt modelId="{74639D13-FE60-4EEA-8E74-5702E03E6EFD}" type="pres">
      <dgm:prSet presAssocID="{3FFEB4F0-F082-4773-A923-82A0230D4CA1}" presName="hierRoot2" presStyleCnt="0">
        <dgm:presLayoutVars>
          <dgm:hierBranch val="init"/>
        </dgm:presLayoutVars>
      </dgm:prSet>
      <dgm:spPr/>
    </dgm:pt>
    <dgm:pt modelId="{82193AD2-DB48-4AD7-8AAD-5A5986D42D8A}" type="pres">
      <dgm:prSet presAssocID="{3FFEB4F0-F082-4773-A923-82A0230D4CA1}" presName="rootComposite" presStyleCnt="0"/>
      <dgm:spPr/>
    </dgm:pt>
    <dgm:pt modelId="{B2A2791D-DCBD-4922-9047-DB4CB23EE44D}" type="pres">
      <dgm:prSet presAssocID="{3FFEB4F0-F082-4773-A923-82A0230D4CA1}" presName="rootText" presStyleLbl="node3" presStyleIdx="12" presStyleCnt="17" custLinFactNeighborY="-23881">
        <dgm:presLayoutVars>
          <dgm:chPref val="3"/>
        </dgm:presLayoutVars>
      </dgm:prSet>
      <dgm:spPr/>
    </dgm:pt>
    <dgm:pt modelId="{B92ED44E-3E70-475F-B948-B484811DEE9E}" type="pres">
      <dgm:prSet presAssocID="{3FFEB4F0-F082-4773-A923-82A0230D4CA1}" presName="rootConnector" presStyleLbl="node3" presStyleIdx="12" presStyleCnt="17"/>
      <dgm:spPr/>
    </dgm:pt>
    <dgm:pt modelId="{72AA2BA3-F7E0-4421-840E-71ED8D338648}" type="pres">
      <dgm:prSet presAssocID="{3FFEB4F0-F082-4773-A923-82A0230D4CA1}" presName="hierChild4" presStyleCnt="0"/>
      <dgm:spPr/>
    </dgm:pt>
    <dgm:pt modelId="{37633E2E-A8B0-4EB5-A8A8-F59B1B9A86CD}" type="pres">
      <dgm:prSet presAssocID="{3FFEB4F0-F082-4773-A923-82A0230D4CA1}" presName="hierChild5" presStyleCnt="0"/>
      <dgm:spPr/>
    </dgm:pt>
    <dgm:pt modelId="{D05D2F54-0A81-4DE4-B100-7BD7A71AC1CF}" type="pres">
      <dgm:prSet presAssocID="{D41DD8D8-2ED5-4025-8979-39A5068CE873}" presName="Name37" presStyleLbl="parChTrans1D3" presStyleIdx="13" presStyleCnt="17"/>
      <dgm:spPr/>
    </dgm:pt>
    <dgm:pt modelId="{252B7DA7-8A0F-4AB5-9558-3341224C2E0E}" type="pres">
      <dgm:prSet presAssocID="{9F815110-A104-4BDF-8B52-D1AB9128758C}" presName="hierRoot2" presStyleCnt="0">
        <dgm:presLayoutVars>
          <dgm:hierBranch val="init"/>
        </dgm:presLayoutVars>
      </dgm:prSet>
      <dgm:spPr/>
    </dgm:pt>
    <dgm:pt modelId="{5CC4DEB6-BFDB-46B3-BEDE-42028558E6F9}" type="pres">
      <dgm:prSet presAssocID="{9F815110-A104-4BDF-8B52-D1AB9128758C}" presName="rootComposite" presStyleCnt="0"/>
      <dgm:spPr/>
    </dgm:pt>
    <dgm:pt modelId="{D24F3E52-356F-4C9F-8A51-DE2828461384}" type="pres">
      <dgm:prSet presAssocID="{9F815110-A104-4BDF-8B52-D1AB9128758C}" presName="rootText" presStyleLbl="node3" presStyleIdx="13" presStyleCnt="17" custLinFactNeighborY="-34903">
        <dgm:presLayoutVars>
          <dgm:chPref val="3"/>
        </dgm:presLayoutVars>
      </dgm:prSet>
      <dgm:spPr/>
    </dgm:pt>
    <dgm:pt modelId="{6A05F8FB-B7EC-4A69-9ADA-B4325DA2C47D}" type="pres">
      <dgm:prSet presAssocID="{9F815110-A104-4BDF-8B52-D1AB9128758C}" presName="rootConnector" presStyleLbl="node3" presStyleIdx="13" presStyleCnt="17"/>
      <dgm:spPr/>
    </dgm:pt>
    <dgm:pt modelId="{25EBDA97-813F-4D6B-BD7B-6C0FB6C6E2AA}" type="pres">
      <dgm:prSet presAssocID="{9F815110-A104-4BDF-8B52-D1AB9128758C}" presName="hierChild4" presStyleCnt="0"/>
      <dgm:spPr/>
    </dgm:pt>
    <dgm:pt modelId="{1533C48C-35E1-4156-8194-7796212C7011}" type="pres">
      <dgm:prSet presAssocID="{9F815110-A104-4BDF-8B52-D1AB9128758C}" presName="hierChild5" presStyleCnt="0"/>
      <dgm:spPr/>
    </dgm:pt>
    <dgm:pt modelId="{12E4547C-844C-4152-84C7-ABBEAABDE1B9}" type="pres">
      <dgm:prSet presAssocID="{C0097EAE-4ECF-4AE7-8B34-385CEFF443E7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4" presStyleCnt="10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4" presStyleCnt="6" custScaleX="120486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4" presStyleCnt="6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14" presStyleCnt="17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14" presStyleCnt="17" custLinFactNeighborY="-12859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14" presStyleCnt="17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85BCD03E-CE9A-4777-943A-BB334844FB21}" type="pres">
      <dgm:prSet presAssocID="{B35D940B-D0E0-4EB5-AD12-01F88CA4F254}" presName="Name37" presStyleLbl="parChTrans1D3" presStyleIdx="15" presStyleCnt="17"/>
      <dgm:spPr/>
    </dgm:pt>
    <dgm:pt modelId="{E5F60121-3FD8-4535-9CE4-684496CA9C06}" type="pres">
      <dgm:prSet presAssocID="{9204C252-D147-45AC-90AB-AAD71853A651}" presName="hierRoot2" presStyleCnt="0">
        <dgm:presLayoutVars>
          <dgm:hierBranch val="init"/>
        </dgm:presLayoutVars>
      </dgm:prSet>
      <dgm:spPr/>
    </dgm:pt>
    <dgm:pt modelId="{D2E4F928-F70A-4D9A-B990-960BFE97419C}" type="pres">
      <dgm:prSet presAssocID="{9204C252-D147-45AC-90AB-AAD71853A651}" presName="rootComposite" presStyleCnt="0"/>
      <dgm:spPr/>
    </dgm:pt>
    <dgm:pt modelId="{E34A4F39-2099-4BE1-8D80-1169B5BC6486}" type="pres">
      <dgm:prSet presAssocID="{9204C252-D147-45AC-90AB-AAD71853A651}" presName="rootText" presStyleLbl="node3" presStyleIdx="15" presStyleCnt="17" custLinFactNeighborY="-23881">
        <dgm:presLayoutVars>
          <dgm:chPref val="3"/>
        </dgm:presLayoutVars>
      </dgm:prSet>
      <dgm:spPr/>
    </dgm:pt>
    <dgm:pt modelId="{4DFB6D69-0397-4657-9A72-505943A04D92}" type="pres">
      <dgm:prSet presAssocID="{9204C252-D147-45AC-90AB-AAD71853A651}" presName="rootConnector" presStyleLbl="node3" presStyleIdx="15" presStyleCnt="17"/>
      <dgm:spPr/>
    </dgm:pt>
    <dgm:pt modelId="{A9A2F5E3-313A-490A-B3A4-362AD981A4D1}" type="pres">
      <dgm:prSet presAssocID="{9204C252-D147-45AC-90AB-AAD71853A651}" presName="hierChild4" presStyleCnt="0"/>
      <dgm:spPr/>
    </dgm:pt>
    <dgm:pt modelId="{2D273CE6-ECC7-4D61-841E-538705F6DE6A}" type="pres">
      <dgm:prSet presAssocID="{9204C252-D147-45AC-90AB-AAD71853A651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5" presStyleCnt="10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5" presStyleCnt="6" custScaleX="117487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5" presStyleCnt="6"/>
      <dgm:spPr/>
    </dgm:pt>
    <dgm:pt modelId="{A98ED857-9544-4D5D-BFA5-CE9AE5B76A55}" type="pres">
      <dgm:prSet presAssocID="{897542E0-B2F5-4EE4-8EE3-85C4B385D779}" presName="hierChild4" presStyleCnt="0"/>
      <dgm:spPr/>
    </dgm:pt>
    <dgm:pt modelId="{C55928B4-4046-449B-AB23-727FBCB1F9A7}" type="pres">
      <dgm:prSet presAssocID="{F249CC5B-F01A-4F2C-B130-27A4B96D00FE}" presName="Name37" presStyleLbl="parChTrans1D3" presStyleIdx="16" presStyleCnt="17"/>
      <dgm:spPr/>
    </dgm:pt>
    <dgm:pt modelId="{ADE24847-C15D-40AE-A756-CF24A7C91152}" type="pres">
      <dgm:prSet presAssocID="{B46EB817-3DEB-4673-A129-18F47C73B58A}" presName="hierRoot2" presStyleCnt="0">
        <dgm:presLayoutVars>
          <dgm:hierBranch val="init"/>
        </dgm:presLayoutVars>
      </dgm:prSet>
      <dgm:spPr/>
    </dgm:pt>
    <dgm:pt modelId="{ECCC86DC-899F-4C98-B95E-14B5D80C4D41}" type="pres">
      <dgm:prSet presAssocID="{B46EB817-3DEB-4673-A129-18F47C73B58A}" presName="rootComposite" presStyleCnt="0"/>
      <dgm:spPr/>
    </dgm:pt>
    <dgm:pt modelId="{77360030-3EE3-4B8B-9794-52CEFD178D66}" type="pres">
      <dgm:prSet presAssocID="{B46EB817-3DEB-4673-A129-18F47C73B58A}" presName="rootText" presStyleLbl="node3" presStyleIdx="16" presStyleCnt="17" custLinFactNeighborY="-12859">
        <dgm:presLayoutVars>
          <dgm:chPref val="3"/>
        </dgm:presLayoutVars>
      </dgm:prSet>
      <dgm:spPr/>
    </dgm:pt>
    <dgm:pt modelId="{F30BB026-BDBE-4970-A3CC-DD58B9AB9801}" type="pres">
      <dgm:prSet presAssocID="{B46EB817-3DEB-4673-A129-18F47C73B58A}" presName="rootConnector" presStyleLbl="node3" presStyleIdx="16" presStyleCnt="17"/>
      <dgm:spPr/>
    </dgm:pt>
    <dgm:pt modelId="{083C0538-8F87-4D9B-83DE-C2F5D829A6F6}" type="pres">
      <dgm:prSet presAssocID="{B46EB817-3DEB-4673-A129-18F47C73B58A}" presName="hierChild4" presStyleCnt="0"/>
      <dgm:spPr/>
    </dgm:pt>
    <dgm:pt modelId="{2ECA4D88-EB98-4B3E-8754-02ED553A5513}" type="pres">
      <dgm:prSet presAssocID="{B46EB817-3DEB-4673-A129-18F47C73B58A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E8D67F48-A4A3-48B7-931C-8BCBA0AA96D2}" type="pres">
      <dgm:prSet presAssocID="{8E0DC5EC-21E0-4782-8FBD-618C8BE3264A}" presName="Name111" presStyleLbl="parChTrans1D2" presStyleIdx="6" presStyleCnt="10"/>
      <dgm:spPr/>
    </dgm:pt>
    <dgm:pt modelId="{91DC58F7-F1AE-41CD-B7C5-3E1A8124A370}" type="pres">
      <dgm:prSet presAssocID="{E5AEA43F-25C9-4387-B383-04F0775BFE30}" presName="hierRoot3" presStyleCnt="0">
        <dgm:presLayoutVars>
          <dgm:hierBranch val="init"/>
        </dgm:presLayoutVars>
      </dgm:prSet>
      <dgm:spPr/>
    </dgm:pt>
    <dgm:pt modelId="{4FA6CF6D-EB03-4445-B027-168EF37880D1}" type="pres">
      <dgm:prSet presAssocID="{E5AEA43F-25C9-4387-B383-04F0775BFE30}" presName="rootComposite3" presStyleCnt="0"/>
      <dgm:spPr/>
    </dgm:pt>
    <dgm:pt modelId="{B18709FD-C961-458C-87D4-EEF58F63B5A8}" type="pres">
      <dgm:prSet presAssocID="{E5AEA43F-25C9-4387-B383-04F0775BFE30}" presName="rootText3" presStyleLbl="asst1" presStyleIdx="0" presStyleCnt="4" custScaleX="136224" custLinFactNeighborY="-1837">
        <dgm:presLayoutVars>
          <dgm:chPref val="3"/>
        </dgm:presLayoutVars>
      </dgm:prSet>
      <dgm:spPr/>
    </dgm:pt>
    <dgm:pt modelId="{576D463E-B9C0-4252-AAC7-E1D900247645}" type="pres">
      <dgm:prSet presAssocID="{E5AEA43F-25C9-4387-B383-04F0775BFE30}" presName="rootConnector3" presStyleLbl="asst1" presStyleIdx="0" presStyleCnt="4"/>
      <dgm:spPr/>
    </dgm:pt>
    <dgm:pt modelId="{EE97B4E4-F79B-47D8-A041-FB8CC1B9D30D}" type="pres">
      <dgm:prSet presAssocID="{E5AEA43F-25C9-4387-B383-04F0775BFE30}" presName="hierChild6" presStyleCnt="0"/>
      <dgm:spPr/>
    </dgm:pt>
    <dgm:pt modelId="{29DBBDF9-9028-450D-90A9-D62C02AD2901}" type="pres">
      <dgm:prSet presAssocID="{E5AEA43F-25C9-4387-B383-04F0775BFE30}" presName="hierChild7" presStyleCnt="0"/>
      <dgm:spPr/>
    </dgm:pt>
    <dgm:pt modelId="{E14CB157-309A-4C78-ABBD-AB23162D71E4}" type="pres">
      <dgm:prSet presAssocID="{2F054A1B-E6E6-4B74-A940-872E92128DB3}" presName="Name111" presStyleLbl="parChTrans1D2" presStyleIdx="7" presStyleCnt="10"/>
      <dgm:spPr/>
    </dgm:pt>
    <dgm:pt modelId="{FF2AEDAB-442B-40D6-A102-9246645845BA}" type="pres">
      <dgm:prSet presAssocID="{695043E8-9AD2-4555-AB06-48B2654BC727}" presName="hierRoot3" presStyleCnt="0">
        <dgm:presLayoutVars>
          <dgm:hierBranch val="init"/>
        </dgm:presLayoutVars>
      </dgm:prSet>
      <dgm:spPr/>
    </dgm:pt>
    <dgm:pt modelId="{D592A7A1-DECD-4004-AE1B-D3D45FE02EAF}" type="pres">
      <dgm:prSet presAssocID="{695043E8-9AD2-4555-AB06-48B2654BC727}" presName="rootComposite3" presStyleCnt="0"/>
      <dgm:spPr/>
    </dgm:pt>
    <dgm:pt modelId="{36E16054-AEB6-446D-9E04-82FE69958D95}" type="pres">
      <dgm:prSet presAssocID="{695043E8-9AD2-4555-AB06-48B2654BC727}" presName="rootText3" presStyleLbl="asst1" presStyleIdx="1" presStyleCnt="4" custScaleX="136224" custLinFactNeighborY="-1837">
        <dgm:presLayoutVars>
          <dgm:chPref val="3"/>
        </dgm:presLayoutVars>
      </dgm:prSet>
      <dgm:spPr/>
    </dgm:pt>
    <dgm:pt modelId="{35137DDB-A2C0-4772-A6AB-6F7AA8F35131}" type="pres">
      <dgm:prSet presAssocID="{695043E8-9AD2-4555-AB06-48B2654BC727}" presName="rootConnector3" presStyleLbl="asst1" presStyleIdx="1" presStyleCnt="4"/>
      <dgm:spPr/>
    </dgm:pt>
    <dgm:pt modelId="{F64D5A05-1D79-42EC-8603-FCD651B3826F}" type="pres">
      <dgm:prSet presAssocID="{695043E8-9AD2-4555-AB06-48B2654BC727}" presName="hierChild6" presStyleCnt="0"/>
      <dgm:spPr/>
    </dgm:pt>
    <dgm:pt modelId="{DCD2A392-5A6B-40F7-B341-7955CA07C5B3}" type="pres">
      <dgm:prSet presAssocID="{695043E8-9AD2-4555-AB06-48B2654BC727}" presName="hierChild7" presStyleCnt="0"/>
      <dgm:spPr/>
    </dgm:pt>
    <dgm:pt modelId="{D4880A11-5BD6-44AA-AB03-A4BB6926C22C}" type="pres">
      <dgm:prSet presAssocID="{D3635D58-489E-4502-B5C1-586B1F82EEBF}" presName="Name111" presStyleLbl="parChTrans1D2" presStyleIdx="8" presStyleCnt="10"/>
      <dgm:spPr/>
    </dgm:pt>
    <dgm:pt modelId="{BF818BCC-8C73-4FD6-A405-5339DA4BF416}" type="pres">
      <dgm:prSet presAssocID="{84D82A26-8E85-4EDA-B48E-2EDB81E7DFB7}" presName="hierRoot3" presStyleCnt="0">
        <dgm:presLayoutVars>
          <dgm:hierBranch val="init"/>
        </dgm:presLayoutVars>
      </dgm:prSet>
      <dgm:spPr/>
    </dgm:pt>
    <dgm:pt modelId="{49D41CE9-EAC1-4D59-BBC6-6FD0E04142C1}" type="pres">
      <dgm:prSet presAssocID="{84D82A26-8E85-4EDA-B48E-2EDB81E7DFB7}" presName="rootComposite3" presStyleCnt="0"/>
      <dgm:spPr/>
    </dgm:pt>
    <dgm:pt modelId="{159C19DC-E047-4A5C-AAA1-740643A0849B}" type="pres">
      <dgm:prSet presAssocID="{84D82A26-8E85-4EDA-B48E-2EDB81E7DFB7}" presName="rootText3" presStyleLbl="asst1" presStyleIdx="2" presStyleCnt="4" custScaleX="136224" custLinFactNeighborY="-7348">
        <dgm:presLayoutVars>
          <dgm:chPref val="3"/>
        </dgm:presLayoutVars>
      </dgm:prSet>
      <dgm:spPr/>
    </dgm:pt>
    <dgm:pt modelId="{C6F85F13-46E5-48E0-966F-8C44C0B247C4}" type="pres">
      <dgm:prSet presAssocID="{84D82A26-8E85-4EDA-B48E-2EDB81E7DFB7}" presName="rootConnector3" presStyleLbl="asst1" presStyleIdx="2" presStyleCnt="4"/>
      <dgm:spPr/>
    </dgm:pt>
    <dgm:pt modelId="{DC9911D0-7FED-46BB-A821-96DB279E1FD1}" type="pres">
      <dgm:prSet presAssocID="{84D82A26-8E85-4EDA-B48E-2EDB81E7DFB7}" presName="hierChild6" presStyleCnt="0"/>
      <dgm:spPr/>
    </dgm:pt>
    <dgm:pt modelId="{6D4C7FB0-4140-4C20-8225-EB61556629FD}" type="pres">
      <dgm:prSet presAssocID="{84D82A26-8E85-4EDA-B48E-2EDB81E7DFB7}" presName="hierChild7" presStyleCnt="0"/>
      <dgm:spPr/>
    </dgm:pt>
    <dgm:pt modelId="{5A8A1EA5-5F12-47AF-AC64-9CD7C44DD8D4}" type="pres">
      <dgm:prSet presAssocID="{13BD5C45-2B93-4827-A6A0-0ED12C5BDC8B}" presName="Name111" presStyleLbl="parChTrans1D2" presStyleIdx="9" presStyleCnt="10"/>
      <dgm:spPr/>
    </dgm:pt>
    <dgm:pt modelId="{E8CE402C-5E9F-424E-8E1C-142D9A19A131}" type="pres">
      <dgm:prSet presAssocID="{2B58F338-D270-4DF5-84B2-9C8663B11B05}" presName="hierRoot3" presStyleCnt="0">
        <dgm:presLayoutVars>
          <dgm:hierBranch val="init"/>
        </dgm:presLayoutVars>
      </dgm:prSet>
      <dgm:spPr/>
    </dgm:pt>
    <dgm:pt modelId="{A77F5BD1-8A82-4437-995C-E352F441EF21}" type="pres">
      <dgm:prSet presAssocID="{2B58F338-D270-4DF5-84B2-9C8663B11B05}" presName="rootComposite3" presStyleCnt="0"/>
      <dgm:spPr/>
    </dgm:pt>
    <dgm:pt modelId="{2D1B7DA1-A44A-47F6-9B0A-21F429892108}" type="pres">
      <dgm:prSet presAssocID="{2B58F338-D270-4DF5-84B2-9C8663B11B05}" presName="rootText3" presStyleLbl="asst1" presStyleIdx="3" presStyleCnt="4" custScaleX="136224" custLinFactNeighborY="-7348">
        <dgm:presLayoutVars>
          <dgm:chPref val="3"/>
        </dgm:presLayoutVars>
      </dgm:prSet>
      <dgm:spPr/>
    </dgm:pt>
    <dgm:pt modelId="{21021DC4-54C9-41F3-B65B-A7FDC7AF1983}" type="pres">
      <dgm:prSet presAssocID="{2B58F338-D270-4DF5-84B2-9C8663B11B05}" presName="rootConnector3" presStyleLbl="asst1" presStyleIdx="3" presStyleCnt="4"/>
      <dgm:spPr/>
    </dgm:pt>
    <dgm:pt modelId="{F065319F-6568-4DF5-8416-0F7883135F7C}" type="pres">
      <dgm:prSet presAssocID="{2B58F338-D270-4DF5-84B2-9C8663B11B05}" presName="hierChild6" presStyleCnt="0"/>
      <dgm:spPr/>
    </dgm:pt>
    <dgm:pt modelId="{7FE2E4E6-A5CB-4F45-B92E-FD8B7C1D794A}" type="pres">
      <dgm:prSet presAssocID="{2B58F338-D270-4DF5-84B2-9C8663B11B05}" presName="hierChild7" presStyleCnt="0"/>
      <dgm:spPr/>
    </dgm:pt>
  </dgm:ptLst>
  <dgm:cxnLst>
    <dgm:cxn modelId="{38898B07-3982-4554-924F-8A7D35A60257}" type="presOf" srcId="{A4B72FEB-9C35-415C-B107-B13D4CD9FAB6}" destId="{0D306F92-7CED-4125-B5B3-6581D3E0F155}" srcOrd="0" destOrd="0" presId="urn:microsoft.com/office/officeart/2005/8/layout/orgChart1"/>
    <dgm:cxn modelId="{989B1608-3FD5-42EA-BA4E-1F7567AF7BB2}" type="presOf" srcId="{D41DD8D8-2ED5-4025-8979-39A5068CE873}" destId="{D05D2F54-0A81-4DE4-B100-7BD7A71AC1CF}" srcOrd="0" destOrd="0" presId="urn:microsoft.com/office/officeart/2005/8/layout/orgChart1"/>
    <dgm:cxn modelId="{F990F109-2C7C-4958-A384-453C1B4C9644}" type="presOf" srcId="{7564F4A0-8D16-490D-907E-8ED95FA1220B}" destId="{62289886-03F6-4FB4-9DEF-38ED189E144E}" srcOrd="1" destOrd="0" presId="urn:microsoft.com/office/officeart/2005/8/layout/orgChart1"/>
    <dgm:cxn modelId="{7D022E0A-022F-4E6A-92DE-94CA2B335D8D}" srcId="{1A95DD40-0793-4AFF-A9DD-159E3D55C96B}" destId="{72185C91-FADF-4760-8F10-8424D37AA44C}" srcOrd="2" destOrd="0" parTransId="{9000E31C-3E5E-4F83-8D24-4CC61230B7F8}" sibTransId="{2776FBC1-DB30-431F-908A-4E3C655111D8}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7BD1B80E-7FD8-48EB-96B6-2B3213A6820A}" type="presOf" srcId="{BFCFECDB-0D03-4D40-96E1-9E8D98F00E51}" destId="{9854E649-F997-476F-984E-9E35D73EE9AB}" srcOrd="1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28970014-8E72-41AB-8B08-3B07AAB35A02}" type="presOf" srcId="{C0097EAE-4ECF-4AE7-8B34-385CEFF443E7}" destId="{681A5CA3-05E2-4FA8-B1D3-B69782D1B36B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6F06F31F-F65E-470F-A125-536E1DC81615}" type="presOf" srcId="{70B9A5E8-5396-4930-B94B-C0DE808532AA}" destId="{23733974-8C2F-4892-B1B9-EC9F171741F1}" srcOrd="0" destOrd="0" presId="urn:microsoft.com/office/officeart/2005/8/layout/orgChart1"/>
    <dgm:cxn modelId="{E5DF7020-54BD-4D50-9FBA-F7CCDCCAAAB2}" srcId="{BDA3E80D-83D1-43CB-89EA-5529CB9AAA78}" destId="{695043E8-9AD2-4555-AB06-48B2654BC727}" srcOrd="3" destOrd="0" parTransId="{2F054A1B-E6E6-4B74-A940-872E92128DB3}" sibTransId="{3AA406F2-7EB3-46A0-975E-6E3D2BE29945}"/>
    <dgm:cxn modelId="{92BBC021-84EC-4672-A655-4C361C06DC1A}" type="presOf" srcId="{B46EB817-3DEB-4673-A129-18F47C73B58A}" destId="{77360030-3EE3-4B8B-9794-52CEFD178D66}" srcOrd="0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1912B825-C0C3-4B50-AC65-EA245FB82116}" type="presOf" srcId="{2245550A-395B-4C9C-9E6D-C0DCC95A6D65}" destId="{783AF7A5-C2A2-45E7-AB19-088940B88634}" srcOrd="1" destOrd="0" presId="urn:microsoft.com/office/officeart/2005/8/layout/orgChart1"/>
    <dgm:cxn modelId="{CC554F27-2DFE-40A7-879B-3AE96BD939DA}" type="presOf" srcId="{9204C252-D147-45AC-90AB-AAD71853A651}" destId="{4DFB6D69-0397-4657-9A72-505943A04D92}" srcOrd="1" destOrd="0" presId="urn:microsoft.com/office/officeart/2005/8/layout/orgChart1"/>
    <dgm:cxn modelId="{90CD7D2A-7206-4C0E-AE10-E879F2134A3A}" srcId="{BDA3E80D-83D1-43CB-89EA-5529CB9AAA78}" destId="{C0097EAE-4ECF-4AE7-8B34-385CEFF443E7}" srcOrd="7" destOrd="0" parTransId="{D158D6B4-7118-43A6-86FD-75159616443B}" sibTransId="{20BC808E-C701-4D96-842A-CE07314F1C31}"/>
    <dgm:cxn modelId="{ABFED72D-80B2-457E-906D-E2F9C87E0972}" type="presOf" srcId="{30FBFD4E-B423-441F-8DC7-EBAF8BBB37A8}" destId="{564AAD20-3DFB-471B-A4E2-3B3E6D6D9925}" srcOrd="0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0" destOrd="0" parTransId="{5AC1D850-6AE5-4AB4-956F-DCCF850FE0A3}" sibTransId="{780907FE-2876-4E95-AB0C-17F0421E1145}"/>
    <dgm:cxn modelId="{D54E6E32-B0E9-458A-A4BD-456098E5ECD3}" srcId="{BDA3E80D-83D1-43CB-89EA-5529CB9AAA78}" destId="{897542E0-B2F5-4EE4-8EE3-85C4B385D779}" srcOrd="9" destOrd="0" parTransId="{B9002353-9289-432A-9056-1107332AFC5B}" sibTransId="{CA9930E5-FB80-4A01-A1CD-1E377103E439}"/>
    <dgm:cxn modelId="{74BF1A33-C400-436A-BBB1-B970397335D6}" type="presOf" srcId="{E76E6A7B-308E-47EA-ABFE-F86E4C97B550}" destId="{E0102586-25C6-472F-B5EC-76E94036F815}" srcOrd="0" destOrd="0" presId="urn:microsoft.com/office/officeart/2005/8/layout/orgChart1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2F451634-FC76-4759-AE7E-911E5A63A2E1}" type="presOf" srcId="{AA774142-741B-43FA-B00D-3C810594C1E9}" destId="{8A3CCB8F-8F1F-4FDE-B271-0B1495A2DEE4}" srcOrd="1" destOrd="0" presId="urn:microsoft.com/office/officeart/2005/8/layout/orgChart1"/>
    <dgm:cxn modelId="{16ACB038-C692-482D-AD1D-F2084981451D}" srcId="{C0097EAE-4ECF-4AE7-8B34-385CEFF443E7}" destId="{9F815110-A104-4BDF-8B52-D1AB9128758C}" srcOrd="2" destOrd="0" parTransId="{D41DD8D8-2ED5-4025-8979-39A5068CE873}" sibTransId="{0F176E7D-D795-4940-95A6-5BDA7E47DC90}"/>
    <dgm:cxn modelId="{0446D738-1536-4047-BECB-0F03A17DA515}" type="presOf" srcId="{72185C91-FADF-4760-8F10-8424D37AA44C}" destId="{14A29141-A0C5-42AC-ACB7-63F00171AF59}" srcOrd="1" destOrd="0" presId="urn:microsoft.com/office/officeart/2005/8/layout/orgChart1"/>
    <dgm:cxn modelId="{BF1DE061-606E-474D-807E-853E0C37A90A}" srcId="{897542E0-B2F5-4EE4-8EE3-85C4B385D779}" destId="{B46EB817-3DEB-4673-A129-18F47C73B58A}" srcOrd="0" destOrd="0" parTransId="{F249CC5B-F01A-4F2C-B130-27A4B96D00FE}" sibTransId="{BBC166EF-291E-450B-8F69-A49CB11115BC}"/>
    <dgm:cxn modelId="{E1965245-A2B6-46B6-BD5D-E23F42B6C695}" type="presOf" srcId="{9000E31C-3E5E-4F83-8D24-4CC61230B7F8}" destId="{4B0071ED-93D7-4E1D-A351-5438D6CE089B}" srcOrd="0" destOrd="0" presId="urn:microsoft.com/office/officeart/2005/8/layout/orgChart1"/>
    <dgm:cxn modelId="{9B89CE45-523E-4171-82C6-07F1873D962D}" type="presOf" srcId="{72185C91-FADF-4760-8F10-8424D37AA44C}" destId="{1D5585A2-0B1F-45BC-96AB-CF2091102565}" srcOrd="0" destOrd="0" presId="urn:microsoft.com/office/officeart/2005/8/layout/orgChart1"/>
    <dgm:cxn modelId="{47B5FA65-0EF7-4A79-A51D-B3E37AB5F76F}" srcId="{C0097EAE-4ECF-4AE7-8B34-385CEFF443E7}" destId="{3FFEB4F0-F082-4773-A923-82A0230D4CA1}" srcOrd="1" destOrd="0" parTransId="{A4B72FEB-9C35-415C-B107-B13D4CD9FAB6}" sibTransId="{4E710102-A225-426E-8C18-DE7272CD277B}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CFFAA949-CCD8-465B-AB53-F81A74D3AD52}" type="presOf" srcId="{2B58F338-D270-4DF5-84B2-9C8663B11B05}" destId="{21021DC4-54C9-41F3-B65B-A7FDC7AF1983}" srcOrd="1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D0D0AD6D-4A3D-4362-A25E-1CE9F9619CC2}" srcId="{3A9BC52B-E42D-4E47-9B73-E9B7E19108F2}" destId="{AE5C2B58-1AAF-4480-B967-ACF1304F8EDF}" srcOrd="1" destOrd="0" parTransId="{B2499B94-2DD4-4C90-9F94-EE01BA8D85CF}" sibTransId="{1A59E3D6-EF0C-4396-8887-71103AE2814B}"/>
    <dgm:cxn modelId="{34B9136E-54E6-47DA-B906-760C4584B479}" type="presOf" srcId="{F249CC5B-F01A-4F2C-B130-27A4B96D00FE}" destId="{C55928B4-4046-449B-AB23-727FBCB1F9A7}" srcOrd="0" destOrd="0" presId="urn:microsoft.com/office/officeart/2005/8/layout/orgChart1"/>
    <dgm:cxn modelId="{3E4EC070-0E17-42C9-B53D-C1FD7ACC497D}" type="presOf" srcId="{8E0DC5EC-21E0-4782-8FBD-618C8BE3264A}" destId="{E8D67F48-A4A3-48B7-931C-8BCBA0AA96D2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E7F05E51-E6BA-46E8-94B7-8342C1C54816}" srcId="{BDA3E80D-83D1-43CB-89EA-5529CB9AAA78}" destId="{2B58F338-D270-4DF5-84B2-9C8663B11B05}" srcOrd="5" destOrd="0" parTransId="{13BD5C45-2B93-4827-A6A0-0ED12C5BDC8B}" sibTransId="{19B1F2E3-2B85-4380-93B6-7069D64E4106}"/>
    <dgm:cxn modelId="{7D818A72-19F0-47FE-B8BB-B625EBF3BB0D}" type="presOf" srcId="{CF032673-B588-498D-AE27-FB22718C6355}" destId="{86C7A989-0BF3-4D96-BBB7-8070B035F86D}" srcOrd="0" destOrd="0" presId="urn:microsoft.com/office/officeart/2005/8/layout/orgChart1"/>
    <dgm:cxn modelId="{8E2C4F55-F4DA-4DE0-8B96-74FE23265FCC}" srcId="{1A95DD40-0793-4AFF-A9DD-159E3D55C96B}" destId="{70B9A5E8-5396-4930-B94B-C0DE808532AA}" srcOrd="3" destOrd="0" parTransId="{2B72F705-6DB0-4DCC-BE14-FA1F39C8E4D1}" sibTransId="{24C83AC2-F220-402B-9C07-415D6465B8DB}"/>
    <dgm:cxn modelId="{10627776-C244-472B-9EF9-B20F446329B6}" type="presOf" srcId="{9204C252-D147-45AC-90AB-AAD71853A651}" destId="{E34A4F39-2099-4BE1-8D80-1169B5BC6486}" srcOrd="0" destOrd="0" presId="urn:microsoft.com/office/officeart/2005/8/layout/orgChart1"/>
    <dgm:cxn modelId="{94BDB956-A31C-4A64-B68A-A7F57344BFB1}" srcId="{F93FE123-64C2-48E7-BB7C-78C89C6C6BF9}" destId="{F554F3ED-509F-434E-9414-96A5C7204449}" srcOrd="0" destOrd="0" parTransId="{25962EFF-7E61-48E6-88D8-61D9DDBA6AD8}" sibTransId="{0795AE4A-255D-4D4A-93BD-F5327A47AD31}"/>
    <dgm:cxn modelId="{394AF156-086B-4E72-BD84-F0C72D3B7891}" type="presOf" srcId="{D3635D58-489E-4502-B5C1-586B1F82EEBF}" destId="{D4880A11-5BD6-44AA-AB03-A4BB6926C22C}" srcOrd="0" destOrd="0" presId="urn:microsoft.com/office/officeart/2005/8/layout/orgChart1"/>
    <dgm:cxn modelId="{11BFD857-A63C-4CC2-A5E5-C71D56AEE0B9}" type="presOf" srcId="{3FFEB4F0-F082-4773-A923-82A0230D4CA1}" destId="{B92ED44E-3E70-475F-B948-B484811DEE9E}" srcOrd="1" destOrd="0" presId="urn:microsoft.com/office/officeart/2005/8/layout/orgChart1"/>
    <dgm:cxn modelId="{C504CF58-CC9B-458B-9B68-A0A962A1EBCC}" type="presOf" srcId="{695043E8-9AD2-4555-AB06-48B2654BC727}" destId="{35137DDB-A2C0-4772-A6AB-6F7AA8F35131}" srcOrd="1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238C685A-6FD5-4E16-BA48-04F7776EDAC7}" type="presOf" srcId="{B35D940B-D0E0-4EB5-AD12-01F88CA4F254}" destId="{85BCD03E-CE9A-4777-943A-BB334844FB21}" srcOrd="0" destOrd="0" presId="urn:microsoft.com/office/officeart/2005/8/layout/orgChart1"/>
    <dgm:cxn modelId="{01D1997A-642F-4037-A674-01CDD4B8FAE1}" srcId="{3A9BC52B-E42D-4E47-9B73-E9B7E19108F2}" destId="{0B84678F-BD22-49A7-9636-44C98580AA5A}" srcOrd="2" destOrd="0" parTransId="{8C275B7B-8087-4FD9-B68B-AAF7E2791FC7}" sibTransId="{3A24D8F9-1776-4337-A6F2-D275911BAC5C}"/>
    <dgm:cxn modelId="{CBD0C57B-67E5-482C-8C96-945823F9043C}" srcId="{BDA3E80D-83D1-43CB-89EA-5529CB9AAA78}" destId="{84D82A26-8E85-4EDA-B48E-2EDB81E7DFB7}" srcOrd="4" destOrd="0" parTransId="{D3635D58-489E-4502-B5C1-586B1F82EEBF}" sibTransId="{F5E588C6-2815-424C-8F9E-CBA28D510D91}"/>
    <dgm:cxn modelId="{68B7F17E-6EB9-4006-BFF8-64EF78DA3F52}" srcId="{BDA3E80D-83D1-43CB-89EA-5529CB9AAA78}" destId="{140C7BE8-953D-46B7-BBBC-CEFCFC1C4A44}" srcOrd="8" destOrd="0" parTransId="{2705112C-0791-4250-B875-ED990730F6C5}" sibTransId="{1A6AB38F-66D1-4BA9-8AAD-B524F0DC4142}"/>
    <dgm:cxn modelId="{BB51877F-ABD3-4B6F-9585-13868DDC1614}" type="presOf" srcId="{AE5C2B58-1AAF-4480-B967-ACF1304F8EDF}" destId="{99A10533-662D-45AB-81A8-8614D513DA08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58B66989-4290-4304-BC84-394107040232}" type="presOf" srcId="{B4DEEB40-0DA0-47EA-9B1F-565BB0D4F122}" destId="{84BF238D-CEF7-4D57-9B28-4A590B241548}" srcOrd="0" destOrd="0" presId="urn:microsoft.com/office/officeart/2005/8/layout/orgChart1"/>
    <dgm:cxn modelId="{E7F0018C-8AB3-4DCC-BBDE-2CF808C13D53}" type="presOf" srcId="{E579EA11-FD92-4C3B-A828-C2FB78DED197}" destId="{9D55ABE9-2DCF-4B03-B1F6-A07157D1CB9E}" srcOrd="1" destOrd="0" presId="urn:microsoft.com/office/officeart/2005/8/layout/orgChart1"/>
    <dgm:cxn modelId="{450C0694-E3E7-4F77-8ADF-1A679F91357E}" type="presOf" srcId="{2B72F705-6DB0-4DCC-BE14-FA1F39C8E4D1}" destId="{4B8033E4-F31E-4E0B-AB06-0B41E9A9F4F3}" srcOrd="0" destOrd="0" presId="urn:microsoft.com/office/officeart/2005/8/layout/orgChart1"/>
    <dgm:cxn modelId="{0AC59094-ABBB-49D7-9DCC-D71360CED971}" type="presOf" srcId="{9F815110-A104-4BDF-8B52-D1AB9128758C}" destId="{6A05F8FB-B7EC-4A69-9ADA-B4325DA2C47D}" srcOrd="1" destOrd="0" presId="urn:microsoft.com/office/officeart/2005/8/layout/orgChart1"/>
    <dgm:cxn modelId="{3F020D9C-14A1-4E15-A911-EDD8576A2C35}" srcId="{C0097EAE-4ECF-4AE7-8B34-385CEFF443E7}" destId="{E579EA11-FD92-4C3B-A828-C2FB78DED197}" srcOrd="0" destOrd="0" parTransId="{FF4616F5-15FC-4856-BB13-584398C1720F}" sibTransId="{C0D73B06-884F-4789-A2FF-7327C7C03546}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FB02879F-2C6C-4C27-A48B-FC0A55F2D2AC}" type="presOf" srcId="{E579EA11-FD92-4C3B-A828-C2FB78DED197}" destId="{7FFBAB03-A2CD-495E-8193-43C45052CDCC}" srcOrd="0" destOrd="0" presId="urn:microsoft.com/office/officeart/2005/8/layout/orgChart1"/>
    <dgm:cxn modelId="{509FA1A1-F7B4-4B9E-A0DE-45CD9A5732E3}" type="presOf" srcId="{AE5C2B58-1AAF-4480-B967-ACF1304F8EDF}" destId="{6B15C351-BF00-4233-9327-5699E6027A74}" srcOrd="0" destOrd="0" presId="urn:microsoft.com/office/officeart/2005/8/layout/orgChart1"/>
    <dgm:cxn modelId="{6ACA27A2-476C-474E-B7D5-673DA4F2D0EF}" type="presOf" srcId="{0B84678F-BD22-49A7-9636-44C98580AA5A}" destId="{62C4B71D-10E8-4333-9B9F-B4B147ED74FA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D0C602AA-E0AB-46A5-9653-04DAF612B57C}" type="presOf" srcId="{D158D6B4-7118-43A6-86FD-75159616443B}" destId="{AB715F41-3DE8-4126-BC5C-7F6853A72E0A}" srcOrd="0" destOrd="0" presId="urn:microsoft.com/office/officeart/2005/8/layout/orgChart1"/>
    <dgm:cxn modelId="{F7A084AB-8A6C-446F-84D1-77FDD5C90D7D}" type="presOf" srcId="{7564F4A0-8D16-490D-907E-8ED95FA1220B}" destId="{5DB3D4AA-09BF-4D9E-AAC4-C4A221E771D8}" srcOrd="0" destOrd="0" presId="urn:microsoft.com/office/officeart/2005/8/layout/orgChart1"/>
    <dgm:cxn modelId="{82DDB5AC-7EA2-42FB-9590-E59EA5CA3F44}" srcId="{BDA3E80D-83D1-43CB-89EA-5529CB9AAA78}" destId="{F93FE123-64C2-48E7-BB7C-78C89C6C6BF9}" srcOrd="6" destOrd="0" parTransId="{E591C46F-C3C1-4334-AD6A-48CD500503EB}" sibTransId="{44494D52-5C85-4BCC-BD10-DF728B666320}"/>
    <dgm:cxn modelId="{4A9BC0AC-BA44-4E9D-99E2-173909A95CAC}" type="presOf" srcId="{13BD5C45-2B93-4827-A6A0-0ED12C5BDC8B}" destId="{5A8A1EA5-5F12-47AF-AC64-9CD7C44DD8D4}" srcOrd="0" destOrd="0" presId="urn:microsoft.com/office/officeart/2005/8/layout/orgChart1"/>
    <dgm:cxn modelId="{96CA8AB3-71A8-4E03-9817-9A8449E5B8AD}" type="presOf" srcId="{AA774142-741B-43FA-B00D-3C810594C1E9}" destId="{0513151C-C0A5-468B-AA3C-59A71CA04498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D7C8A9B8-0F19-437A-97EC-10F22570F30F}" type="presOf" srcId="{3FFEB4F0-F082-4773-A923-82A0230D4CA1}" destId="{B2A2791D-DCBD-4922-9047-DB4CB23EE44D}" srcOrd="0" destOrd="0" presId="urn:microsoft.com/office/officeart/2005/8/layout/orgChart1"/>
    <dgm:cxn modelId="{5F9497B9-36A1-438E-8647-42DDE7C34E10}" type="presOf" srcId="{84D82A26-8E85-4EDA-B48E-2EDB81E7DFB7}" destId="{C6F85F13-46E5-48E0-966F-8C44C0B247C4}" srcOrd="1" destOrd="0" presId="urn:microsoft.com/office/officeart/2005/8/layout/orgChart1"/>
    <dgm:cxn modelId="{8346E6BC-3441-45A6-BD93-FFD4C4C7D5C9}" type="presOf" srcId="{8C275B7B-8087-4FD9-B68B-AAF7E2791FC7}" destId="{F1713110-ED7F-4673-839C-02D5FE06DA01}" srcOrd="0" destOrd="0" presId="urn:microsoft.com/office/officeart/2005/8/layout/orgChart1"/>
    <dgm:cxn modelId="{C1CC7CBE-F2B5-40FC-8057-CC7BFB287303}" srcId="{3A9BC52B-E42D-4E47-9B73-E9B7E19108F2}" destId="{AA774142-741B-43FA-B00D-3C810594C1E9}" srcOrd="3" destOrd="0" parTransId="{CF032673-B588-498D-AE27-FB22718C6355}" sibTransId="{411850D3-8976-4EE0-8CFD-AA01E173BB39}"/>
    <dgm:cxn modelId="{0BA7E6C0-1040-4D81-B489-F8ECAD98A951}" srcId="{BDA3E80D-83D1-43CB-89EA-5529CB9AAA78}" destId="{E5AEA43F-25C9-4387-B383-04F0775BFE30}" srcOrd="2" destOrd="0" parTransId="{8E0DC5EC-21E0-4782-8FBD-618C8BE3264A}" sibTransId="{8DB57107-7FC2-4B97-955F-C2BAAA609FFC}"/>
    <dgm:cxn modelId="{00AF68C5-1FA3-41E5-8696-243E75AB4292}" type="presOf" srcId="{BFCFECDB-0D03-4D40-96E1-9E8D98F00E51}" destId="{7AC1A9AD-63BE-4F6A-AD34-21DC5D91E076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993858C9-FA1A-456F-A3CA-5EF6526057F7}" type="presOf" srcId="{70B9A5E8-5396-4930-B94B-C0DE808532AA}" destId="{28375F71-6A8B-471F-B8D1-1A6D4934EE39}" srcOrd="1" destOrd="0" presId="urn:microsoft.com/office/officeart/2005/8/layout/orgChart1"/>
    <dgm:cxn modelId="{E3F7B8CD-CD1D-407C-8A55-AA8934A114CD}" srcId="{140C7BE8-953D-46B7-BBBC-CEFCFC1C4A44}" destId="{9204C252-D147-45AC-90AB-AAD71853A651}" srcOrd="1" destOrd="0" parTransId="{B35D940B-D0E0-4EB5-AD12-01F88CA4F254}" sibTransId="{61C27F35-0C21-4AE2-A940-2375E140B1FB}"/>
    <dgm:cxn modelId="{30A200CE-5014-467D-88A2-37D7A86E45D3}" type="presOf" srcId="{AC4E215F-E213-4222-B6B7-903057D7399E}" destId="{FF1A6D1B-EF5D-4A3A-B9E6-7AE1F38E0D54}" srcOrd="0" destOrd="0" presId="urn:microsoft.com/office/officeart/2005/8/layout/orgChart1"/>
    <dgm:cxn modelId="{87FE4ACF-8FF3-49F3-8638-BF49DEEF9B18}" type="presOf" srcId="{B46EB817-3DEB-4673-A129-18F47C73B58A}" destId="{F30BB026-BDBE-4970-A3CC-DD58B9AB9801}" srcOrd="1" destOrd="0" presId="urn:microsoft.com/office/officeart/2005/8/layout/orgChart1"/>
    <dgm:cxn modelId="{C192E9D0-B14C-4905-9137-CCC9FD015FBA}" type="presOf" srcId="{2B58F338-D270-4DF5-84B2-9C8663B11B05}" destId="{2D1B7DA1-A44A-47F6-9B0A-21F429892108}" srcOrd="0" destOrd="0" presId="urn:microsoft.com/office/officeart/2005/8/layout/orgChart1"/>
    <dgm:cxn modelId="{E46F69D3-5901-4AC7-ADD8-ED1D3BE49BF6}" srcId="{1A95DD40-0793-4AFF-A9DD-159E3D55C96B}" destId="{BFCFECDB-0D03-4D40-96E1-9E8D98F00E51}" srcOrd="0" destOrd="0" parTransId="{30FBFD4E-B423-441F-8DC7-EBAF8BBB37A8}" sibTransId="{EFEF05ED-8D5D-45F3-B14B-35A69A465B7F}"/>
    <dgm:cxn modelId="{BE2567DA-005C-4E7D-9EBC-D4DDA272B376}" type="presOf" srcId="{FF4616F5-15FC-4856-BB13-584398C1720F}" destId="{BC8C04D1-9FBB-4568-8283-10EF3A0AEAD9}" srcOrd="0" destOrd="0" presId="urn:microsoft.com/office/officeart/2005/8/layout/orgChart1"/>
    <dgm:cxn modelId="{F5856EDC-579A-4C46-8F82-D2C3875D27F4}" srcId="{1A95DD40-0793-4AFF-A9DD-159E3D55C96B}" destId="{2245550A-395B-4C9C-9E6D-C0DCC95A6D65}" srcOrd="1" destOrd="0" parTransId="{AC4E215F-E213-4222-B6B7-903057D7399E}" sibTransId="{BAAA97EB-0478-4802-996A-BDC4149536A8}"/>
    <dgm:cxn modelId="{156EE2DC-23C1-4E71-9667-A66295F6CC17}" type="presOf" srcId="{4D637DA4-19C1-4F91-8BED-95EBB8FF39C1}" destId="{A0756734-86A9-46FF-8DE2-3A4BC3721C36}" srcOrd="0" destOrd="0" presId="urn:microsoft.com/office/officeart/2005/8/layout/orgChart1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7A7A38E0-4DF3-4582-AD90-E6B366DECFE0}" type="presOf" srcId="{695043E8-9AD2-4555-AB06-48B2654BC727}" destId="{36E16054-AEB6-446D-9E04-82FE69958D95}" srcOrd="0" destOrd="0" presId="urn:microsoft.com/office/officeart/2005/8/layout/orgChart1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0ED322E2-1DBF-48E8-8F92-2BEA3C120C70}" type="presOf" srcId="{9F815110-A104-4BDF-8B52-D1AB9128758C}" destId="{D24F3E52-356F-4C9F-8A51-DE2828461384}" srcOrd="0" destOrd="0" presId="urn:microsoft.com/office/officeart/2005/8/layout/orgChart1"/>
    <dgm:cxn modelId="{7E3FA7E2-D0CD-482B-95EB-5950B8061C48}" type="presOf" srcId="{2245550A-395B-4C9C-9E6D-C0DCC95A6D65}" destId="{2D629E85-ED54-466A-8FD3-968FE68BEAA8}" srcOrd="0" destOrd="0" presId="urn:microsoft.com/office/officeart/2005/8/layout/orgChart1"/>
    <dgm:cxn modelId="{5A15DBE5-E2D8-409B-B669-3BC9E7440A61}" type="presOf" srcId="{0B84678F-BD22-49A7-9636-44C98580AA5A}" destId="{67E61E49-AC4C-4D5D-B7AF-B0FCB5FF958C}" srcOrd="1" destOrd="0" presId="urn:microsoft.com/office/officeart/2005/8/layout/orgChart1"/>
    <dgm:cxn modelId="{9E1CA6E7-89CB-4A9B-99B9-9461893E5181}" srcId="{BDA3E80D-83D1-43CB-89EA-5529CB9AAA78}" destId="{1A95DD40-0793-4AFF-A9DD-159E3D55C96B}" srcOrd="1" destOrd="0" parTransId="{45DDB93D-9EFB-4128-A28A-2E2244F4E1C0}" sibTransId="{3D4DCA69-CF03-4958-8F2F-B72D1C4FD8FB}"/>
    <dgm:cxn modelId="{65A4DFE9-471E-4B37-A37F-F373725DC926}" type="presOf" srcId="{E5AEA43F-25C9-4387-B383-04F0775BFE30}" destId="{B18709FD-C961-458C-87D4-EEF58F63B5A8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005692EA-AB0D-425B-B7CC-BC0614D40F9D}" type="presOf" srcId="{C0097EAE-4ECF-4AE7-8B34-385CEFF443E7}" destId="{FB5F7C60-D31E-41C4-AE6D-E1B387F5DA14}" srcOrd="1" destOrd="0" presId="urn:microsoft.com/office/officeart/2005/8/layout/orgChart1"/>
    <dgm:cxn modelId="{8054A5EA-23AD-4F2F-8E5F-FDD94E287C9B}" type="presOf" srcId="{E5AEA43F-25C9-4387-B383-04F0775BFE30}" destId="{576D463E-B9C0-4252-AAC7-E1D900247645}" srcOrd="1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E5C5C7F4-9F7F-4792-9733-390373563B16}" type="presOf" srcId="{B2499B94-2DD4-4C90-9F94-EE01BA8D85CF}" destId="{89A0424C-E4E7-4486-AC32-B75506ED8E28}" srcOrd="0" destOrd="0" presId="urn:microsoft.com/office/officeart/2005/8/layout/orgChart1"/>
    <dgm:cxn modelId="{493C2DF5-4A9D-420A-9ECE-774B7C4587C0}" srcId="{3A9BC52B-E42D-4E47-9B73-E9B7E19108F2}" destId="{7564F4A0-8D16-490D-907E-8ED95FA1220B}" srcOrd="4" destOrd="0" parTransId="{B4DEEB40-0DA0-47EA-9B1F-565BB0D4F122}" sibTransId="{8FB8FCB9-AE6D-4EC3-8269-A2B3ACF857EA}"/>
    <dgm:cxn modelId="{3CF856F8-6794-4569-9AEE-72C9C8628FCF}" type="presOf" srcId="{2F054A1B-E6E6-4B74-A940-872E92128DB3}" destId="{E14CB157-309A-4C78-ABBD-AB23162D71E4}" srcOrd="0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015C74F9-00AA-4C78-A868-95BB9255B32D}" srcId="{1A95DD40-0793-4AFF-A9DD-159E3D55C96B}" destId="{E76E6A7B-308E-47EA-ABFE-F86E4C97B550}" srcOrd="4" destOrd="0" parTransId="{4D637DA4-19C1-4F91-8BED-95EBB8FF39C1}" sibTransId="{55A79575-20CA-4CDB-A543-2BC91343B197}"/>
    <dgm:cxn modelId="{7F078BFB-A715-4044-B528-5D407A6CFA01}" type="presOf" srcId="{84D82A26-8E85-4EDA-B48E-2EDB81E7DFB7}" destId="{159C19DC-E047-4A5C-AAA1-740643A0849B}" srcOrd="0" destOrd="0" presId="urn:microsoft.com/office/officeart/2005/8/layout/orgChart1"/>
    <dgm:cxn modelId="{E10683FC-69F2-4D58-9EB6-24AC1073FC96}" type="presOf" srcId="{E76E6A7B-308E-47EA-ABFE-F86E4C97B550}" destId="{C0CF6DE9-6B52-4363-923B-A11791427903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E3A2D788-4BDB-4306-8DE1-0F0BDFCFF675}" type="presParOf" srcId="{702F29B1-99E5-4896-B101-A66FF14B51F6}" destId="{B71F6333-D23C-4EC2-9267-E9A3826C993D}" srcOrd="0" destOrd="0" presId="urn:microsoft.com/office/officeart/2005/8/layout/orgChart1"/>
    <dgm:cxn modelId="{7086632C-5806-4DE1-B9A3-82289A55AEA4}" type="presParOf" srcId="{702F29B1-99E5-4896-B101-A66FF14B51F6}" destId="{51990EDA-0367-4D88-990E-8597E6563A36}" srcOrd="1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C7005123-A19C-4A6C-93B5-CA4C61E49C4A}" type="presParOf" srcId="{7B862720-FA0B-4893-9E2B-972DF9D5EA5B}" destId="{89A0424C-E4E7-4486-AC32-B75506ED8E28}" srcOrd="2" destOrd="0" presId="urn:microsoft.com/office/officeart/2005/8/layout/orgChart1"/>
    <dgm:cxn modelId="{923C2756-24CF-422B-91F3-6A4FF9C4E51A}" type="presParOf" srcId="{7B862720-FA0B-4893-9E2B-972DF9D5EA5B}" destId="{FD6950E5-924D-4338-926E-1EDEAA6C1C0A}" srcOrd="3" destOrd="0" presId="urn:microsoft.com/office/officeart/2005/8/layout/orgChart1"/>
    <dgm:cxn modelId="{FA83EB43-311B-4440-99E1-F8CF86820DE1}" type="presParOf" srcId="{FD6950E5-924D-4338-926E-1EDEAA6C1C0A}" destId="{3C2DCB88-77CB-4649-8AA5-1A5F93781FEF}" srcOrd="0" destOrd="0" presId="urn:microsoft.com/office/officeart/2005/8/layout/orgChart1"/>
    <dgm:cxn modelId="{EE3991E3-48C3-44DC-A1DE-C6ACBCE09C88}" type="presParOf" srcId="{3C2DCB88-77CB-4649-8AA5-1A5F93781FEF}" destId="{6B15C351-BF00-4233-9327-5699E6027A74}" srcOrd="0" destOrd="0" presId="urn:microsoft.com/office/officeart/2005/8/layout/orgChart1"/>
    <dgm:cxn modelId="{8DABC5B9-9248-4C4D-B8E4-B20BF958FF28}" type="presParOf" srcId="{3C2DCB88-77CB-4649-8AA5-1A5F93781FEF}" destId="{99A10533-662D-45AB-81A8-8614D513DA08}" srcOrd="1" destOrd="0" presId="urn:microsoft.com/office/officeart/2005/8/layout/orgChart1"/>
    <dgm:cxn modelId="{1D0B739E-6A39-412B-A712-F9F9E0B51A58}" type="presParOf" srcId="{FD6950E5-924D-4338-926E-1EDEAA6C1C0A}" destId="{C5B7C0D0-8BD0-48C0-B447-7AC17AA95BA7}" srcOrd="1" destOrd="0" presId="urn:microsoft.com/office/officeart/2005/8/layout/orgChart1"/>
    <dgm:cxn modelId="{80BBAFF3-5390-4013-9690-4942034671B3}" type="presParOf" srcId="{FD6950E5-924D-4338-926E-1EDEAA6C1C0A}" destId="{C5242F16-99C1-4A11-BDAD-C677D79CE136}" srcOrd="2" destOrd="0" presId="urn:microsoft.com/office/officeart/2005/8/layout/orgChart1"/>
    <dgm:cxn modelId="{E60219C0-6150-4F6F-9634-FF5B6FBA3FE1}" type="presParOf" srcId="{7B862720-FA0B-4893-9E2B-972DF9D5EA5B}" destId="{F1713110-ED7F-4673-839C-02D5FE06DA01}" srcOrd="4" destOrd="0" presId="urn:microsoft.com/office/officeart/2005/8/layout/orgChart1"/>
    <dgm:cxn modelId="{072982F2-355A-41EE-A0EE-2B9E68A425AE}" type="presParOf" srcId="{7B862720-FA0B-4893-9E2B-972DF9D5EA5B}" destId="{CC35644D-8465-40F5-AA1F-528CF0324343}" srcOrd="5" destOrd="0" presId="urn:microsoft.com/office/officeart/2005/8/layout/orgChart1"/>
    <dgm:cxn modelId="{5019CAC5-04DC-4FEB-B0D2-D676FD4CA479}" type="presParOf" srcId="{CC35644D-8465-40F5-AA1F-528CF0324343}" destId="{CDB3BC45-A66B-4A80-9296-50B2F6662420}" srcOrd="0" destOrd="0" presId="urn:microsoft.com/office/officeart/2005/8/layout/orgChart1"/>
    <dgm:cxn modelId="{295768FD-3B85-442F-8524-58F6E24807CF}" type="presParOf" srcId="{CDB3BC45-A66B-4A80-9296-50B2F6662420}" destId="{62C4B71D-10E8-4333-9B9F-B4B147ED74FA}" srcOrd="0" destOrd="0" presId="urn:microsoft.com/office/officeart/2005/8/layout/orgChart1"/>
    <dgm:cxn modelId="{8221D88C-F439-4575-A880-2423062B1195}" type="presParOf" srcId="{CDB3BC45-A66B-4A80-9296-50B2F6662420}" destId="{67E61E49-AC4C-4D5D-B7AF-B0FCB5FF958C}" srcOrd="1" destOrd="0" presId="urn:microsoft.com/office/officeart/2005/8/layout/orgChart1"/>
    <dgm:cxn modelId="{1AA72C30-F4BD-4768-8942-DA98E509E8F6}" type="presParOf" srcId="{CC35644D-8465-40F5-AA1F-528CF0324343}" destId="{442BA2AC-1E4D-4163-8D51-D5F64291FCE7}" srcOrd="1" destOrd="0" presId="urn:microsoft.com/office/officeart/2005/8/layout/orgChart1"/>
    <dgm:cxn modelId="{2908890F-8C1F-4976-B774-D475DCC960C7}" type="presParOf" srcId="{CC35644D-8465-40F5-AA1F-528CF0324343}" destId="{30FA0D4A-553B-462F-B227-52ABEEA16716}" srcOrd="2" destOrd="0" presId="urn:microsoft.com/office/officeart/2005/8/layout/orgChart1"/>
    <dgm:cxn modelId="{0345E81E-AA13-435B-8766-8F90A67D289F}" type="presParOf" srcId="{7B862720-FA0B-4893-9E2B-972DF9D5EA5B}" destId="{86C7A989-0BF3-4D96-BBB7-8070B035F86D}" srcOrd="6" destOrd="0" presId="urn:microsoft.com/office/officeart/2005/8/layout/orgChart1"/>
    <dgm:cxn modelId="{29DE4C0E-4AB5-455F-87B7-82B465541D63}" type="presParOf" srcId="{7B862720-FA0B-4893-9E2B-972DF9D5EA5B}" destId="{BCA412C3-C8EA-44A6-BE97-2973EBDA1A8F}" srcOrd="7" destOrd="0" presId="urn:microsoft.com/office/officeart/2005/8/layout/orgChart1"/>
    <dgm:cxn modelId="{4FCF10B8-D036-4472-83D9-DAB5629DD92E}" type="presParOf" srcId="{BCA412C3-C8EA-44A6-BE97-2973EBDA1A8F}" destId="{9123CDDB-53FA-4764-987B-F650DA2A19F1}" srcOrd="0" destOrd="0" presId="urn:microsoft.com/office/officeart/2005/8/layout/orgChart1"/>
    <dgm:cxn modelId="{71696B50-AAA8-40F0-A201-5CAC0F758990}" type="presParOf" srcId="{9123CDDB-53FA-4764-987B-F650DA2A19F1}" destId="{0513151C-C0A5-468B-AA3C-59A71CA04498}" srcOrd="0" destOrd="0" presId="urn:microsoft.com/office/officeart/2005/8/layout/orgChart1"/>
    <dgm:cxn modelId="{37F7B45C-43E8-495A-A832-2C354F1CF216}" type="presParOf" srcId="{9123CDDB-53FA-4764-987B-F650DA2A19F1}" destId="{8A3CCB8F-8F1F-4FDE-B271-0B1495A2DEE4}" srcOrd="1" destOrd="0" presId="urn:microsoft.com/office/officeart/2005/8/layout/orgChart1"/>
    <dgm:cxn modelId="{BA3F4A1E-CCE1-4D7A-A69F-70AA2BC81F39}" type="presParOf" srcId="{BCA412C3-C8EA-44A6-BE97-2973EBDA1A8F}" destId="{9400F6EE-A2AC-435D-98CD-DECAFB38FE84}" srcOrd="1" destOrd="0" presId="urn:microsoft.com/office/officeart/2005/8/layout/orgChart1"/>
    <dgm:cxn modelId="{FF53B450-76B8-4B4A-977A-E4BD5E97DA3D}" type="presParOf" srcId="{BCA412C3-C8EA-44A6-BE97-2973EBDA1A8F}" destId="{D7685322-A80B-4BA4-B612-88D6979E99B8}" srcOrd="2" destOrd="0" presId="urn:microsoft.com/office/officeart/2005/8/layout/orgChart1"/>
    <dgm:cxn modelId="{937ADC50-B125-417B-9C23-946BD4EF9BF7}" type="presParOf" srcId="{7B862720-FA0B-4893-9E2B-972DF9D5EA5B}" destId="{84BF238D-CEF7-4D57-9B28-4A590B241548}" srcOrd="8" destOrd="0" presId="urn:microsoft.com/office/officeart/2005/8/layout/orgChart1"/>
    <dgm:cxn modelId="{6441B592-3B02-4BFF-956E-96D9B50EE2F7}" type="presParOf" srcId="{7B862720-FA0B-4893-9E2B-972DF9D5EA5B}" destId="{BBC72B8F-9FD7-4418-9146-B2D21A8CE588}" srcOrd="9" destOrd="0" presId="urn:microsoft.com/office/officeart/2005/8/layout/orgChart1"/>
    <dgm:cxn modelId="{D6175475-8BBD-4F04-B858-1738788765FE}" type="presParOf" srcId="{BBC72B8F-9FD7-4418-9146-B2D21A8CE588}" destId="{FD5A1B3B-68AB-4724-A690-17C8E18A28C8}" srcOrd="0" destOrd="0" presId="urn:microsoft.com/office/officeart/2005/8/layout/orgChart1"/>
    <dgm:cxn modelId="{C74EEE4B-DB05-4FAF-A434-9AC39AA32600}" type="presParOf" srcId="{FD5A1B3B-68AB-4724-A690-17C8E18A28C8}" destId="{5DB3D4AA-09BF-4D9E-AAC4-C4A221E771D8}" srcOrd="0" destOrd="0" presId="urn:microsoft.com/office/officeart/2005/8/layout/orgChart1"/>
    <dgm:cxn modelId="{2DB26897-1907-4889-B43D-B914073AF02F}" type="presParOf" srcId="{FD5A1B3B-68AB-4724-A690-17C8E18A28C8}" destId="{62289886-03F6-4FB4-9DEF-38ED189E144E}" srcOrd="1" destOrd="0" presId="urn:microsoft.com/office/officeart/2005/8/layout/orgChart1"/>
    <dgm:cxn modelId="{827DAF9C-347F-4F88-9907-00945D022F2E}" type="presParOf" srcId="{BBC72B8F-9FD7-4418-9146-B2D21A8CE588}" destId="{4A0F7B82-905F-4048-BAD9-79AD1B90478C}" srcOrd="1" destOrd="0" presId="urn:microsoft.com/office/officeart/2005/8/layout/orgChart1"/>
    <dgm:cxn modelId="{C4AF7054-2F49-49EB-8A66-DF84E88ED36D}" type="presParOf" srcId="{BBC72B8F-9FD7-4418-9146-B2D21A8CE588}" destId="{24E666AE-2AC9-4DDC-A09F-DBBEB0801F1E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2" destOrd="0" presId="urn:microsoft.com/office/officeart/2005/8/layout/orgChart1"/>
    <dgm:cxn modelId="{B214A4F8-103A-482B-8524-CCED292D7BE6}" type="presParOf" srcId="{702F29B1-99E5-4896-B101-A66FF14B51F6}" destId="{FF08BDA0-A682-4884-9E7F-74783F6F0578}" srcOrd="3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A62A5D82-85E4-4209-B82D-DE4EAB696A34}" type="presParOf" srcId="{E474A6EE-A417-44C1-A518-D891C508A90A}" destId="{564AAD20-3DFB-471B-A4E2-3B3E6D6D9925}" srcOrd="0" destOrd="0" presId="urn:microsoft.com/office/officeart/2005/8/layout/orgChart1"/>
    <dgm:cxn modelId="{A9E15E24-35AF-455E-B008-AAAEB2732D0D}" type="presParOf" srcId="{E474A6EE-A417-44C1-A518-D891C508A90A}" destId="{C70CD639-9056-464F-983E-344C03BD0EE4}" srcOrd="1" destOrd="0" presId="urn:microsoft.com/office/officeart/2005/8/layout/orgChart1"/>
    <dgm:cxn modelId="{43844824-311A-48AB-9BE2-4DFA68E8C913}" type="presParOf" srcId="{C70CD639-9056-464F-983E-344C03BD0EE4}" destId="{6B0A456E-98FB-45D3-B176-B98DA1B6EF94}" srcOrd="0" destOrd="0" presId="urn:microsoft.com/office/officeart/2005/8/layout/orgChart1"/>
    <dgm:cxn modelId="{2062491A-192D-4B63-AB41-DA3636362349}" type="presParOf" srcId="{6B0A456E-98FB-45D3-B176-B98DA1B6EF94}" destId="{7AC1A9AD-63BE-4F6A-AD34-21DC5D91E076}" srcOrd="0" destOrd="0" presId="urn:microsoft.com/office/officeart/2005/8/layout/orgChart1"/>
    <dgm:cxn modelId="{4D835932-ADE0-4736-BBEB-6A4228F5E027}" type="presParOf" srcId="{6B0A456E-98FB-45D3-B176-B98DA1B6EF94}" destId="{9854E649-F997-476F-984E-9E35D73EE9AB}" srcOrd="1" destOrd="0" presId="urn:microsoft.com/office/officeart/2005/8/layout/orgChart1"/>
    <dgm:cxn modelId="{CB7471AD-0B40-4D31-B6BB-2CF046E2CDF5}" type="presParOf" srcId="{C70CD639-9056-464F-983E-344C03BD0EE4}" destId="{D90814B9-5D90-4799-BD79-B99ED19FAFE2}" srcOrd="1" destOrd="0" presId="urn:microsoft.com/office/officeart/2005/8/layout/orgChart1"/>
    <dgm:cxn modelId="{33357DA8-B9B7-4FB2-BAEE-C653704C2258}" type="presParOf" srcId="{C70CD639-9056-464F-983E-344C03BD0EE4}" destId="{9FAF3B3B-2391-4B5B-AACF-9D50BB0363FF}" srcOrd="2" destOrd="0" presId="urn:microsoft.com/office/officeart/2005/8/layout/orgChart1"/>
    <dgm:cxn modelId="{59694DD7-7CED-4F7B-B51C-19D74724E348}" type="presParOf" srcId="{E474A6EE-A417-44C1-A518-D891C508A90A}" destId="{FF1A6D1B-EF5D-4A3A-B9E6-7AE1F38E0D54}" srcOrd="2" destOrd="0" presId="urn:microsoft.com/office/officeart/2005/8/layout/orgChart1"/>
    <dgm:cxn modelId="{B2BB8582-15C7-419A-8051-CAFAAF8A6E1F}" type="presParOf" srcId="{E474A6EE-A417-44C1-A518-D891C508A90A}" destId="{FD26CFBF-5FF1-49BE-90AF-740974F7B7E1}" srcOrd="3" destOrd="0" presId="urn:microsoft.com/office/officeart/2005/8/layout/orgChart1"/>
    <dgm:cxn modelId="{C0F8995B-2B85-4322-9969-BBE7C2843CA4}" type="presParOf" srcId="{FD26CFBF-5FF1-49BE-90AF-740974F7B7E1}" destId="{5F0913EC-549F-4DB5-8715-A1CF40384054}" srcOrd="0" destOrd="0" presId="urn:microsoft.com/office/officeart/2005/8/layout/orgChart1"/>
    <dgm:cxn modelId="{42FB86E8-DFAB-4CB2-B9F3-CDA3B1DA90C7}" type="presParOf" srcId="{5F0913EC-549F-4DB5-8715-A1CF40384054}" destId="{2D629E85-ED54-466A-8FD3-968FE68BEAA8}" srcOrd="0" destOrd="0" presId="urn:microsoft.com/office/officeart/2005/8/layout/orgChart1"/>
    <dgm:cxn modelId="{40EF7F0E-3A78-4D07-9D2D-2C5BC0A62CC6}" type="presParOf" srcId="{5F0913EC-549F-4DB5-8715-A1CF40384054}" destId="{783AF7A5-C2A2-45E7-AB19-088940B88634}" srcOrd="1" destOrd="0" presId="urn:microsoft.com/office/officeart/2005/8/layout/orgChart1"/>
    <dgm:cxn modelId="{05430948-1BF2-4D04-BBCD-90201E344ED5}" type="presParOf" srcId="{FD26CFBF-5FF1-49BE-90AF-740974F7B7E1}" destId="{58C333C8-8DBC-4C1C-9A51-5725E7B1B43A}" srcOrd="1" destOrd="0" presId="urn:microsoft.com/office/officeart/2005/8/layout/orgChart1"/>
    <dgm:cxn modelId="{9B9F8990-2828-4D75-AF1E-1F0C647CDB8F}" type="presParOf" srcId="{FD26CFBF-5FF1-49BE-90AF-740974F7B7E1}" destId="{FFDD1560-DBB1-4DFD-B7D7-63B521271B0C}" srcOrd="2" destOrd="0" presId="urn:microsoft.com/office/officeart/2005/8/layout/orgChart1"/>
    <dgm:cxn modelId="{BF5A2F92-F6CA-4693-9531-4F876E7F0966}" type="presParOf" srcId="{E474A6EE-A417-44C1-A518-D891C508A90A}" destId="{4B0071ED-93D7-4E1D-A351-5438D6CE089B}" srcOrd="4" destOrd="0" presId="urn:microsoft.com/office/officeart/2005/8/layout/orgChart1"/>
    <dgm:cxn modelId="{40A2104E-1172-439E-BCF8-9E069149E61D}" type="presParOf" srcId="{E474A6EE-A417-44C1-A518-D891C508A90A}" destId="{98E96D92-4046-4DDA-8FBC-8165127A8473}" srcOrd="5" destOrd="0" presId="urn:microsoft.com/office/officeart/2005/8/layout/orgChart1"/>
    <dgm:cxn modelId="{EE80B241-977F-44F6-A91B-8E93AB0C616B}" type="presParOf" srcId="{98E96D92-4046-4DDA-8FBC-8165127A8473}" destId="{CB5D6C8B-5DBA-45A5-BDF4-FB660980CCD0}" srcOrd="0" destOrd="0" presId="urn:microsoft.com/office/officeart/2005/8/layout/orgChart1"/>
    <dgm:cxn modelId="{ABA54D52-5733-45AE-9C0D-5471ADFCE91E}" type="presParOf" srcId="{CB5D6C8B-5DBA-45A5-BDF4-FB660980CCD0}" destId="{1D5585A2-0B1F-45BC-96AB-CF2091102565}" srcOrd="0" destOrd="0" presId="urn:microsoft.com/office/officeart/2005/8/layout/orgChart1"/>
    <dgm:cxn modelId="{FC7E4290-EE07-46CF-AD2B-2DB66F6A6C48}" type="presParOf" srcId="{CB5D6C8B-5DBA-45A5-BDF4-FB660980CCD0}" destId="{14A29141-A0C5-42AC-ACB7-63F00171AF59}" srcOrd="1" destOrd="0" presId="urn:microsoft.com/office/officeart/2005/8/layout/orgChart1"/>
    <dgm:cxn modelId="{4B67675D-480A-4765-9CA3-7D24EADA208B}" type="presParOf" srcId="{98E96D92-4046-4DDA-8FBC-8165127A8473}" destId="{096B01F9-E82E-43DC-A47F-D60A273C0C7D}" srcOrd="1" destOrd="0" presId="urn:microsoft.com/office/officeart/2005/8/layout/orgChart1"/>
    <dgm:cxn modelId="{050D79F2-D0EC-478B-A46C-58D76216C693}" type="presParOf" srcId="{98E96D92-4046-4DDA-8FBC-8165127A8473}" destId="{5E53BC37-2B09-4A33-BA3C-694055495601}" srcOrd="2" destOrd="0" presId="urn:microsoft.com/office/officeart/2005/8/layout/orgChart1"/>
    <dgm:cxn modelId="{09BAC0D7-733D-4ABD-BDF6-01D895930C2B}" type="presParOf" srcId="{E474A6EE-A417-44C1-A518-D891C508A90A}" destId="{4B8033E4-F31E-4E0B-AB06-0B41E9A9F4F3}" srcOrd="6" destOrd="0" presId="urn:microsoft.com/office/officeart/2005/8/layout/orgChart1"/>
    <dgm:cxn modelId="{83700546-6FC8-4D29-83CE-021F46B0111B}" type="presParOf" srcId="{E474A6EE-A417-44C1-A518-D891C508A90A}" destId="{DCDC9BB3-7B8D-4795-8C57-A0F432B3ACDD}" srcOrd="7" destOrd="0" presId="urn:microsoft.com/office/officeart/2005/8/layout/orgChart1"/>
    <dgm:cxn modelId="{9B25794A-C2F6-4B3A-BE99-01899DB44112}" type="presParOf" srcId="{DCDC9BB3-7B8D-4795-8C57-A0F432B3ACDD}" destId="{569F9E0F-9B28-445B-95E7-F82591827726}" srcOrd="0" destOrd="0" presId="urn:microsoft.com/office/officeart/2005/8/layout/orgChart1"/>
    <dgm:cxn modelId="{48134434-DAB3-490E-8E7B-461BE970CD29}" type="presParOf" srcId="{569F9E0F-9B28-445B-95E7-F82591827726}" destId="{23733974-8C2F-4892-B1B9-EC9F171741F1}" srcOrd="0" destOrd="0" presId="urn:microsoft.com/office/officeart/2005/8/layout/orgChart1"/>
    <dgm:cxn modelId="{610746EB-C9C2-4253-800B-0BA4FC9A0874}" type="presParOf" srcId="{569F9E0F-9B28-445B-95E7-F82591827726}" destId="{28375F71-6A8B-471F-B8D1-1A6D4934EE39}" srcOrd="1" destOrd="0" presId="urn:microsoft.com/office/officeart/2005/8/layout/orgChart1"/>
    <dgm:cxn modelId="{9E7D2A0A-53A4-4836-9FD5-C2991943CA0D}" type="presParOf" srcId="{DCDC9BB3-7B8D-4795-8C57-A0F432B3ACDD}" destId="{720EB8C5-4B3D-48FA-96C2-4F7D0B2EF609}" srcOrd="1" destOrd="0" presId="urn:microsoft.com/office/officeart/2005/8/layout/orgChart1"/>
    <dgm:cxn modelId="{CA79E5DD-2AD4-41B0-8853-30532CDF317D}" type="presParOf" srcId="{DCDC9BB3-7B8D-4795-8C57-A0F432B3ACDD}" destId="{E05B9AF7-4FD2-4901-8C8D-BDFED29CB080}" srcOrd="2" destOrd="0" presId="urn:microsoft.com/office/officeart/2005/8/layout/orgChart1"/>
    <dgm:cxn modelId="{CFC6D6BC-92F0-4032-B451-8BB07534FF10}" type="presParOf" srcId="{E474A6EE-A417-44C1-A518-D891C508A90A}" destId="{A0756734-86A9-46FF-8DE2-3A4BC3721C36}" srcOrd="8" destOrd="0" presId="urn:microsoft.com/office/officeart/2005/8/layout/orgChart1"/>
    <dgm:cxn modelId="{8FE39374-DD60-4B87-9A24-AEBAA87DDA49}" type="presParOf" srcId="{E474A6EE-A417-44C1-A518-D891C508A90A}" destId="{44D0C839-4C3B-4607-9F83-8FF048F9ACEE}" srcOrd="9" destOrd="0" presId="urn:microsoft.com/office/officeart/2005/8/layout/orgChart1"/>
    <dgm:cxn modelId="{9219F3EF-5D7E-49CB-8552-D9C541185A11}" type="presParOf" srcId="{44D0C839-4C3B-4607-9F83-8FF048F9ACEE}" destId="{EAE5D660-1E8C-4DD9-85D9-3680758884DD}" srcOrd="0" destOrd="0" presId="urn:microsoft.com/office/officeart/2005/8/layout/orgChart1"/>
    <dgm:cxn modelId="{F14C0F22-CB9D-4C88-A261-921D1E2CB155}" type="presParOf" srcId="{EAE5D660-1E8C-4DD9-85D9-3680758884DD}" destId="{E0102586-25C6-472F-B5EC-76E94036F815}" srcOrd="0" destOrd="0" presId="urn:microsoft.com/office/officeart/2005/8/layout/orgChart1"/>
    <dgm:cxn modelId="{E0A444AC-D0EF-48C6-98E6-3525BF86673B}" type="presParOf" srcId="{EAE5D660-1E8C-4DD9-85D9-3680758884DD}" destId="{C0CF6DE9-6B52-4363-923B-A11791427903}" srcOrd="1" destOrd="0" presId="urn:microsoft.com/office/officeart/2005/8/layout/orgChart1"/>
    <dgm:cxn modelId="{3837E2AF-6996-421C-8935-7CEEBE00EE72}" type="presParOf" srcId="{44D0C839-4C3B-4607-9F83-8FF048F9ACEE}" destId="{E05A4C10-D08F-43DF-896C-8549C82C915E}" srcOrd="1" destOrd="0" presId="urn:microsoft.com/office/officeart/2005/8/layout/orgChart1"/>
    <dgm:cxn modelId="{BD65B5CF-E849-4928-90D8-7E40694C9527}" type="presParOf" srcId="{44D0C839-4C3B-4607-9F83-8FF048F9ACEE}" destId="{DFBAA8D7-D1CC-4C5C-A673-34FA29640050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79C889CF-5A8F-451E-8280-91A187B7FC9B}" type="presParOf" srcId="{702F29B1-99E5-4896-B101-A66FF14B51F6}" destId="{FD9A2F87-5594-4B1C-959F-6AF063EC5722}" srcOrd="4" destOrd="0" presId="urn:microsoft.com/office/officeart/2005/8/layout/orgChart1"/>
    <dgm:cxn modelId="{1576BFE1-5BA0-42F0-9F72-FD164C02F3AA}" type="presParOf" srcId="{702F29B1-99E5-4896-B101-A66FF14B51F6}" destId="{72FC4307-AF73-410D-9740-C0206929B210}" srcOrd="5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F78BA671-6E6B-46D2-952C-0CCA38781266}" type="presParOf" srcId="{14671578-2E54-4AEE-AAD1-B1C890C0F542}" destId="{9BE1465B-C014-46BE-AA8A-69E4F7987327}" srcOrd="0" destOrd="0" presId="urn:microsoft.com/office/officeart/2005/8/layout/orgChart1"/>
    <dgm:cxn modelId="{E3A9145D-005B-4D92-B9DD-85CBDED49DA5}" type="presParOf" srcId="{14671578-2E54-4AEE-AAD1-B1C890C0F542}" destId="{9559C66C-0EE9-400E-AE2A-3C29BEF6B278}" srcOrd="1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C78B8747-45BE-4D57-86E8-442A001B4DAA}" type="presParOf" srcId="{702F29B1-99E5-4896-B101-A66FF14B51F6}" destId="{AB715F41-3DE8-4126-BC5C-7F6853A72E0A}" srcOrd="6" destOrd="0" presId="urn:microsoft.com/office/officeart/2005/8/layout/orgChart1"/>
    <dgm:cxn modelId="{650E5CA4-5502-407C-97B7-57AC86481504}" type="presParOf" srcId="{702F29B1-99E5-4896-B101-A66FF14B51F6}" destId="{D5D11E4C-07B5-4093-BC6B-5770C7AD2499}" srcOrd="7" destOrd="0" presId="urn:microsoft.com/office/officeart/2005/8/layout/orgChart1"/>
    <dgm:cxn modelId="{61406EE8-F96D-4834-9015-B5AAFC9191FF}" type="presParOf" srcId="{D5D11E4C-07B5-4093-BC6B-5770C7AD2499}" destId="{71D25BD2-7A7C-4819-ADE8-416F100CB4CD}" srcOrd="0" destOrd="0" presId="urn:microsoft.com/office/officeart/2005/8/layout/orgChart1"/>
    <dgm:cxn modelId="{9B58B003-C850-4DAC-882F-98558C134682}" type="presParOf" srcId="{71D25BD2-7A7C-4819-ADE8-416F100CB4CD}" destId="{681A5CA3-05E2-4FA8-B1D3-B69782D1B36B}" srcOrd="0" destOrd="0" presId="urn:microsoft.com/office/officeart/2005/8/layout/orgChart1"/>
    <dgm:cxn modelId="{FF29E386-6F7D-46D5-B69A-AB9CC7B31AD2}" type="presParOf" srcId="{71D25BD2-7A7C-4819-ADE8-416F100CB4CD}" destId="{FB5F7C60-D31E-41C4-AE6D-E1B387F5DA14}" srcOrd="1" destOrd="0" presId="urn:microsoft.com/office/officeart/2005/8/layout/orgChart1"/>
    <dgm:cxn modelId="{F7F486BD-C3B4-4D99-9BCD-20A4CCDEAD0C}" type="presParOf" srcId="{D5D11E4C-07B5-4093-BC6B-5770C7AD2499}" destId="{DCC11849-C4AC-4258-A558-82E9CEFC96B3}" srcOrd="1" destOrd="0" presId="urn:microsoft.com/office/officeart/2005/8/layout/orgChart1"/>
    <dgm:cxn modelId="{2B82A0E5-B7D4-4E92-93DE-673C189454A2}" type="presParOf" srcId="{DCC11849-C4AC-4258-A558-82E9CEFC96B3}" destId="{BC8C04D1-9FBB-4568-8283-10EF3A0AEAD9}" srcOrd="0" destOrd="0" presId="urn:microsoft.com/office/officeart/2005/8/layout/orgChart1"/>
    <dgm:cxn modelId="{1F2209FF-36F0-4D07-9825-0DFCA21221F0}" type="presParOf" srcId="{DCC11849-C4AC-4258-A558-82E9CEFC96B3}" destId="{E2BF5340-B1C4-4842-A819-791A386122CE}" srcOrd="1" destOrd="0" presId="urn:microsoft.com/office/officeart/2005/8/layout/orgChart1"/>
    <dgm:cxn modelId="{D7642A91-E0AF-43E6-834C-B2150EB2DA68}" type="presParOf" srcId="{E2BF5340-B1C4-4842-A819-791A386122CE}" destId="{0FC9B8EC-8E65-42B0-B3FD-7B2727246DD2}" srcOrd="0" destOrd="0" presId="urn:microsoft.com/office/officeart/2005/8/layout/orgChart1"/>
    <dgm:cxn modelId="{ECB64124-D981-44EB-9605-81D3D2DC07A1}" type="presParOf" srcId="{0FC9B8EC-8E65-42B0-B3FD-7B2727246DD2}" destId="{7FFBAB03-A2CD-495E-8193-43C45052CDCC}" srcOrd="0" destOrd="0" presId="urn:microsoft.com/office/officeart/2005/8/layout/orgChart1"/>
    <dgm:cxn modelId="{F41CB0C5-5B25-414B-B4DC-3FF3B25EF326}" type="presParOf" srcId="{0FC9B8EC-8E65-42B0-B3FD-7B2727246DD2}" destId="{9D55ABE9-2DCF-4B03-B1F6-A07157D1CB9E}" srcOrd="1" destOrd="0" presId="urn:microsoft.com/office/officeart/2005/8/layout/orgChart1"/>
    <dgm:cxn modelId="{DAEDB549-4902-42D9-80AF-8C986D27A276}" type="presParOf" srcId="{E2BF5340-B1C4-4842-A819-791A386122CE}" destId="{3B6D63C7-BD03-485C-9BB1-0DF6B82D8C1B}" srcOrd="1" destOrd="0" presId="urn:microsoft.com/office/officeart/2005/8/layout/orgChart1"/>
    <dgm:cxn modelId="{B45C92F9-E452-4356-AF5D-2DE8BE19DFA8}" type="presParOf" srcId="{E2BF5340-B1C4-4842-A819-791A386122CE}" destId="{72BA3E57-9FAD-4E2D-8B25-D69E8A98204E}" srcOrd="2" destOrd="0" presId="urn:microsoft.com/office/officeart/2005/8/layout/orgChart1"/>
    <dgm:cxn modelId="{D2368F76-F931-4F1E-9C9D-FF5D665E9B6D}" type="presParOf" srcId="{DCC11849-C4AC-4258-A558-82E9CEFC96B3}" destId="{0D306F92-7CED-4125-B5B3-6581D3E0F155}" srcOrd="2" destOrd="0" presId="urn:microsoft.com/office/officeart/2005/8/layout/orgChart1"/>
    <dgm:cxn modelId="{94D444D2-2AFD-4ACA-B667-B0644BF611DC}" type="presParOf" srcId="{DCC11849-C4AC-4258-A558-82E9CEFC96B3}" destId="{74639D13-FE60-4EEA-8E74-5702E03E6EFD}" srcOrd="3" destOrd="0" presId="urn:microsoft.com/office/officeart/2005/8/layout/orgChart1"/>
    <dgm:cxn modelId="{DFAB80E8-7991-4CE3-9ECB-F9B5918AE37D}" type="presParOf" srcId="{74639D13-FE60-4EEA-8E74-5702E03E6EFD}" destId="{82193AD2-DB48-4AD7-8AAD-5A5986D42D8A}" srcOrd="0" destOrd="0" presId="urn:microsoft.com/office/officeart/2005/8/layout/orgChart1"/>
    <dgm:cxn modelId="{2FE21CF1-E9D5-49DB-82DE-89931D62643E}" type="presParOf" srcId="{82193AD2-DB48-4AD7-8AAD-5A5986D42D8A}" destId="{B2A2791D-DCBD-4922-9047-DB4CB23EE44D}" srcOrd="0" destOrd="0" presId="urn:microsoft.com/office/officeart/2005/8/layout/orgChart1"/>
    <dgm:cxn modelId="{42370699-9235-4585-B599-C5B08F6BF980}" type="presParOf" srcId="{82193AD2-DB48-4AD7-8AAD-5A5986D42D8A}" destId="{B92ED44E-3E70-475F-B948-B484811DEE9E}" srcOrd="1" destOrd="0" presId="urn:microsoft.com/office/officeart/2005/8/layout/orgChart1"/>
    <dgm:cxn modelId="{95F0DCEE-87A5-4DF7-A5CD-3BC79E4730D1}" type="presParOf" srcId="{74639D13-FE60-4EEA-8E74-5702E03E6EFD}" destId="{72AA2BA3-F7E0-4421-840E-71ED8D338648}" srcOrd="1" destOrd="0" presId="urn:microsoft.com/office/officeart/2005/8/layout/orgChart1"/>
    <dgm:cxn modelId="{4828D832-6061-4151-AA99-8CDD463B3E42}" type="presParOf" srcId="{74639D13-FE60-4EEA-8E74-5702E03E6EFD}" destId="{37633E2E-A8B0-4EB5-A8A8-F59B1B9A86CD}" srcOrd="2" destOrd="0" presId="urn:microsoft.com/office/officeart/2005/8/layout/orgChart1"/>
    <dgm:cxn modelId="{2A2550D0-B515-4AA2-8C59-A0C484B4CB5E}" type="presParOf" srcId="{DCC11849-C4AC-4258-A558-82E9CEFC96B3}" destId="{D05D2F54-0A81-4DE4-B100-7BD7A71AC1CF}" srcOrd="4" destOrd="0" presId="urn:microsoft.com/office/officeart/2005/8/layout/orgChart1"/>
    <dgm:cxn modelId="{A68A28DC-D416-4C67-B044-94B559E869D3}" type="presParOf" srcId="{DCC11849-C4AC-4258-A558-82E9CEFC96B3}" destId="{252B7DA7-8A0F-4AB5-9558-3341224C2E0E}" srcOrd="5" destOrd="0" presId="urn:microsoft.com/office/officeart/2005/8/layout/orgChart1"/>
    <dgm:cxn modelId="{94CE6B0B-69AB-4A7E-9949-DAA5CEA6C7C1}" type="presParOf" srcId="{252B7DA7-8A0F-4AB5-9558-3341224C2E0E}" destId="{5CC4DEB6-BFDB-46B3-BEDE-42028558E6F9}" srcOrd="0" destOrd="0" presId="urn:microsoft.com/office/officeart/2005/8/layout/orgChart1"/>
    <dgm:cxn modelId="{6290D6D3-B8A0-48BF-ADF3-07B5FD2E87E4}" type="presParOf" srcId="{5CC4DEB6-BFDB-46B3-BEDE-42028558E6F9}" destId="{D24F3E52-356F-4C9F-8A51-DE2828461384}" srcOrd="0" destOrd="0" presId="urn:microsoft.com/office/officeart/2005/8/layout/orgChart1"/>
    <dgm:cxn modelId="{BD0CFF70-96C6-4942-BA92-C458EF3E9A4B}" type="presParOf" srcId="{5CC4DEB6-BFDB-46B3-BEDE-42028558E6F9}" destId="{6A05F8FB-B7EC-4A69-9ADA-B4325DA2C47D}" srcOrd="1" destOrd="0" presId="urn:microsoft.com/office/officeart/2005/8/layout/orgChart1"/>
    <dgm:cxn modelId="{410D1875-3C66-47C8-A586-FCC82A24018D}" type="presParOf" srcId="{252B7DA7-8A0F-4AB5-9558-3341224C2E0E}" destId="{25EBDA97-813F-4D6B-BD7B-6C0FB6C6E2AA}" srcOrd="1" destOrd="0" presId="urn:microsoft.com/office/officeart/2005/8/layout/orgChart1"/>
    <dgm:cxn modelId="{D946FE46-D680-44A9-9D94-786E267BE3D6}" type="presParOf" srcId="{252B7DA7-8A0F-4AB5-9558-3341224C2E0E}" destId="{1533C48C-35E1-4156-8194-7796212C7011}" srcOrd="2" destOrd="0" presId="urn:microsoft.com/office/officeart/2005/8/layout/orgChart1"/>
    <dgm:cxn modelId="{306DD17E-2798-43F9-8E02-B45E456C3B45}" type="presParOf" srcId="{D5D11E4C-07B5-4093-BC6B-5770C7AD2499}" destId="{12E4547C-844C-4152-84C7-ABBEAABDE1B9}" srcOrd="2" destOrd="0" presId="urn:microsoft.com/office/officeart/2005/8/layout/orgChart1"/>
    <dgm:cxn modelId="{5D185199-4449-4FC4-A417-ADDB32F0F1FA}" type="presParOf" srcId="{702F29B1-99E5-4896-B101-A66FF14B51F6}" destId="{203CECAF-4583-4381-A15F-0B63A7CD1DC8}" srcOrd="8" destOrd="0" presId="urn:microsoft.com/office/officeart/2005/8/layout/orgChart1"/>
    <dgm:cxn modelId="{93B7AB06-19F1-4685-82BF-A131907775F0}" type="presParOf" srcId="{702F29B1-99E5-4896-B101-A66FF14B51F6}" destId="{8AA23E7D-C409-4F33-A40C-76801715EDE1}" srcOrd="9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D45714CA-2837-4C07-A19F-CC9F429D84A8}" type="presParOf" srcId="{4A709BA3-FD33-4520-B014-71D7F5D35A41}" destId="{85BCD03E-CE9A-4777-943A-BB334844FB21}" srcOrd="2" destOrd="0" presId="urn:microsoft.com/office/officeart/2005/8/layout/orgChart1"/>
    <dgm:cxn modelId="{D1BDDE7E-44E4-41E1-A18D-88F5121DB687}" type="presParOf" srcId="{4A709BA3-FD33-4520-B014-71D7F5D35A41}" destId="{E5F60121-3FD8-4535-9CE4-684496CA9C06}" srcOrd="3" destOrd="0" presId="urn:microsoft.com/office/officeart/2005/8/layout/orgChart1"/>
    <dgm:cxn modelId="{122A7FDE-535C-4EEC-84AB-4B332F20E4FF}" type="presParOf" srcId="{E5F60121-3FD8-4535-9CE4-684496CA9C06}" destId="{D2E4F928-F70A-4D9A-B990-960BFE97419C}" srcOrd="0" destOrd="0" presId="urn:microsoft.com/office/officeart/2005/8/layout/orgChart1"/>
    <dgm:cxn modelId="{FF0D2F9F-8678-49B1-ACED-315C3D87B284}" type="presParOf" srcId="{D2E4F928-F70A-4D9A-B990-960BFE97419C}" destId="{E34A4F39-2099-4BE1-8D80-1169B5BC6486}" srcOrd="0" destOrd="0" presId="urn:microsoft.com/office/officeart/2005/8/layout/orgChart1"/>
    <dgm:cxn modelId="{AA1A5DE0-6387-4780-8A3D-F6D916A62579}" type="presParOf" srcId="{D2E4F928-F70A-4D9A-B990-960BFE97419C}" destId="{4DFB6D69-0397-4657-9A72-505943A04D92}" srcOrd="1" destOrd="0" presId="urn:microsoft.com/office/officeart/2005/8/layout/orgChart1"/>
    <dgm:cxn modelId="{A830DFD0-7065-4652-8088-62E2D8FE0963}" type="presParOf" srcId="{E5F60121-3FD8-4535-9CE4-684496CA9C06}" destId="{A9A2F5E3-313A-490A-B3A4-362AD981A4D1}" srcOrd="1" destOrd="0" presId="urn:microsoft.com/office/officeart/2005/8/layout/orgChart1"/>
    <dgm:cxn modelId="{45862A0C-CD95-4CC3-844D-1138BECDF94E}" type="presParOf" srcId="{E5F60121-3FD8-4535-9CE4-684496CA9C06}" destId="{2D273CE6-ECC7-4D61-841E-538705F6DE6A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10" destOrd="0" presId="urn:microsoft.com/office/officeart/2005/8/layout/orgChart1"/>
    <dgm:cxn modelId="{CEFAC0D3-EBEA-4792-B0A5-20C33C1BF7FE}" type="presParOf" srcId="{702F29B1-99E5-4896-B101-A66FF14B51F6}" destId="{5A9F857C-6022-4AF7-BE3C-4795AB9766EF}" srcOrd="11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BACD0FC7-5FE2-47B3-863F-A31D9F66E3A1}" type="presParOf" srcId="{A98ED857-9544-4D5D-BFA5-CE9AE5B76A55}" destId="{C55928B4-4046-449B-AB23-727FBCB1F9A7}" srcOrd="0" destOrd="0" presId="urn:microsoft.com/office/officeart/2005/8/layout/orgChart1"/>
    <dgm:cxn modelId="{78D4FC76-24B1-4554-807A-323490E9B93B}" type="presParOf" srcId="{A98ED857-9544-4D5D-BFA5-CE9AE5B76A55}" destId="{ADE24847-C15D-40AE-A756-CF24A7C91152}" srcOrd="1" destOrd="0" presId="urn:microsoft.com/office/officeart/2005/8/layout/orgChart1"/>
    <dgm:cxn modelId="{568E5578-B487-4B51-A40B-032677376F21}" type="presParOf" srcId="{ADE24847-C15D-40AE-A756-CF24A7C91152}" destId="{ECCC86DC-899F-4C98-B95E-14B5D80C4D41}" srcOrd="0" destOrd="0" presId="urn:microsoft.com/office/officeart/2005/8/layout/orgChart1"/>
    <dgm:cxn modelId="{39F89871-2B03-4DFE-A5E5-8D3E636814EE}" type="presParOf" srcId="{ECCC86DC-899F-4C98-B95E-14B5D80C4D41}" destId="{77360030-3EE3-4B8B-9794-52CEFD178D66}" srcOrd="0" destOrd="0" presId="urn:microsoft.com/office/officeart/2005/8/layout/orgChart1"/>
    <dgm:cxn modelId="{CF131C16-E722-4BBD-A9D1-C554987CF59E}" type="presParOf" srcId="{ECCC86DC-899F-4C98-B95E-14B5D80C4D41}" destId="{F30BB026-BDBE-4970-A3CC-DD58B9AB9801}" srcOrd="1" destOrd="0" presId="urn:microsoft.com/office/officeart/2005/8/layout/orgChart1"/>
    <dgm:cxn modelId="{2F4116E1-115D-428B-A646-9A3D6D2E601A}" type="presParOf" srcId="{ADE24847-C15D-40AE-A756-CF24A7C91152}" destId="{083C0538-8F87-4D9B-83DE-C2F5D829A6F6}" srcOrd="1" destOrd="0" presId="urn:microsoft.com/office/officeart/2005/8/layout/orgChart1"/>
    <dgm:cxn modelId="{ACD1A159-5DF9-464B-BA3B-76D5410CA329}" type="presParOf" srcId="{ADE24847-C15D-40AE-A756-CF24A7C91152}" destId="{2ECA4D88-EB98-4B3E-8754-02ED553A5513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DBAC557E-9CD3-4296-9F14-07FF0C2E95DC}" type="presParOf" srcId="{F688486B-8119-4C85-A9EF-A98B394E5AAD}" destId="{E8D67F48-A4A3-48B7-931C-8BCBA0AA96D2}" srcOrd="0" destOrd="0" presId="urn:microsoft.com/office/officeart/2005/8/layout/orgChart1"/>
    <dgm:cxn modelId="{709F952C-7EC6-468A-AF13-2CCE6D2EC344}" type="presParOf" srcId="{F688486B-8119-4C85-A9EF-A98B394E5AAD}" destId="{91DC58F7-F1AE-41CD-B7C5-3E1A8124A370}" srcOrd="1" destOrd="0" presId="urn:microsoft.com/office/officeart/2005/8/layout/orgChart1"/>
    <dgm:cxn modelId="{0F2F2652-A31A-4A67-BE81-4AB41C8AAC80}" type="presParOf" srcId="{91DC58F7-F1AE-41CD-B7C5-3E1A8124A370}" destId="{4FA6CF6D-EB03-4445-B027-168EF37880D1}" srcOrd="0" destOrd="0" presId="urn:microsoft.com/office/officeart/2005/8/layout/orgChart1"/>
    <dgm:cxn modelId="{6A4A021D-F576-4BC9-8BFD-4C654FBC8EEA}" type="presParOf" srcId="{4FA6CF6D-EB03-4445-B027-168EF37880D1}" destId="{B18709FD-C961-458C-87D4-EEF58F63B5A8}" srcOrd="0" destOrd="0" presId="urn:microsoft.com/office/officeart/2005/8/layout/orgChart1"/>
    <dgm:cxn modelId="{92618A0F-2F73-4498-A149-83D23EFBC11E}" type="presParOf" srcId="{4FA6CF6D-EB03-4445-B027-168EF37880D1}" destId="{576D463E-B9C0-4252-AAC7-E1D900247645}" srcOrd="1" destOrd="0" presId="urn:microsoft.com/office/officeart/2005/8/layout/orgChart1"/>
    <dgm:cxn modelId="{961B773C-A5E9-4C3F-882E-36F4CC5EE8B7}" type="presParOf" srcId="{91DC58F7-F1AE-41CD-B7C5-3E1A8124A370}" destId="{EE97B4E4-F79B-47D8-A041-FB8CC1B9D30D}" srcOrd="1" destOrd="0" presId="urn:microsoft.com/office/officeart/2005/8/layout/orgChart1"/>
    <dgm:cxn modelId="{7057D270-0473-459A-A13A-34BBE12354F9}" type="presParOf" srcId="{91DC58F7-F1AE-41CD-B7C5-3E1A8124A370}" destId="{29DBBDF9-9028-450D-90A9-D62C02AD2901}" srcOrd="2" destOrd="0" presId="urn:microsoft.com/office/officeart/2005/8/layout/orgChart1"/>
    <dgm:cxn modelId="{E4D1CAC4-7A35-4891-9A90-8DD9C3D9A367}" type="presParOf" srcId="{F688486B-8119-4C85-A9EF-A98B394E5AAD}" destId="{E14CB157-309A-4C78-ABBD-AB23162D71E4}" srcOrd="2" destOrd="0" presId="urn:microsoft.com/office/officeart/2005/8/layout/orgChart1"/>
    <dgm:cxn modelId="{B2925A87-0923-40F5-BD49-60C1A06962A0}" type="presParOf" srcId="{F688486B-8119-4C85-A9EF-A98B394E5AAD}" destId="{FF2AEDAB-442B-40D6-A102-9246645845BA}" srcOrd="3" destOrd="0" presId="urn:microsoft.com/office/officeart/2005/8/layout/orgChart1"/>
    <dgm:cxn modelId="{E77DF0AA-6E2D-48AB-A79B-B3063C23A6B9}" type="presParOf" srcId="{FF2AEDAB-442B-40D6-A102-9246645845BA}" destId="{D592A7A1-DECD-4004-AE1B-D3D45FE02EAF}" srcOrd="0" destOrd="0" presId="urn:microsoft.com/office/officeart/2005/8/layout/orgChart1"/>
    <dgm:cxn modelId="{933FA2C9-D86C-4CAD-83F3-C2849740940C}" type="presParOf" srcId="{D592A7A1-DECD-4004-AE1B-D3D45FE02EAF}" destId="{36E16054-AEB6-446D-9E04-82FE69958D95}" srcOrd="0" destOrd="0" presId="urn:microsoft.com/office/officeart/2005/8/layout/orgChart1"/>
    <dgm:cxn modelId="{5AEC36E9-6847-4EFD-8D38-9139416902FA}" type="presParOf" srcId="{D592A7A1-DECD-4004-AE1B-D3D45FE02EAF}" destId="{35137DDB-A2C0-4772-A6AB-6F7AA8F35131}" srcOrd="1" destOrd="0" presId="urn:microsoft.com/office/officeart/2005/8/layout/orgChart1"/>
    <dgm:cxn modelId="{13334D1F-8A8C-480C-95BB-0E23C9C24DD7}" type="presParOf" srcId="{FF2AEDAB-442B-40D6-A102-9246645845BA}" destId="{F64D5A05-1D79-42EC-8603-FCD651B3826F}" srcOrd="1" destOrd="0" presId="urn:microsoft.com/office/officeart/2005/8/layout/orgChart1"/>
    <dgm:cxn modelId="{E12D25FA-FB3B-46C9-8A22-EADD6DF95574}" type="presParOf" srcId="{FF2AEDAB-442B-40D6-A102-9246645845BA}" destId="{DCD2A392-5A6B-40F7-B341-7955CA07C5B3}" srcOrd="2" destOrd="0" presId="urn:microsoft.com/office/officeart/2005/8/layout/orgChart1"/>
    <dgm:cxn modelId="{82019E8D-4162-4B51-91C2-243EEFCFE692}" type="presParOf" srcId="{F688486B-8119-4C85-A9EF-A98B394E5AAD}" destId="{D4880A11-5BD6-44AA-AB03-A4BB6926C22C}" srcOrd="4" destOrd="0" presId="urn:microsoft.com/office/officeart/2005/8/layout/orgChart1"/>
    <dgm:cxn modelId="{35F42F3B-2EAC-427C-A332-47B1CB9A50CA}" type="presParOf" srcId="{F688486B-8119-4C85-A9EF-A98B394E5AAD}" destId="{BF818BCC-8C73-4FD6-A405-5339DA4BF416}" srcOrd="5" destOrd="0" presId="urn:microsoft.com/office/officeart/2005/8/layout/orgChart1"/>
    <dgm:cxn modelId="{292F2A3E-057D-4699-B987-00CF0B92863F}" type="presParOf" srcId="{BF818BCC-8C73-4FD6-A405-5339DA4BF416}" destId="{49D41CE9-EAC1-4D59-BBC6-6FD0E04142C1}" srcOrd="0" destOrd="0" presId="urn:microsoft.com/office/officeart/2005/8/layout/orgChart1"/>
    <dgm:cxn modelId="{7C3FE1AC-8D8E-42E9-A5BF-6B9E84C892B9}" type="presParOf" srcId="{49D41CE9-EAC1-4D59-BBC6-6FD0E04142C1}" destId="{159C19DC-E047-4A5C-AAA1-740643A0849B}" srcOrd="0" destOrd="0" presId="urn:microsoft.com/office/officeart/2005/8/layout/orgChart1"/>
    <dgm:cxn modelId="{B4A71783-F5F4-43BA-97C4-F692BFC91D51}" type="presParOf" srcId="{49D41CE9-EAC1-4D59-BBC6-6FD0E04142C1}" destId="{C6F85F13-46E5-48E0-966F-8C44C0B247C4}" srcOrd="1" destOrd="0" presId="urn:microsoft.com/office/officeart/2005/8/layout/orgChart1"/>
    <dgm:cxn modelId="{BB0FB25A-ABF9-428E-ABDE-63726793633E}" type="presParOf" srcId="{BF818BCC-8C73-4FD6-A405-5339DA4BF416}" destId="{DC9911D0-7FED-46BB-A821-96DB279E1FD1}" srcOrd="1" destOrd="0" presId="urn:microsoft.com/office/officeart/2005/8/layout/orgChart1"/>
    <dgm:cxn modelId="{922E9666-2246-4C11-8AA6-F9BCDA1CC00E}" type="presParOf" srcId="{BF818BCC-8C73-4FD6-A405-5339DA4BF416}" destId="{6D4C7FB0-4140-4C20-8225-EB61556629FD}" srcOrd="2" destOrd="0" presId="urn:microsoft.com/office/officeart/2005/8/layout/orgChart1"/>
    <dgm:cxn modelId="{4B7F835E-CBFF-4077-9367-D1E3E8E2F544}" type="presParOf" srcId="{F688486B-8119-4C85-A9EF-A98B394E5AAD}" destId="{5A8A1EA5-5F12-47AF-AC64-9CD7C44DD8D4}" srcOrd="6" destOrd="0" presId="urn:microsoft.com/office/officeart/2005/8/layout/orgChart1"/>
    <dgm:cxn modelId="{5093AE06-0FB3-41B8-A21A-27F600BD2E50}" type="presParOf" srcId="{F688486B-8119-4C85-A9EF-A98B394E5AAD}" destId="{E8CE402C-5E9F-424E-8E1C-142D9A19A131}" srcOrd="7" destOrd="0" presId="urn:microsoft.com/office/officeart/2005/8/layout/orgChart1"/>
    <dgm:cxn modelId="{6409B627-6252-4B31-9DF2-FF59CF2BBA27}" type="presParOf" srcId="{E8CE402C-5E9F-424E-8E1C-142D9A19A131}" destId="{A77F5BD1-8A82-4437-995C-E352F441EF21}" srcOrd="0" destOrd="0" presId="urn:microsoft.com/office/officeart/2005/8/layout/orgChart1"/>
    <dgm:cxn modelId="{72E81172-7C17-4FCE-B2CD-4FAD06F74802}" type="presParOf" srcId="{A77F5BD1-8A82-4437-995C-E352F441EF21}" destId="{2D1B7DA1-A44A-47F6-9B0A-21F429892108}" srcOrd="0" destOrd="0" presId="urn:microsoft.com/office/officeart/2005/8/layout/orgChart1"/>
    <dgm:cxn modelId="{15EC6135-CCD0-4973-A60A-61F033A3EBAD}" type="presParOf" srcId="{A77F5BD1-8A82-4437-995C-E352F441EF21}" destId="{21021DC4-54C9-41F3-B65B-A7FDC7AF1983}" srcOrd="1" destOrd="0" presId="urn:microsoft.com/office/officeart/2005/8/layout/orgChart1"/>
    <dgm:cxn modelId="{FFCEB2F4-5A3B-409B-9FF3-0B1C6D34ABFB}" type="presParOf" srcId="{E8CE402C-5E9F-424E-8E1C-142D9A19A131}" destId="{F065319F-6568-4DF5-8416-0F7883135F7C}" srcOrd="1" destOrd="0" presId="urn:microsoft.com/office/officeart/2005/8/layout/orgChart1"/>
    <dgm:cxn modelId="{6DE933D5-B18B-4515-A676-EABF9F7A71F9}" type="presParOf" srcId="{E8CE402C-5E9F-424E-8E1C-142D9A19A131}" destId="{7FE2E4E6-A5CB-4F45-B92E-FD8B7C1D794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ESPORTE, LAZER E JUVENTUDE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/>
      <dgm:spPr/>
      <dgm:t>
        <a:bodyPr/>
        <a:lstStyle/>
        <a:p>
          <a:r>
            <a:rPr lang="pt-BR" dirty="0"/>
            <a:t>Divisão de Esporte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de Lazer e Juventude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88E06C40-96DC-4D4B-BC8C-0C30B390CB3E}">
      <dgm:prSet/>
      <dgm:spPr/>
      <dgm:t>
        <a:bodyPr/>
        <a:lstStyle/>
        <a:p>
          <a:r>
            <a:rPr lang="pt-BR" dirty="0"/>
            <a:t>Setor de Apoio Administrativo</a:t>
          </a:r>
        </a:p>
      </dgm:t>
    </dgm:pt>
    <dgm:pt modelId="{018B78BD-B31E-4C32-8E0C-EBD453F6B883}" type="parTrans" cxnId="{2B95F382-C0E8-43C1-A467-68E9B40B98A3}">
      <dgm:prSet/>
      <dgm:spPr/>
      <dgm:t>
        <a:bodyPr/>
        <a:lstStyle/>
        <a:p>
          <a:endParaRPr lang="pt-BR"/>
        </a:p>
      </dgm:t>
    </dgm:pt>
    <dgm:pt modelId="{15B1626C-BB30-4D77-AF8E-6E1B56262CFC}" type="sibTrans" cxnId="{2B95F382-C0E8-43C1-A467-68E9B40B98A3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FD6354AE-0E0D-4746-8C8F-72B718BAE5B4}">
      <dgm:prSet/>
      <dgm:spPr/>
      <dgm:t>
        <a:bodyPr/>
        <a:lstStyle/>
        <a:p>
          <a:r>
            <a:rPr lang="pt-BR" dirty="0"/>
            <a:t>Setor de Manutenção de Prédios e Suprimentos</a:t>
          </a:r>
        </a:p>
      </dgm:t>
    </dgm:pt>
    <dgm:pt modelId="{7F147E9E-7532-4FA8-902F-58B75CEACCCE}" type="parTrans" cxnId="{A1C0759F-46DF-46BE-8CFD-2D016BD45C3F}">
      <dgm:prSet/>
      <dgm:spPr/>
      <dgm:t>
        <a:bodyPr/>
        <a:lstStyle/>
        <a:p>
          <a:endParaRPr lang="pt-BR"/>
        </a:p>
      </dgm:t>
    </dgm:pt>
    <dgm:pt modelId="{5FECAADB-CDF5-4558-8D0F-13B7158CBA90}" type="sibTrans" cxnId="{A1C0759F-46DF-46BE-8CFD-2D016BD45C3F}">
      <dgm:prSet/>
      <dgm:spPr/>
      <dgm:t>
        <a:bodyPr/>
        <a:lstStyle/>
        <a:p>
          <a:endParaRPr lang="pt-BR"/>
        </a:p>
      </dgm:t>
    </dgm:pt>
    <dgm:pt modelId="{522FCDFA-75EC-42F5-9470-CDFE12334B46}">
      <dgm:prSet/>
      <dgm:spPr/>
      <dgm:t>
        <a:bodyPr/>
        <a:lstStyle/>
        <a:p>
          <a:r>
            <a:rPr lang="pt-BR" dirty="0"/>
            <a:t>Setor de Coordenação Esportiva</a:t>
          </a:r>
        </a:p>
      </dgm:t>
    </dgm:pt>
    <dgm:pt modelId="{93D88299-9343-4D19-904C-1B75D9B86A41}" type="parTrans" cxnId="{96A3968A-7FE6-4FF6-A5B0-D3DA196C3D9D}">
      <dgm:prSet/>
      <dgm:spPr/>
      <dgm:t>
        <a:bodyPr/>
        <a:lstStyle/>
        <a:p>
          <a:endParaRPr lang="pt-BR"/>
        </a:p>
      </dgm:t>
    </dgm:pt>
    <dgm:pt modelId="{E365FBAF-0184-4BD0-92A0-E3F326D8429D}" type="sibTrans" cxnId="{96A3968A-7FE6-4FF6-A5B0-D3DA196C3D9D}">
      <dgm:prSet/>
      <dgm:spPr/>
      <dgm:t>
        <a:bodyPr/>
        <a:lstStyle/>
        <a:p>
          <a:endParaRPr lang="pt-BR"/>
        </a:p>
      </dgm:t>
    </dgm:pt>
    <dgm:pt modelId="{E805C673-92D2-4D4D-86FF-5E937AABAE3A}">
      <dgm:prSet/>
      <dgm:spPr/>
      <dgm:t>
        <a:bodyPr/>
        <a:lstStyle/>
        <a:p>
          <a:r>
            <a:rPr lang="pt-BR" dirty="0"/>
            <a:t>Setor de Coordenação, Lazer e Juventude</a:t>
          </a:r>
        </a:p>
      </dgm:t>
    </dgm:pt>
    <dgm:pt modelId="{BAA922EA-6F7E-40F5-9D1E-6522C35CEB91}" type="parTrans" cxnId="{810A09D6-43D6-4DE0-8C47-B466CF5D7CAE}">
      <dgm:prSet/>
      <dgm:spPr/>
      <dgm:t>
        <a:bodyPr/>
        <a:lstStyle/>
        <a:p>
          <a:endParaRPr lang="pt-BR"/>
        </a:p>
      </dgm:t>
    </dgm:pt>
    <dgm:pt modelId="{C6893843-F7E5-4A0F-A5B3-3BD39EDF6824}" type="sibTrans" cxnId="{810A09D6-43D6-4DE0-8C47-B466CF5D7CAE}">
      <dgm:prSet/>
      <dgm:spPr/>
      <dgm:t>
        <a:bodyPr/>
        <a:lstStyle/>
        <a:p>
          <a:endParaRPr lang="pt-BR"/>
        </a:p>
      </dgm:t>
    </dgm:pt>
    <dgm:pt modelId="{2BC9FFE5-F4A1-48FF-B26A-E25A523EDD7A}">
      <dgm:prSet/>
      <dgm:spPr/>
      <dgm:t>
        <a:bodyPr/>
        <a:lstStyle/>
        <a:p>
          <a:r>
            <a:rPr lang="pt-BR" dirty="0"/>
            <a:t>Setor de Projetos e Eventos</a:t>
          </a:r>
        </a:p>
      </dgm:t>
    </dgm:pt>
    <dgm:pt modelId="{9C9ED4F1-0A4F-4C48-9BFB-E3202DE6D4CE}" type="parTrans" cxnId="{1EB776CD-DABB-4F51-9616-9195D8788B9F}">
      <dgm:prSet/>
      <dgm:spPr/>
      <dgm:t>
        <a:bodyPr/>
        <a:lstStyle/>
        <a:p>
          <a:endParaRPr lang="pt-BR"/>
        </a:p>
      </dgm:t>
    </dgm:pt>
    <dgm:pt modelId="{8EBC1E25-589A-4D2D-BDAA-CCD10833DE31}" type="sibTrans" cxnId="{1EB776CD-DABB-4F51-9616-9195D8788B9F}">
      <dgm:prSet/>
      <dgm:spPr/>
      <dgm:t>
        <a:bodyPr/>
        <a:lstStyle/>
        <a:p>
          <a:endParaRPr lang="pt-BR"/>
        </a:p>
      </dgm:t>
    </dgm:pt>
    <dgm:pt modelId="{636DA05C-0A14-4E1E-AC1C-05FF0882ABDD}">
      <dgm:prSet/>
      <dgm:spPr/>
      <dgm:t>
        <a:bodyPr/>
        <a:lstStyle/>
        <a:p>
          <a:r>
            <a:rPr lang="pt-BR" dirty="0"/>
            <a:t>Setor de Coordenação do Complexo Esportivo</a:t>
          </a:r>
        </a:p>
      </dgm:t>
    </dgm:pt>
    <dgm:pt modelId="{78FC396E-E2A1-4E2E-B498-0CFC0C56EFF3}" type="parTrans" cxnId="{B377C923-3176-40C4-B1F7-0AA3FCE5F1CA}">
      <dgm:prSet/>
      <dgm:spPr/>
      <dgm:t>
        <a:bodyPr/>
        <a:lstStyle/>
        <a:p>
          <a:endParaRPr lang="pt-BR"/>
        </a:p>
      </dgm:t>
    </dgm:pt>
    <dgm:pt modelId="{39E14E9B-BF85-4E26-A858-B08968F017C0}" type="sibTrans" cxnId="{B377C923-3176-40C4-B1F7-0AA3FCE5F1CA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5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3" custLinFactNeighborY="-1203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3"/>
      <dgm:spPr/>
    </dgm:pt>
    <dgm:pt modelId="{1AE3AE86-6140-492A-A11F-E9F65F76A19E}" type="pres">
      <dgm:prSet presAssocID="{9E543093-51AF-482F-A54F-41BA2B290BE8}" presName="hierChild4" presStyleCnt="0"/>
      <dgm:spPr/>
    </dgm:pt>
    <dgm:pt modelId="{A39CBD37-BE0C-483B-AC0E-521CDA8DDACF}" type="pres">
      <dgm:prSet presAssocID="{018B78BD-B31E-4C32-8E0C-EBD453F6B883}" presName="Name37" presStyleLbl="parChTrans1D3" presStyleIdx="0" presStyleCnt="6"/>
      <dgm:spPr/>
    </dgm:pt>
    <dgm:pt modelId="{EC7290E3-AFFD-478E-B860-1F57184E6DFA}" type="pres">
      <dgm:prSet presAssocID="{88E06C40-96DC-4D4B-BC8C-0C30B390CB3E}" presName="hierRoot2" presStyleCnt="0">
        <dgm:presLayoutVars>
          <dgm:hierBranch val="init"/>
        </dgm:presLayoutVars>
      </dgm:prSet>
      <dgm:spPr/>
    </dgm:pt>
    <dgm:pt modelId="{B27FDAC8-E56D-4D67-9693-12BA6AB1BC83}" type="pres">
      <dgm:prSet presAssocID="{88E06C40-96DC-4D4B-BC8C-0C30B390CB3E}" presName="rootComposite" presStyleCnt="0"/>
      <dgm:spPr/>
    </dgm:pt>
    <dgm:pt modelId="{5701B72A-98C3-43CA-9882-2BCEEC40F442}" type="pres">
      <dgm:prSet presAssocID="{88E06C40-96DC-4D4B-BC8C-0C30B390CB3E}" presName="rootText" presStyleLbl="node3" presStyleIdx="0" presStyleCnt="6" custLinFactNeighborY="-9624">
        <dgm:presLayoutVars>
          <dgm:chPref val="3"/>
        </dgm:presLayoutVars>
      </dgm:prSet>
      <dgm:spPr/>
    </dgm:pt>
    <dgm:pt modelId="{0F5E245C-84CA-4A39-84A3-4C0A474E6F38}" type="pres">
      <dgm:prSet presAssocID="{88E06C40-96DC-4D4B-BC8C-0C30B390CB3E}" presName="rootConnector" presStyleLbl="node3" presStyleIdx="0" presStyleCnt="6"/>
      <dgm:spPr/>
    </dgm:pt>
    <dgm:pt modelId="{4257568B-9FFA-4F0D-B913-F7BB3F8425AC}" type="pres">
      <dgm:prSet presAssocID="{88E06C40-96DC-4D4B-BC8C-0C30B390CB3E}" presName="hierChild4" presStyleCnt="0"/>
      <dgm:spPr/>
    </dgm:pt>
    <dgm:pt modelId="{5B9A6EEA-0F6D-4B12-96E8-6DD237EE651B}" type="pres">
      <dgm:prSet presAssocID="{88E06C40-96DC-4D4B-BC8C-0C30B390CB3E}" presName="hierChild5" presStyleCnt="0"/>
      <dgm:spPr/>
    </dgm:pt>
    <dgm:pt modelId="{0AC9D73A-7404-4FEA-B7DF-3549806EDC48}" type="pres">
      <dgm:prSet presAssocID="{9C9ED4F1-0A4F-4C48-9BFB-E3202DE6D4CE}" presName="Name37" presStyleLbl="parChTrans1D3" presStyleIdx="1" presStyleCnt="6"/>
      <dgm:spPr/>
    </dgm:pt>
    <dgm:pt modelId="{BC3CA465-3F8C-4A00-AA28-F1078FDAB4BC}" type="pres">
      <dgm:prSet presAssocID="{2BC9FFE5-F4A1-48FF-B26A-E25A523EDD7A}" presName="hierRoot2" presStyleCnt="0">
        <dgm:presLayoutVars>
          <dgm:hierBranch val="init"/>
        </dgm:presLayoutVars>
      </dgm:prSet>
      <dgm:spPr/>
    </dgm:pt>
    <dgm:pt modelId="{9024C3C7-30C2-4F27-9C68-289D347B1A7F}" type="pres">
      <dgm:prSet presAssocID="{2BC9FFE5-F4A1-48FF-B26A-E25A523EDD7A}" presName="rootComposite" presStyleCnt="0"/>
      <dgm:spPr/>
    </dgm:pt>
    <dgm:pt modelId="{EFF9EC79-145E-4F8C-B6F1-D158FA5678BE}" type="pres">
      <dgm:prSet presAssocID="{2BC9FFE5-F4A1-48FF-B26A-E25A523EDD7A}" presName="rootText" presStyleLbl="node3" presStyleIdx="1" presStyleCnt="6" custLinFactNeighborY="-18045">
        <dgm:presLayoutVars>
          <dgm:chPref val="3"/>
        </dgm:presLayoutVars>
      </dgm:prSet>
      <dgm:spPr/>
    </dgm:pt>
    <dgm:pt modelId="{9A39A6FA-01C1-4345-8A0F-1868BE92F07A}" type="pres">
      <dgm:prSet presAssocID="{2BC9FFE5-F4A1-48FF-B26A-E25A523EDD7A}" presName="rootConnector" presStyleLbl="node3" presStyleIdx="1" presStyleCnt="6"/>
      <dgm:spPr/>
    </dgm:pt>
    <dgm:pt modelId="{17133EC1-27E7-4FE4-949B-9544C9DDFB6A}" type="pres">
      <dgm:prSet presAssocID="{2BC9FFE5-F4A1-48FF-B26A-E25A523EDD7A}" presName="hierChild4" presStyleCnt="0"/>
      <dgm:spPr/>
    </dgm:pt>
    <dgm:pt modelId="{C89296C0-D66E-45DD-AD29-06A73243F2B0}" type="pres">
      <dgm:prSet presAssocID="{2BC9FFE5-F4A1-48FF-B26A-E25A523EDD7A}" presName="hierChild5" presStyleCnt="0"/>
      <dgm:spPr/>
    </dgm:pt>
    <dgm:pt modelId="{106F574B-0A1D-48D9-B2DD-E8F1DE5D7BAD}" type="pres">
      <dgm:prSet presAssocID="{7F147E9E-7532-4FA8-902F-58B75CEACCCE}" presName="Name37" presStyleLbl="parChTrans1D3" presStyleIdx="2" presStyleCnt="6"/>
      <dgm:spPr/>
    </dgm:pt>
    <dgm:pt modelId="{CC40D075-DD29-47E9-95A5-5AA4E9492BAC}" type="pres">
      <dgm:prSet presAssocID="{FD6354AE-0E0D-4746-8C8F-72B718BAE5B4}" presName="hierRoot2" presStyleCnt="0">
        <dgm:presLayoutVars>
          <dgm:hierBranch val="init"/>
        </dgm:presLayoutVars>
      </dgm:prSet>
      <dgm:spPr/>
    </dgm:pt>
    <dgm:pt modelId="{CFBF6ABD-95CF-4AF4-BE1E-41ECD98BCB5F}" type="pres">
      <dgm:prSet presAssocID="{FD6354AE-0E0D-4746-8C8F-72B718BAE5B4}" presName="rootComposite" presStyleCnt="0"/>
      <dgm:spPr/>
    </dgm:pt>
    <dgm:pt modelId="{3B6F644C-485D-4B70-9EBE-5F458289EAEA}" type="pres">
      <dgm:prSet presAssocID="{FD6354AE-0E0D-4746-8C8F-72B718BAE5B4}" presName="rootText" presStyleLbl="node3" presStyleIdx="2" presStyleCnt="6" custLinFactNeighborY="-24060">
        <dgm:presLayoutVars>
          <dgm:chPref val="3"/>
        </dgm:presLayoutVars>
      </dgm:prSet>
      <dgm:spPr/>
    </dgm:pt>
    <dgm:pt modelId="{8BEDBD6B-1E57-4C63-B39D-13C6A0E58CFE}" type="pres">
      <dgm:prSet presAssocID="{FD6354AE-0E0D-4746-8C8F-72B718BAE5B4}" presName="rootConnector" presStyleLbl="node3" presStyleIdx="2" presStyleCnt="6"/>
      <dgm:spPr/>
    </dgm:pt>
    <dgm:pt modelId="{C60EBB5F-1BD8-464A-82F7-A3993E9EF8CB}" type="pres">
      <dgm:prSet presAssocID="{FD6354AE-0E0D-4746-8C8F-72B718BAE5B4}" presName="hierChild4" presStyleCnt="0"/>
      <dgm:spPr/>
    </dgm:pt>
    <dgm:pt modelId="{0E099C7F-533E-484F-9539-0C2886AB556F}" type="pres">
      <dgm:prSet presAssocID="{FD6354AE-0E0D-4746-8C8F-72B718BAE5B4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B71F6333-D23C-4EC2-9267-E9A3826C993D}" type="pres">
      <dgm:prSet presAssocID="{5AC1D850-6AE5-4AB4-956F-DCCF850FE0A3}" presName="Name37" presStyleLbl="parChTrans1D2" presStyleIdx="1" presStyleCnt="5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1" presStyleCnt="3" custLinFactNeighborY="-1203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1" presStyleCnt="3"/>
      <dgm:spPr/>
    </dgm:pt>
    <dgm:pt modelId="{7B862720-FA0B-4893-9E2B-972DF9D5EA5B}" type="pres">
      <dgm:prSet presAssocID="{3A9BC52B-E42D-4E47-9B73-E9B7E19108F2}" presName="hierChild4" presStyleCnt="0"/>
      <dgm:spPr/>
    </dgm:pt>
    <dgm:pt modelId="{69AF7652-E118-4855-ACC9-452536A42045}" type="pres">
      <dgm:prSet presAssocID="{93D88299-9343-4D19-904C-1B75D9B86A41}" presName="Name37" presStyleLbl="parChTrans1D3" presStyleIdx="3" presStyleCnt="6"/>
      <dgm:spPr/>
    </dgm:pt>
    <dgm:pt modelId="{AF6843C7-C10B-40A2-AA1C-074693072D48}" type="pres">
      <dgm:prSet presAssocID="{522FCDFA-75EC-42F5-9470-CDFE12334B46}" presName="hierRoot2" presStyleCnt="0">
        <dgm:presLayoutVars>
          <dgm:hierBranch val="init"/>
        </dgm:presLayoutVars>
      </dgm:prSet>
      <dgm:spPr/>
    </dgm:pt>
    <dgm:pt modelId="{CAF72E8D-7960-43F3-B844-9A6D9A298F49}" type="pres">
      <dgm:prSet presAssocID="{522FCDFA-75EC-42F5-9470-CDFE12334B46}" presName="rootComposite" presStyleCnt="0"/>
      <dgm:spPr/>
    </dgm:pt>
    <dgm:pt modelId="{D350832A-6911-4506-A561-F967D033700E}" type="pres">
      <dgm:prSet presAssocID="{522FCDFA-75EC-42F5-9470-CDFE12334B46}" presName="rootText" presStyleLbl="node3" presStyleIdx="3" presStyleCnt="6" custLinFactNeighborY="-7218">
        <dgm:presLayoutVars>
          <dgm:chPref val="3"/>
        </dgm:presLayoutVars>
      </dgm:prSet>
      <dgm:spPr/>
    </dgm:pt>
    <dgm:pt modelId="{9A7B4AD5-BC73-49A4-8470-15E98CD8109B}" type="pres">
      <dgm:prSet presAssocID="{522FCDFA-75EC-42F5-9470-CDFE12334B46}" presName="rootConnector" presStyleLbl="node3" presStyleIdx="3" presStyleCnt="6"/>
      <dgm:spPr/>
    </dgm:pt>
    <dgm:pt modelId="{DED0289B-3252-404B-88CE-2B921F6908EE}" type="pres">
      <dgm:prSet presAssocID="{522FCDFA-75EC-42F5-9470-CDFE12334B46}" presName="hierChild4" presStyleCnt="0"/>
      <dgm:spPr/>
    </dgm:pt>
    <dgm:pt modelId="{F400CC78-83F4-42DD-B534-4442E3CED4E3}" type="pres">
      <dgm:prSet presAssocID="{522FCDFA-75EC-42F5-9470-CDFE12334B46}" presName="hierChild5" presStyleCnt="0"/>
      <dgm:spPr/>
    </dgm:pt>
    <dgm:pt modelId="{5AED5CE3-3E44-42DA-87DA-A00F9178169D}" type="pres">
      <dgm:prSet presAssocID="{78FC396E-E2A1-4E2E-B498-0CFC0C56EFF3}" presName="Name37" presStyleLbl="parChTrans1D3" presStyleIdx="4" presStyleCnt="6"/>
      <dgm:spPr/>
    </dgm:pt>
    <dgm:pt modelId="{2EDA0BC7-C307-4DEB-BDF8-F2AE7384BA79}" type="pres">
      <dgm:prSet presAssocID="{636DA05C-0A14-4E1E-AC1C-05FF0882ABDD}" presName="hierRoot2" presStyleCnt="0">
        <dgm:presLayoutVars>
          <dgm:hierBranch val="init"/>
        </dgm:presLayoutVars>
      </dgm:prSet>
      <dgm:spPr/>
    </dgm:pt>
    <dgm:pt modelId="{E7992B95-BF0D-4082-953F-D997136830C9}" type="pres">
      <dgm:prSet presAssocID="{636DA05C-0A14-4E1E-AC1C-05FF0882ABDD}" presName="rootComposite" presStyleCnt="0"/>
      <dgm:spPr/>
    </dgm:pt>
    <dgm:pt modelId="{186C8BAF-DA14-4941-BFCC-1DF7501681D7}" type="pres">
      <dgm:prSet presAssocID="{636DA05C-0A14-4E1E-AC1C-05FF0882ABDD}" presName="rootText" presStyleLbl="node3" presStyleIdx="4" presStyleCnt="6" custLinFactNeighborY="-14436">
        <dgm:presLayoutVars>
          <dgm:chPref val="3"/>
        </dgm:presLayoutVars>
      </dgm:prSet>
      <dgm:spPr/>
    </dgm:pt>
    <dgm:pt modelId="{19771B3B-8BF5-40CD-B575-6CB10B5DB258}" type="pres">
      <dgm:prSet presAssocID="{636DA05C-0A14-4E1E-AC1C-05FF0882ABDD}" presName="rootConnector" presStyleLbl="node3" presStyleIdx="4" presStyleCnt="6"/>
      <dgm:spPr/>
    </dgm:pt>
    <dgm:pt modelId="{78F49067-E5C8-4811-BEF3-25601832AB12}" type="pres">
      <dgm:prSet presAssocID="{636DA05C-0A14-4E1E-AC1C-05FF0882ABDD}" presName="hierChild4" presStyleCnt="0"/>
      <dgm:spPr/>
    </dgm:pt>
    <dgm:pt modelId="{E01BB584-EDE3-4B31-BA3B-680EC5D818E9}" type="pres">
      <dgm:prSet presAssocID="{636DA05C-0A14-4E1E-AC1C-05FF0882ABDD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2" presStyleCnt="5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2" presStyleCnt="3" custLinFactNeighborY="-1203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2" presStyleCnt="3"/>
      <dgm:spPr/>
    </dgm:pt>
    <dgm:pt modelId="{E474A6EE-A417-44C1-A518-D891C508A90A}" type="pres">
      <dgm:prSet presAssocID="{1A95DD40-0793-4AFF-A9DD-159E3D55C96B}" presName="hierChild4" presStyleCnt="0"/>
      <dgm:spPr/>
    </dgm:pt>
    <dgm:pt modelId="{551F8C98-B2B2-4102-A99E-B5CF67691CF2}" type="pres">
      <dgm:prSet presAssocID="{BAA922EA-6F7E-40F5-9D1E-6522C35CEB91}" presName="Name37" presStyleLbl="parChTrans1D3" presStyleIdx="5" presStyleCnt="6"/>
      <dgm:spPr/>
    </dgm:pt>
    <dgm:pt modelId="{35ADD897-BD73-47FC-A3DA-70716B66EACD}" type="pres">
      <dgm:prSet presAssocID="{E805C673-92D2-4D4D-86FF-5E937AABAE3A}" presName="hierRoot2" presStyleCnt="0">
        <dgm:presLayoutVars>
          <dgm:hierBranch val="init"/>
        </dgm:presLayoutVars>
      </dgm:prSet>
      <dgm:spPr/>
    </dgm:pt>
    <dgm:pt modelId="{4AE5E912-6CEE-4495-AF2B-1A1FE3834BAF}" type="pres">
      <dgm:prSet presAssocID="{E805C673-92D2-4D4D-86FF-5E937AABAE3A}" presName="rootComposite" presStyleCnt="0"/>
      <dgm:spPr/>
    </dgm:pt>
    <dgm:pt modelId="{CBAD961B-C075-4AEC-97DB-0DBA4AE7CDC9}" type="pres">
      <dgm:prSet presAssocID="{E805C673-92D2-4D4D-86FF-5E937AABAE3A}" presName="rootText" presStyleLbl="node3" presStyleIdx="5" presStyleCnt="6" custLinFactNeighborY="-7218">
        <dgm:presLayoutVars>
          <dgm:chPref val="3"/>
        </dgm:presLayoutVars>
      </dgm:prSet>
      <dgm:spPr/>
    </dgm:pt>
    <dgm:pt modelId="{819D84F0-AE3C-471B-8D6B-76A2940EA430}" type="pres">
      <dgm:prSet presAssocID="{E805C673-92D2-4D4D-86FF-5E937AABAE3A}" presName="rootConnector" presStyleLbl="node3" presStyleIdx="5" presStyleCnt="6"/>
      <dgm:spPr/>
    </dgm:pt>
    <dgm:pt modelId="{FB43D99D-7D7F-48CF-B0A3-A487725C34FE}" type="pres">
      <dgm:prSet presAssocID="{E805C673-92D2-4D4D-86FF-5E937AABAE3A}" presName="hierChild4" presStyleCnt="0"/>
      <dgm:spPr/>
    </dgm:pt>
    <dgm:pt modelId="{A656D364-6F80-4884-9450-87B99582B822}" type="pres">
      <dgm:prSet presAssocID="{E805C673-92D2-4D4D-86FF-5E937AABAE3A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3" presStyleCnt="5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28029" custLinFactNeighborX="-2250" custLinFactNeighborY="-4812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4" presStyleCnt="5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27888" custLinFactNeighborY="-4812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65471B0E-641B-4FA7-B536-BC4BFF8DE91D}" type="presOf" srcId="{9C9ED4F1-0A4F-4C48-9BFB-E3202DE6D4CE}" destId="{0AC9D73A-7404-4FEA-B7DF-3549806EDC48}" srcOrd="0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B377C923-3176-40C4-B1F7-0AA3FCE5F1CA}" srcId="{3A9BC52B-E42D-4E47-9B73-E9B7E19108F2}" destId="{636DA05C-0A14-4E1E-AC1C-05FF0882ABDD}" srcOrd="1" destOrd="0" parTransId="{78FC396E-E2A1-4E2E-B498-0CFC0C56EFF3}" sibTransId="{39E14E9B-BF85-4E26-A858-B08968F017C0}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DF10C32A-D239-4A66-AA3F-F09D1D6959EA}" type="presOf" srcId="{522FCDFA-75EC-42F5-9470-CDFE12334B46}" destId="{D350832A-6911-4506-A561-F967D033700E}" srcOrd="0" destOrd="0" presId="urn:microsoft.com/office/officeart/2005/8/layout/orgChart1"/>
    <dgm:cxn modelId="{8D468530-5DF2-4BF5-8B24-6AA4548C52B8}" srcId="{BDA3E80D-83D1-43CB-89EA-5529CB9AAA78}" destId="{3A9BC52B-E42D-4E47-9B73-E9B7E19108F2}" srcOrd="2" destOrd="0" parTransId="{5AC1D850-6AE5-4AB4-956F-DCCF850FE0A3}" sibTransId="{780907FE-2876-4E95-AB0C-17F0421E1145}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A4D75939-0CB5-4FEC-A597-0A8605B9F105}" type="presOf" srcId="{FD6354AE-0E0D-4746-8C8F-72B718BAE5B4}" destId="{8BEDBD6B-1E57-4C63-B39D-13C6A0E58CFE}" srcOrd="1" destOrd="0" presId="urn:microsoft.com/office/officeart/2005/8/layout/orgChart1"/>
    <dgm:cxn modelId="{87A7633A-C662-43EF-B5CC-B10106CF9A8C}" type="presOf" srcId="{BAA922EA-6F7E-40F5-9D1E-6522C35CEB91}" destId="{551F8C98-B2B2-4102-A99E-B5CF67691CF2}" srcOrd="0" destOrd="0" presId="urn:microsoft.com/office/officeart/2005/8/layout/orgChart1"/>
    <dgm:cxn modelId="{CFBCAF3B-227F-4AFB-97E9-18572C4FB837}" type="presOf" srcId="{522FCDFA-75EC-42F5-9470-CDFE12334B46}" destId="{9A7B4AD5-BC73-49A4-8470-15E98CD8109B}" srcOrd="1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2F00CC65-2B21-4CC2-B5D9-EAB20BFD303C}" type="presOf" srcId="{88E06C40-96DC-4D4B-BC8C-0C30B390CB3E}" destId="{0F5E245C-84CA-4A39-84A3-4C0A474E6F38}" srcOrd="1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AA26BD76-198D-45CC-8E0D-3534B09C8CAF}" type="presOf" srcId="{636DA05C-0A14-4E1E-AC1C-05FF0882ABDD}" destId="{19771B3B-8BF5-40CD-B575-6CB10B5DB258}" srcOrd="1" destOrd="0" presId="urn:microsoft.com/office/officeart/2005/8/layout/orgChart1"/>
    <dgm:cxn modelId="{3E420A57-C061-43FC-83B8-6873B69FB79E}" type="presOf" srcId="{78FC396E-E2A1-4E2E-B498-0CFC0C56EFF3}" destId="{5AED5CE3-3E44-42DA-87DA-A00F9178169D}" srcOrd="0" destOrd="0" presId="urn:microsoft.com/office/officeart/2005/8/layout/orgChart1"/>
    <dgm:cxn modelId="{24A34D77-C3B1-4140-AE1C-491B84D7D846}" type="presOf" srcId="{2BC9FFE5-F4A1-48FF-B26A-E25A523EDD7A}" destId="{EFF9EC79-145E-4F8C-B6F1-D158FA5678BE}" srcOrd="0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2B95F382-C0E8-43C1-A467-68E9B40B98A3}" srcId="{9E543093-51AF-482F-A54F-41BA2B290BE8}" destId="{88E06C40-96DC-4D4B-BC8C-0C30B390CB3E}" srcOrd="0" destOrd="0" parTransId="{018B78BD-B31E-4C32-8E0C-EBD453F6B883}" sibTransId="{15B1626C-BB30-4D77-AF8E-6E1B56262CFC}"/>
    <dgm:cxn modelId="{96A3968A-7FE6-4FF6-A5B0-D3DA196C3D9D}" srcId="{3A9BC52B-E42D-4E47-9B73-E9B7E19108F2}" destId="{522FCDFA-75EC-42F5-9470-CDFE12334B46}" srcOrd="0" destOrd="0" parTransId="{93D88299-9343-4D19-904C-1B75D9B86A41}" sibTransId="{E365FBAF-0184-4BD0-92A0-E3F326D8429D}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A1C0759F-46DF-46BE-8CFD-2D016BD45C3F}" srcId="{9E543093-51AF-482F-A54F-41BA2B290BE8}" destId="{FD6354AE-0E0D-4746-8C8F-72B718BAE5B4}" srcOrd="2" destOrd="0" parTransId="{7F147E9E-7532-4FA8-902F-58B75CEACCCE}" sibTransId="{5FECAADB-CDF5-4558-8D0F-13B7158CBA90}"/>
    <dgm:cxn modelId="{563766A4-04BD-455F-89F9-4E02BF1D6603}" type="presOf" srcId="{93D88299-9343-4D19-904C-1B75D9B86A41}" destId="{69AF7652-E118-4855-ACC9-452536A42045}" srcOrd="0" destOrd="0" presId="urn:microsoft.com/office/officeart/2005/8/layout/orgChart1"/>
    <dgm:cxn modelId="{0A882DB3-1EF5-4F44-AA76-861761B2ED2A}" type="presOf" srcId="{88E06C40-96DC-4D4B-BC8C-0C30B390CB3E}" destId="{5701B72A-98C3-43CA-9882-2BCEEC40F442}" srcOrd="0" destOrd="0" presId="urn:microsoft.com/office/officeart/2005/8/layout/orgChart1"/>
    <dgm:cxn modelId="{B8B3CDB4-AC51-473C-8749-CA6113378C01}" srcId="{BDA3E80D-83D1-43CB-89EA-5529CB9AAA78}" destId="{7D8A1772-F4D4-4657-90BE-B299B52DCFE4}" srcOrd="4" destOrd="0" parTransId="{2679EB4B-6431-4250-9196-BFEE43F033D3}" sibTransId="{5E217CC2-1A40-4683-B554-76BB84B50F9E}"/>
    <dgm:cxn modelId="{0AB12EB6-E165-45C9-B200-1B6CDB8EC658}" type="presOf" srcId="{E805C673-92D2-4D4D-86FF-5E937AABAE3A}" destId="{CBAD961B-C075-4AEC-97DB-0DBA4AE7CDC9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F27260B8-582B-404E-A06A-C65881FCDC6A}" type="presOf" srcId="{018B78BD-B31E-4C32-8E0C-EBD453F6B883}" destId="{A39CBD37-BE0C-483B-AC0E-521CDA8DDACF}" srcOrd="0" destOrd="0" presId="urn:microsoft.com/office/officeart/2005/8/layout/orgChart1"/>
    <dgm:cxn modelId="{92ABF9BC-C858-4437-9AF3-ED180521321A}" type="presOf" srcId="{FD6354AE-0E0D-4746-8C8F-72B718BAE5B4}" destId="{3B6F644C-485D-4B70-9EBE-5F458289EAEA}" srcOrd="0" destOrd="0" presId="urn:microsoft.com/office/officeart/2005/8/layout/orgChart1"/>
    <dgm:cxn modelId="{515D84C3-6F5B-4E5A-BEA6-AAB0B367D494}" type="presOf" srcId="{636DA05C-0A14-4E1E-AC1C-05FF0882ABDD}" destId="{186C8BAF-DA14-4941-BFCC-1DF7501681D7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1EB776CD-DABB-4F51-9616-9195D8788B9F}" srcId="{9E543093-51AF-482F-A54F-41BA2B290BE8}" destId="{2BC9FFE5-F4A1-48FF-B26A-E25A523EDD7A}" srcOrd="1" destOrd="0" parTransId="{9C9ED4F1-0A4F-4C48-9BFB-E3202DE6D4CE}" sibTransId="{8EBC1E25-589A-4D2D-BDAA-CCD10833DE31}"/>
    <dgm:cxn modelId="{810A09D6-43D6-4DE0-8C47-B466CF5D7CAE}" srcId="{1A95DD40-0793-4AFF-A9DD-159E3D55C96B}" destId="{E805C673-92D2-4D4D-86FF-5E937AABAE3A}" srcOrd="0" destOrd="0" parTransId="{BAA922EA-6F7E-40F5-9D1E-6522C35CEB91}" sibTransId="{C6893843-F7E5-4A0F-A5B3-3BD39EDF6824}"/>
    <dgm:cxn modelId="{61425AD9-AC9B-443E-AF35-705387CCE341}" type="presOf" srcId="{7F147E9E-7532-4FA8-902F-58B75CEACCCE}" destId="{106F574B-0A1D-48D9-B2DD-E8F1DE5D7BAD}" srcOrd="0" destOrd="0" presId="urn:microsoft.com/office/officeart/2005/8/layout/orgChart1"/>
    <dgm:cxn modelId="{9E1CA6E7-89CB-4A9B-99B9-9461893E5181}" srcId="{BDA3E80D-83D1-43CB-89EA-5529CB9AAA78}" destId="{1A95DD40-0793-4AFF-A9DD-159E3D55C96B}" srcOrd="3" destOrd="0" parTransId="{45DDB93D-9EFB-4128-A28A-2E2244F4E1C0}" sibTransId="{3D4DCA69-CF03-4958-8F2F-B72D1C4FD8FB}"/>
    <dgm:cxn modelId="{8E17E5E8-CAC4-4092-A528-B507DAD8B736}" type="presOf" srcId="{2BC9FFE5-F4A1-48FF-B26A-E25A523EDD7A}" destId="{9A39A6FA-01C1-4345-8A0F-1868BE92F07A}" srcOrd="1" destOrd="0" presId="urn:microsoft.com/office/officeart/2005/8/layout/orgChart1"/>
    <dgm:cxn modelId="{471E16EA-222E-452F-9E1D-559A5FC6DDFB}" type="presOf" srcId="{E805C673-92D2-4D4D-86FF-5E937AABAE3A}" destId="{819D84F0-AE3C-471B-8D6B-76A2940EA430}" srcOrd="1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D1D78548-7D77-4946-9C94-236A56ED1A91}" type="presParOf" srcId="{1AE3AE86-6140-492A-A11F-E9F65F76A19E}" destId="{A39CBD37-BE0C-483B-AC0E-521CDA8DDACF}" srcOrd="0" destOrd="0" presId="urn:microsoft.com/office/officeart/2005/8/layout/orgChart1"/>
    <dgm:cxn modelId="{EB8F037F-73F3-475F-B4DC-48BAE3153487}" type="presParOf" srcId="{1AE3AE86-6140-492A-A11F-E9F65F76A19E}" destId="{EC7290E3-AFFD-478E-B860-1F57184E6DFA}" srcOrd="1" destOrd="0" presId="urn:microsoft.com/office/officeart/2005/8/layout/orgChart1"/>
    <dgm:cxn modelId="{5C1B7F46-A3F6-4436-BA39-BED23F3660E3}" type="presParOf" srcId="{EC7290E3-AFFD-478E-B860-1F57184E6DFA}" destId="{B27FDAC8-E56D-4D67-9693-12BA6AB1BC83}" srcOrd="0" destOrd="0" presId="urn:microsoft.com/office/officeart/2005/8/layout/orgChart1"/>
    <dgm:cxn modelId="{53701783-A445-4335-824C-0790F148ADA5}" type="presParOf" srcId="{B27FDAC8-E56D-4D67-9693-12BA6AB1BC83}" destId="{5701B72A-98C3-43CA-9882-2BCEEC40F442}" srcOrd="0" destOrd="0" presId="urn:microsoft.com/office/officeart/2005/8/layout/orgChart1"/>
    <dgm:cxn modelId="{EF526346-6DA7-4775-955F-064D290B3A99}" type="presParOf" srcId="{B27FDAC8-E56D-4D67-9693-12BA6AB1BC83}" destId="{0F5E245C-84CA-4A39-84A3-4C0A474E6F38}" srcOrd="1" destOrd="0" presId="urn:microsoft.com/office/officeart/2005/8/layout/orgChart1"/>
    <dgm:cxn modelId="{D2ACC3F2-345A-445A-8E45-10F2D569C421}" type="presParOf" srcId="{EC7290E3-AFFD-478E-B860-1F57184E6DFA}" destId="{4257568B-9FFA-4F0D-B913-F7BB3F8425AC}" srcOrd="1" destOrd="0" presId="urn:microsoft.com/office/officeart/2005/8/layout/orgChart1"/>
    <dgm:cxn modelId="{9A6E607C-2433-40D9-8B3C-B79C7D9EFD91}" type="presParOf" srcId="{EC7290E3-AFFD-478E-B860-1F57184E6DFA}" destId="{5B9A6EEA-0F6D-4B12-96E8-6DD237EE651B}" srcOrd="2" destOrd="0" presId="urn:microsoft.com/office/officeart/2005/8/layout/orgChart1"/>
    <dgm:cxn modelId="{ED7ED16E-897B-4E5C-8732-58A1F0694E64}" type="presParOf" srcId="{1AE3AE86-6140-492A-A11F-E9F65F76A19E}" destId="{0AC9D73A-7404-4FEA-B7DF-3549806EDC48}" srcOrd="2" destOrd="0" presId="urn:microsoft.com/office/officeart/2005/8/layout/orgChart1"/>
    <dgm:cxn modelId="{B71A85E9-6CE9-4D07-86D3-567F96DE57A3}" type="presParOf" srcId="{1AE3AE86-6140-492A-A11F-E9F65F76A19E}" destId="{BC3CA465-3F8C-4A00-AA28-F1078FDAB4BC}" srcOrd="3" destOrd="0" presId="urn:microsoft.com/office/officeart/2005/8/layout/orgChart1"/>
    <dgm:cxn modelId="{1510C311-109D-4541-AA95-5B0B5DB67361}" type="presParOf" srcId="{BC3CA465-3F8C-4A00-AA28-F1078FDAB4BC}" destId="{9024C3C7-30C2-4F27-9C68-289D347B1A7F}" srcOrd="0" destOrd="0" presId="urn:microsoft.com/office/officeart/2005/8/layout/orgChart1"/>
    <dgm:cxn modelId="{EB3A5CD1-A36A-474A-8A7E-0979C6727F2A}" type="presParOf" srcId="{9024C3C7-30C2-4F27-9C68-289D347B1A7F}" destId="{EFF9EC79-145E-4F8C-B6F1-D158FA5678BE}" srcOrd="0" destOrd="0" presId="urn:microsoft.com/office/officeart/2005/8/layout/orgChart1"/>
    <dgm:cxn modelId="{E7B12126-A472-4C3A-8E16-4EF506FE8C8A}" type="presParOf" srcId="{9024C3C7-30C2-4F27-9C68-289D347B1A7F}" destId="{9A39A6FA-01C1-4345-8A0F-1868BE92F07A}" srcOrd="1" destOrd="0" presId="urn:microsoft.com/office/officeart/2005/8/layout/orgChart1"/>
    <dgm:cxn modelId="{A482DA7E-9C00-4805-B418-156E5C418CB2}" type="presParOf" srcId="{BC3CA465-3F8C-4A00-AA28-F1078FDAB4BC}" destId="{17133EC1-27E7-4FE4-949B-9544C9DDFB6A}" srcOrd="1" destOrd="0" presId="urn:microsoft.com/office/officeart/2005/8/layout/orgChart1"/>
    <dgm:cxn modelId="{AC7AB0DD-45E4-4309-97A6-F66E6C875019}" type="presParOf" srcId="{BC3CA465-3F8C-4A00-AA28-F1078FDAB4BC}" destId="{C89296C0-D66E-45DD-AD29-06A73243F2B0}" srcOrd="2" destOrd="0" presId="urn:microsoft.com/office/officeart/2005/8/layout/orgChart1"/>
    <dgm:cxn modelId="{AC88AA3D-3FE6-4AED-B525-7D4F24CF3E1E}" type="presParOf" srcId="{1AE3AE86-6140-492A-A11F-E9F65F76A19E}" destId="{106F574B-0A1D-48D9-B2DD-E8F1DE5D7BAD}" srcOrd="4" destOrd="0" presId="urn:microsoft.com/office/officeart/2005/8/layout/orgChart1"/>
    <dgm:cxn modelId="{18B7A8E8-F9E9-4DC4-A46E-FBD9ED6D11AC}" type="presParOf" srcId="{1AE3AE86-6140-492A-A11F-E9F65F76A19E}" destId="{CC40D075-DD29-47E9-95A5-5AA4E9492BAC}" srcOrd="5" destOrd="0" presId="urn:microsoft.com/office/officeart/2005/8/layout/orgChart1"/>
    <dgm:cxn modelId="{0A5C3A0E-4981-47B8-AACD-147DF41B572F}" type="presParOf" srcId="{CC40D075-DD29-47E9-95A5-5AA4E9492BAC}" destId="{CFBF6ABD-95CF-4AF4-BE1E-41ECD98BCB5F}" srcOrd="0" destOrd="0" presId="urn:microsoft.com/office/officeart/2005/8/layout/orgChart1"/>
    <dgm:cxn modelId="{8674E034-DD9C-4893-A355-9B77494E09D3}" type="presParOf" srcId="{CFBF6ABD-95CF-4AF4-BE1E-41ECD98BCB5F}" destId="{3B6F644C-485D-4B70-9EBE-5F458289EAEA}" srcOrd="0" destOrd="0" presId="urn:microsoft.com/office/officeart/2005/8/layout/orgChart1"/>
    <dgm:cxn modelId="{3DC99716-2747-4421-B76E-FCD7B289D52F}" type="presParOf" srcId="{CFBF6ABD-95CF-4AF4-BE1E-41ECD98BCB5F}" destId="{8BEDBD6B-1E57-4C63-B39D-13C6A0E58CFE}" srcOrd="1" destOrd="0" presId="urn:microsoft.com/office/officeart/2005/8/layout/orgChart1"/>
    <dgm:cxn modelId="{0445F51F-83EF-4A05-8BD2-FAB8A85FCF75}" type="presParOf" srcId="{CC40D075-DD29-47E9-95A5-5AA4E9492BAC}" destId="{C60EBB5F-1BD8-464A-82F7-A3993E9EF8CB}" srcOrd="1" destOrd="0" presId="urn:microsoft.com/office/officeart/2005/8/layout/orgChart1"/>
    <dgm:cxn modelId="{BD7AD49A-F64F-45F1-807E-C5274813C1C6}" type="presParOf" srcId="{CC40D075-DD29-47E9-95A5-5AA4E9492BAC}" destId="{0E099C7F-533E-484F-9539-0C2886AB556F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E3A2D788-4BDB-4306-8DE1-0F0BDFCFF675}" type="presParOf" srcId="{702F29B1-99E5-4896-B101-A66FF14B51F6}" destId="{B71F6333-D23C-4EC2-9267-E9A3826C993D}" srcOrd="2" destOrd="0" presId="urn:microsoft.com/office/officeart/2005/8/layout/orgChart1"/>
    <dgm:cxn modelId="{7086632C-5806-4DE1-B9A3-82289A55AEA4}" type="presParOf" srcId="{702F29B1-99E5-4896-B101-A66FF14B51F6}" destId="{51990EDA-0367-4D88-990E-8597E6563A36}" srcOrd="3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4FFF01A0-A8D8-4403-A865-21FE4C1E81C3}" type="presParOf" srcId="{7B862720-FA0B-4893-9E2B-972DF9D5EA5B}" destId="{69AF7652-E118-4855-ACC9-452536A42045}" srcOrd="0" destOrd="0" presId="urn:microsoft.com/office/officeart/2005/8/layout/orgChart1"/>
    <dgm:cxn modelId="{89D3D622-84C2-4758-8DAB-EE51680E4757}" type="presParOf" srcId="{7B862720-FA0B-4893-9E2B-972DF9D5EA5B}" destId="{AF6843C7-C10B-40A2-AA1C-074693072D48}" srcOrd="1" destOrd="0" presId="urn:microsoft.com/office/officeart/2005/8/layout/orgChart1"/>
    <dgm:cxn modelId="{64DD4118-5854-4FF7-8610-15FB73F9DB80}" type="presParOf" srcId="{AF6843C7-C10B-40A2-AA1C-074693072D48}" destId="{CAF72E8D-7960-43F3-B844-9A6D9A298F49}" srcOrd="0" destOrd="0" presId="urn:microsoft.com/office/officeart/2005/8/layout/orgChart1"/>
    <dgm:cxn modelId="{288543C3-EDBA-4CA0-9813-4718D0674DC4}" type="presParOf" srcId="{CAF72E8D-7960-43F3-B844-9A6D9A298F49}" destId="{D350832A-6911-4506-A561-F967D033700E}" srcOrd="0" destOrd="0" presId="urn:microsoft.com/office/officeart/2005/8/layout/orgChart1"/>
    <dgm:cxn modelId="{794B323D-5DB7-4F51-A8E9-D3A1AE186CAF}" type="presParOf" srcId="{CAF72E8D-7960-43F3-B844-9A6D9A298F49}" destId="{9A7B4AD5-BC73-49A4-8470-15E98CD8109B}" srcOrd="1" destOrd="0" presId="urn:microsoft.com/office/officeart/2005/8/layout/orgChart1"/>
    <dgm:cxn modelId="{736DF8DF-0241-4CEF-A1E2-332FA9C06E31}" type="presParOf" srcId="{AF6843C7-C10B-40A2-AA1C-074693072D48}" destId="{DED0289B-3252-404B-88CE-2B921F6908EE}" srcOrd="1" destOrd="0" presId="urn:microsoft.com/office/officeart/2005/8/layout/orgChart1"/>
    <dgm:cxn modelId="{7F11CA2A-DB5A-43E7-A60A-E85A891234E3}" type="presParOf" srcId="{AF6843C7-C10B-40A2-AA1C-074693072D48}" destId="{F400CC78-83F4-42DD-B534-4442E3CED4E3}" srcOrd="2" destOrd="0" presId="urn:microsoft.com/office/officeart/2005/8/layout/orgChart1"/>
    <dgm:cxn modelId="{DB92AC62-D906-404E-BB8B-853C8A6D7F38}" type="presParOf" srcId="{7B862720-FA0B-4893-9E2B-972DF9D5EA5B}" destId="{5AED5CE3-3E44-42DA-87DA-A00F9178169D}" srcOrd="2" destOrd="0" presId="urn:microsoft.com/office/officeart/2005/8/layout/orgChart1"/>
    <dgm:cxn modelId="{1C3FD2FD-2392-47BE-80D6-8748BFD13690}" type="presParOf" srcId="{7B862720-FA0B-4893-9E2B-972DF9D5EA5B}" destId="{2EDA0BC7-C307-4DEB-BDF8-F2AE7384BA79}" srcOrd="3" destOrd="0" presId="urn:microsoft.com/office/officeart/2005/8/layout/orgChart1"/>
    <dgm:cxn modelId="{A49E8B0A-D158-4587-AF91-0A96B8EAABBD}" type="presParOf" srcId="{2EDA0BC7-C307-4DEB-BDF8-F2AE7384BA79}" destId="{E7992B95-BF0D-4082-953F-D997136830C9}" srcOrd="0" destOrd="0" presId="urn:microsoft.com/office/officeart/2005/8/layout/orgChart1"/>
    <dgm:cxn modelId="{87F03045-35D5-4C2F-8419-3C8EE2E4A267}" type="presParOf" srcId="{E7992B95-BF0D-4082-953F-D997136830C9}" destId="{186C8BAF-DA14-4941-BFCC-1DF7501681D7}" srcOrd="0" destOrd="0" presId="urn:microsoft.com/office/officeart/2005/8/layout/orgChart1"/>
    <dgm:cxn modelId="{B04DBB13-C8C6-4D10-B207-EF932C53BFB5}" type="presParOf" srcId="{E7992B95-BF0D-4082-953F-D997136830C9}" destId="{19771B3B-8BF5-40CD-B575-6CB10B5DB258}" srcOrd="1" destOrd="0" presId="urn:microsoft.com/office/officeart/2005/8/layout/orgChart1"/>
    <dgm:cxn modelId="{CFE5B5BA-B4DC-4901-A005-99F4D5C0CA2A}" type="presParOf" srcId="{2EDA0BC7-C307-4DEB-BDF8-F2AE7384BA79}" destId="{78F49067-E5C8-4811-BEF3-25601832AB12}" srcOrd="1" destOrd="0" presId="urn:microsoft.com/office/officeart/2005/8/layout/orgChart1"/>
    <dgm:cxn modelId="{A83AA2C5-00C0-4D43-9882-874089DA712A}" type="presParOf" srcId="{2EDA0BC7-C307-4DEB-BDF8-F2AE7384BA79}" destId="{E01BB584-EDE3-4B31-BA3B-680EC5D818E9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4" destOrd="0" presId="urn:microsoft.com/office/officeart/2005/8/layout/orgChart1"/>
    <dgm:cxn modelId="{B214A4F8-103A-482B-8524-CCED292D7BE6}" type="presParOf" srcId="{702F29B1-99E5-4896-B101-A66FF14B51F6}" destId="{FF08BDA0-A682-4884-9E7F-74783F6F0578}" srcOrd="5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B4BF50AE-F0B3-4694-AF24-B9603ECB7160}" type="presParOf" srcId="{E474A6EE-A417-44C1-A518-D891C508A90A}" destId="{551F8C98-B2B2-4102-A99E-B5CF67691CF2}" srcOrd="0" destOrd="0" presId="urn:microsoft.com/office/officeart/2005/8/layout/orgChart1"/>
    <dgm:cxn modelId="{8BEB825C-3486-42E1-92B0-4622BD356A0A}" type="presParOf" srcId="{E474A6EE-A417-44C1-A518-D891C508A90A}" destId="{35ADD897-BD73-47FC-A3DA-70716B66EACD}" srcOrd="1" destOrd="0" presId="urn:microsoft.com/office/officeart/2005/8/layout/orgChart1"/>
    <dgm:cxn modelId="{BA35F7A3-7782-4872-BE48-3C07E4FF50EE}" type="presParOf" srcId="{35ADD897-BD73-47FC-A3DA-70716B66EACD}" destId="{4AE5E912-6CEE-4495-AF2B-1A1FE3834BAF}" srcOrd="0" destOrd="0" presId="urn:microsoft.com/office/officeart/2005/8/layout/orgChart1"/>
    <dgm:cxn modelId="{FED1523C-421D-4936-AF01-0C3A55F55729}" type="presParOf" srcId="{4AE5E912-6CEE-4495-AF2B-1A1FE3834BAF}" destId="{CBAD961B-C075-4AEC-97DB-0DBA4AE7CDC9}" srcOrd="0" destOrd="0" presId="urn:microsoft.com/office/officeart/2005/8/layout/orgChart1"/>
    <dgm:cxn modelId="{C186DFB9-71AC-43FB-9462-E9A00CB907F8}" type="presParOf" srcId="{4AE5E912-6CEE-4495-AF2B-1A1FE3834BAF}" destId="{819D84F0-AE3C-471B-8D6B-76A2940EA430}" srcOrd="1" destOrd="0" presId="urn:microsoft.com/office/officeart/2005/8/layout/orgChart1"/>
    <dgm:cxn modelId="{09091F60-C217-4C31-AD63-B8ED7093CF4D}" type="presParOf" srcId="{35ADD897-BD73-47FC-A3DA-70716B66EACD}" destId="{FB43D99D-7D7F-48CF-B0A3-A487725C34FE}" srcOrd="1" destOrd="0" presId="urn:microsoft.com/office/officeart/2005/8/layout/orgChart1"/>
    <dgm:cxn modelId="{686B8BA2-2C2B-42E6-B752-D9FD745D6C20}" type="presParOf" srcId="{35ADD897-BD73-47FC-A3DA-70716B66EACD}" destId="{A656D364-6F80-4884-9450-87B99582B822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TURISMO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FUNDO MUNICIPAL DO TURISMO - FUMTUR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Administrativa, Planejamento, Desenvolvimento e Infraestrutura Turística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88E06C40-96DC-4D4B-BC8C-0C30B390CB3E}">
      <dgm:prSet/>
      <dgm:spPr/>
      <dgm:t>
        <a:bodyPr/>
        <a:lstStyle/>
        <a:p>
          <a:r>
            <a:rPr lang="pt-BR" dirty="0"/>
            <a:t>Setor Administrativo e Infraestrutura Turística</a:t>
          </a:r>
        </a:p>
      </dgm:t>
    </dgm:pt>
    <dgm:pt modelId="{018B78BD-B31E-4C32-8E0C-EBD453F6B883}" type="parTrans" cxnId="{2B95F382-C0E8-43C1-A467-68E9B40B98A3}">
      <dgm:prSet/>
      <dgm:spPr/>
      <dgm:t>
        <a:bodyPr/>
        <a:lstStyle/>
        <a:p>
          <a:endParaRPr lang="pt-BR"/>
        </a:p>
      </dgm:t>
    </dgm:pt>
    <dgm:pt modelId="{15B1626C-BB30-4D77-AF8E-6E1B56262CFC}" type="sibTrans" cxnId="{2B95F382-C0E8-43C1-A467-68E9B40B98A3}">
      <dgm:prSet/>
      <dgm:spPr/>
      <dgm:t>
        <a:bodyPr/>
        <a:lstStyle/>
        <a:p>
          <a:endParaRPr lang="pt-BR"/>
        </a:p>
      </dgm:t>
    </dgm:pt>
    <dgm:pt modelId="{E5AEA43F-25C9-4387-B383-04F0775BFE30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8E0DC5EC-21E0-4782-8FBD-618C8BE3264A}" type="parTrans" cxnId="{0BA7E6C0-1040-4D81-B489-F8ECAD98A951}">
      <dgm:prSet/>
      <dgm:spPr/>
      <dgm:t>
        <a:bodyPr/>
        <a:lstStyle/>
        <a:p>
          <a:endParaRPr lang="pt-BR"/>
        </a:p>
      </dgm:t>
    </dgm:pt>
    <dgm:pt modelId="{8DB57107-7FC2-4B97-955F-C2BAAA609FFC}" type="sibTrans" cxnId="{0BA7E6C0-1040-4D81-B489-F8ECAD98A951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Eventos, Parcerias, Desenvolvimento e Suporte aos Atrativos Turísticos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Eventos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Suporte aos Atrativos Turísticos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5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2" custLinFactNeighborY="-8421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2"/>
      <dgm:spPr/>
    </dgm:pt>
    <dgm:pt modelId="{1AE3AE86-6140-492A-A11F-E9F65F76A19E}" type="pres">
      <dgm:prSet presAssocID="{9E543093-51AF-482F-A54F-41BA2B290BE8}" presName="hierChild4" presStyleCnt="0"/>
      <dgm:spPr/>
    </dgm:pt>
    <dgm:pt modelId="{A39CBD37-BE0C-483B-AC0E-521CDA8DDACF}" type="pres">
      <dgm:prSet presAssocID="{018B78BD-B31E-4C32-8E0C-EBD453F6B883}" presName="Name37" presStyleLbl="parChTrans1D3" presStyleIdx="0" presStyleCnt="3"/>
      <dgm:spPr/>
    </dgm:pt>
    <dgm:pt modelId="{EC7290E3-AFFD-478E-B860-1F57184E6DFA}" type="pres">
      <dgm:prSet presAssocID="{88E06C40-96DC-4D4B-BC8C-0C30B390CB3E}" presName="hierRoot2" presStyleCnt="0">
        <dgm:presLayoutVars>
          <dgm:hierBranch val="init"/>
        </dgm:presLayoutVars>
      </dgm:prSet>
      <dgm:spPr/>
    </dgm:pt>
    <dgm:pt modelId="{B27FDAC8-E56D-4D67-9693-12BA6AB1BC83}" type="pres">
      <dgm:prSet presAssocID="{88E06C40-96DC-4D4B-BC8C-0C30B390CB3E}" presName="rootComposite" presStyleCnt="0"/>
      <dgm:spPr/>
    </dgm:pt>
    <dgm:pt modelId="{5701B72A-98C3-43CA-9882-2BCEEC40F442}" type="pres">
      <dgm:prSet presAssocID="{88E06C40-96DC-4D4B-BC8C-0C30B390CB3E}" presName="rootText" presStyleLbl="node3" presStyleIdx="0" presStyleCnt="3" custLinFactNeighborY="-15639">
        <dgm:presLayoutVars>
          <dgm:chPref val="3"/>
        </dgm:presLayoutVars>
      </dgm:prSet>
      <dgm:spPr/>
    </dgm:pt>
    <dgm:pt modelId="{0F5E245C-84CA-4A39-84A3-4C0A474E6F38}" type="pres">
      <dgm:prSet presAssocID="{88E06C40-96DC-4D4B-BC8C-0C30B390CB3E}" presName="rootConnector" presStyleLbl="node3" presStyleIdx="0" presStyleCnt="3"/>
      <dgm:spPr/>
    </dgm:pt>
    <dgm:pt modelId="{4257568B-9FFA-4F0D-B913-F7BB3F8425AC}" type="pres">
      <dgm:prSet presAssocID="{88E06C40-96DC-4D4B-BC8C-0C30B390CB3E}" presName="hierChild4" presStyleCnt="0"/>
      <dgm:spPr/>
    </dgm:pt>
    <dgm:pt modelId="{5B9A6EEA-0F6D-4B12-96E8-6DD237EE651B}" type="pres">
      <dgm:prSet presAssocID="{88E06C40-96DC-4D4B-BC8C-0C30B390CB3E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1" presStyleCnt="5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1" presStyleCnt="2" custLinFactNeighborY="-8421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1" presStyleCnt="2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1" presStyleCnt="3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1" presStyleCnt="3" custLinFactNeighborY="-15639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1" presStyleCnt="3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2" presStyleCnt="3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2" presStyleCnt="3" custLinFactNeighborX="601" custLinFactNeighborY="-28866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2" presStyleCnt="3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2" presStyleCnt="5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3" custScaleX="155388" custLinFactNeighborY="-3609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3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3" presStyleCnt="5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3" custScaleX="129396" custLinFactY="29110" custLinFactNeighborY="100000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3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  <dgm:pt modelId="{E8D67F48-A4A3-48B7-931C-8BCBA0AA96D2}" type="pres">
      <dgm:prSet presAssocID="{8E0DC5EC-21E0-4782-8FBD-618C8BE3264A}" presName="Name111" presStyleLbl="parChTrans1D2" presStyleIdx="4" presStyleCnt="5"/>
      <dgm:spPr/>
    </dgm:pt>
    <dgm:pt modelId="{91DC58F7-F1AE-41CD-B7C5-3E1A8124A370}" type="pres">
      <dgm:prSet presAssocID="{E5AEA43F-25C9-4387-B383-04F0775BFE30}" presName="hierRoot3" presStyleCnt="0">
        <dgm:presLayoutVars>
          <dgm:hierBranch val="init"/>
        </dgm:presLayoutVars>
      </dgm:prSet>
      <dgm:spPr/>
    </dgm:pt>
    <dgm:pt modelId="{4FA6CF6D-EB03-4445-B027-168EF37880D1}" type="pres">
      <dgm:prSet presAssocID="{E5AEA43F-25C9-4387-B383-04F0775BFE30}" presName="rootComposite3" presStyleCnt="0"/>
      <dgm:spPr/>
    </dgm:pt>
    <dgm:pt modelId="{B18709FD-C961-458C-87D4-EEF58F63B5A8}" type="pres">
      <dgm:prSet presAssocID="{E5AEA43F-25C9-4387-B383-04F0775BFE30}" presName="rootText3" presStyleLbl="asst1" presStyleIdx="2" presStyleCnt="3" custScaleX="137006" custLinFactNeighborX="9605" custLinFactNeighborY="-13231">
        <dgm:presLayoutVars>
          <dgm:chPref val="3"/>
        </dgm:presLayoutVars>
      </dgm:prSet>
      <dgm:spPr/>
    </dgm:pt>
    <dgm:pt modelId="{576D463E-B9C0-4252-AAC7-E1D900247645}" type="pres">
      <dgm:prSet presAssocID="{E5AEA43F-25C9-4387-B383-04F0775BFE30}" presName="rootConnector3" presStyleLbl="asst1" presStyleIdx="2" presStyleCnt="3"/>
      <dgm:spPr/>
    </dgm:pt>
    <dgm:pt modelId="{EE97B4E4-F79B-47D8-A041-FB8CC1B9D30D}" type="pres">
      <dgm:prSet presAssocID="{E5AEA43F-25C9-4387-B383-04F0775BFE30}" presName="hierChild6" presStyleCnt="0"/>
      <dgm:spPr/>
    </dgm:pt>
    <dgm:pt modelId="{29DBBDF9-9028-450D-90A9-D62C02AD2901}" type="pres">
      <dgm:prSet presAssocID="{E5AEA43F-25C9-4387-B383-04F0775BFE30}" presName="hierChild7" presStyleCnt="0"/>
      <dgm:spPr/>
    </dgm:pt>
  </dgm:ptLst>
  <dgm:cxnLst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D54E6E32-B0E9-458A-A4BD-456098E5ECD3}" srcId="{BDA3E80D-83D1-43CB-89EA-5529CB9AAA78}" destId="{897542E0-B2F5-4EE4-8EE3-85C4B385D779}" srcOrd="4" destOrd="0" parTransId="{B9002353-9289-432A-9056-1107332AFC5B}" sibTransId="{CA9930E5-FB80-4A01-A1CD-1E377103E439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2F00CC65-2B21-4CC2-B5D9-EAB20BFD303C}" type="presOf" srcId="{88E06C40-96DC-4D4B-BC8C-0C30B390CB3E}" destId="{0F5E245C-84CA-4A39-84A3-4C0A474E6F38}" srcOrd="1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3E4EC070-0E17-42C9-B53D-C1FD7ACC497D}" type="presOf" srcId="{8E0DC5EC-21E0-4782-8FBD-618C8BE3264A}" destId="{E8D67F48-A4A3-48B7-931C-8BCBA0AA96D2}" srcOrd="0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2B95F382-C0E8-43C1-A467-68E9B40B98A3}" srcId="{9E543093-51AF-482F-A54F-41BA2B290BE8}" destId="{88E06C40-96DC-4D4B-BC8C-0C30B390CB3E}" srcOrd="0" destOrd="0" parTransId="{018B78BD-B31E-4C32-8E0C-EBD453F6B883}" sibTransId="{15B1626C-BB30-4D77-AF8E-6E1B56262CFC}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0A882DB3-1EF5-4F44-AA76-861761B2ED2A}" type="presOf" srcId="{88E06C40-96DC-4D4B-BC8C-0C30B390CB3E}" destId="{5701B72A-98C3-43CA-9882-2BCEEC40F442}" srcOrd="0" destOrd="0" presId="urn:microsoft.com/office/officeart/2005/8/layout/orgChart1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F27260B8-582B-404E-A06A-C65881FCDC6A}" type="presOf" srcId="{018B78BD-B31E-4C32-8E0C-EBD453F6B883}" destId="{A39CBD37-BE0C-483B-AC0E-521CDA8DDACF}" srcOrd="0" destOrd="0" presId="urn:microsoft.com/office/officeart/2005/8/layout/orgChart1"/>
    <dgm:cxn modelId="{0BA7E6C0-1040-4D81-B489-F8ECAD98A951}" srcId="{BDA3E80D-83D1-43CB-89EA-5529CB9AAA78}" destId="{E5AEA43F-25C9-4387-B383-04F0775BFE30}" srcOrd="3" destOrd="0" parTransId="{8E0DC5EC-21E0-4782-8FBD-618C8BE3264A}" sibTransId="{8DB57107-7FC2-4B97-955F-C2BAAA609FFC}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65A4DFE9-471E-4B37-A37F-F373725DC926}" type="presOf" srcId="{E5AEA43F-25C9-4387-B383-04F0775BFE30}" destId="{B18709FD-C961-458C-87D4-EEF58F63B5A8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8054A5EA-23AD-4F2F-8E5F-FDD94E287C9B}" type="presOf" srcId="{E5AEA43F-25C9-4387-B383-04F0775BFE30}" destId="{576D463E-B9C0-4252-AAC7-E1D900247645}" srcOrd="1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D1D78548-7D77-4946-9C94-236A56ED1A91}" type="presParOf" srcId="{1AE3AE86-6140-492A-A11F-E9F65F76A19E}" destId="{A39CBD37-BE0C-483B-AC0E-521CDA8DDACF}" srcOrd="0" destOrd="0" presId="urn:microsoft.com/office/officeart/2005/8/layout/orgChart1"/>
    <dgm:cxn modelId="{EB8F037F-73F3-475F-B4DC-48BAE3153487}" type="presParOf" srcId="{1AE3AE86-6140-492A-A11F-E9F65F76A19E}" destId="{EC7290E3-AFFD-478E-B860-1F57184E6DFA}" srcOrd="1" destOrd="0" presId="urn:microsoft.com/office/officeart/2005/8/layout/orgChart1"/>
    <dgm:cxn modelId="{5C1B7F46-A3F6-4436-BA39-BED23F3660E3}" type="presParOf" srcId="{EC7290E3-AFFD-478E-B860-1F57184E6DFA}" destId="{B27FDAC8-E56D-4D67-9693-12BA6AB1BC83}" srcOrd="0" destOrd="0" presId="urn:microsoft.com/office/officeart/2005/8/layout/orgChart1"/>
    <dgm:cxn modelId="{53701783-A445-4335-824C-0790F148ADA5}" type="presParOf" srcId="{B27FDAC8-E56D-4D67-9693-12BA6AB1BC83}" destId="{5701B72A-98C3-43CA-9882-2BCEEC40F442}" srcOrd="0" destOrd="0" presId="urn:microsoft.com/office/officeart/2005/8/layout/orgChart1"/>
    <dgm:cxn modelId="{EF526346-6DA7-4775-955F-064D290B3A99}" type="presParOf" srcId="{B27FDAC8-E56D-4D67-9693-12BA6AB1BC83}" destId="{0F5E245C-84CA-4A39-84A3-4C0A474E6F38}" srcOrd="1" destOrd="0" presId="urn:microsoft.com/office/officeart/2005/8/layout/orgChart1"/>
    <dgm:cxn modelId="{D2ACC3F2-345A-445A-8E45-10F2D569C421}" type="presParOf" srcId="{EC7290E3-AFFD-478E-B860-1F57184E6DFA}" destId="{4257568B-9FFA-4F0D-B913-F7BB3F8425AC}" srcOrd="1" destOrd="0" presId="urn:microsoft.com/office/officeart/2005/8/layout/orgChart1"/>
    <dgm:cxn modelId="{9A6E607C-2433-40D9-8B3C-B79C7D9EFD91}" type="presParOf" srcId="{EC7290E3-AFFD-478E-B860-1F57184E6DFA}" destId="{5B9A6EEA-0F6D-4B12-96E8-6DD237EE651B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150BC1A2-880B-49DB-B629-18457B3BAC60}" type="presParOf" srcId="{702F29B1-99E5-4896-B101-A66FF14B51F6}" destId="{BDBB378E-0D9C-4AFF-AA83-35161BCD9F33}" srcOrd="2" destOrd="0" presId="urn:microsoft.com/office/officeart/2005/8/layout/orgChart1"/>
    <dgm:cxn modelId="{CEFAC0D3-EBEA-4792-B0A5-20C33C1BF7FE}" type="presParOf" srcId="{702F29B1-99E5-4896-B101-A66FF14B51F6}" destId="{5A9F857C-6022-4AF7-BE3C-4795AB9766EF}" srcOrd="3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  <dgm:cxn modelId="{DBAC557E-9CD3-4296-9F14-07FF0C2E95DC}" type="presParOf" srcId="{F688486B-8119-4C85-A9EF-A98B394E5AAD}" destId="{E8D67F48-A4A3-48B7-931C-8BCBA0AA96D2}" srcOrd="4" destOrd="0" presId="urn:microsoft.com/office/officeart/2005/8/layout/orgChart1"/>
    <dgm:cxn modelId="{709F952C-7EC6-468A-AF13-2CCE6D2EC344}" type="presParOf" srcId="{F688486B-8119-4C85-A9EF-A98B394E5AAD}" destId="{91DC58F7-F1AE-41CD-B7C5-3E1A8124A370}" srcOrd="5" destOrd="0" presId="urn:microsoft.com/office/officeart/2005/8/layout/orgChart1"/>
    <dgm:cxn modelId="{0F2F2652-A31A-4A67-BE81-4AB41C8AAC80}" type="presParOf" srcId="{91DC58F7-F1AE-41CD-B7C5-3E1A8124A370}" destId="{4FA6CF6D-EB03-4445-B027-168EF37880D1}" srcOrd="0" destOrd="0" presId="urn:microsoft.com/office/officeart/2005/8/layout/orgChart1"/>
    <dgm:cxn modelId="{6A4A021D-F576-4BC9-8BFD-4C654FBC8EEA}" type="presParOf" srcId="{4FA6CF6D-EB03-4445-B027-168EF37880D1}" destId="{B18709FD-C961-458C-87D4-EEF58F63B5A8}" srcOrd="0" destOrd="0" presId="urn:microsoft.com/office/officeart/2005/8/layout/orgChart1"/>
    <dgm:cxn modelId="{92618A0F-2F73-4498-A149-83D23EFBC11E}" type="presParOf" srcId="{4FA6CF6D-EB03-4445-B027-168EF37880D1}" destId="{576D463E-B9C0-4252-AAC7-E1D900247645}" srcOrd="1" destOrd="0" presId="urn:microsoft.com/office/officeart/2005/8/layout/orgChart1"/>
    <dgm:cxn modelId="{961B773C-A5E9-4C3F-882E-36F4CC5EE8B7}" type="presParOf" srcId="{91DC58F7-F1AE-41CD-B7C5-3E1A8124A370}" destId="{EE97B4E4-F79B-47D8-A041-FB8CC1B9D30D}" srcOrd="1" destOrd="0" presId="urn:microsoft.com/office/officeart/2005/8/layout/orgChart1"/>
    <dgm:cxn modelId="{7057D270-0473-459A-A13A-34BBE12354F9}" type="presParOf" srcId="{91DC58F7-F1AE-41CD-B7C5-3E1A8124A370}" destId="{29DBBDF9-9028-450D-90A9-D62C02AD29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CULTURA E DEFESA DO FOLCLORE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Patrimônio Histórico Cultural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287AD33F-F0F5-4CA2-A5C0-795BBE2E638B}">
      <dgm:prSet/>
      <dgm:spPr/>
      <dgm:t>
        <a:bodyPr/>
        <a:lstStyle/>
        <a:p>
          <a:r>
            <a:rPr lang="pt-BR" dirty="0"/>
            <a:t>Divisão de Festivais e Eventos</a:t>
          </a:r>
        </a:p>
      </dgm:t>
    </dgm:pt>
    <dgm:pt modelId="{99C4A5D8-7DA9-408F-8A6D-5D68512BB70D}" type="parTrans" cxnId="{A6DF2619-6801-4905-AB12-9353827042DB}">
      <dgm:prSet/>
      <dgm:spPr/>
      <dgm:t>
        <a:bodyPr/>
        <a:lstStyle/>
        <a:p>
          <a:endParaRPr lang="pt-BR"/>
        </a:p>
      </dgm:t>
    </dgm:pt>
    <dgm:pt modelId="{38688D75-8683-4C2D-8D13-B4E29235115C}" type="sibTrans" cxnId="{A6DF2619-6801-4905-AB12-9353827042DB}">
      <dgm:prSet/>
      <dgm:spPr/>
      <dgm:t>
        <a:bodyPr/>
        <a:lstStyle/>
        <a:p>
          <a:endParaRPr lang="pt-BR"/>
        </a:p>
      </dgm:t>
    </dgm:pt>
    <dgm:pt modelId="{94C9AD59-53AB-4DFE-8216-C64824EE7283}">
      <dgm:prSet/>
      <dgm:spPr/>
      <dgm:t>
        <a:bodyPr/>
        <a:lstStyle/>
        <a:p>
          <a:r>
            <a:rPr lang="pt-BR" dirty="0"/>
            <a:t>Divisão de Programas e Projetos Culturais</a:t>
          </a:r>
        </a:p>
      </dgm:t>
    </dgm:pt>
    <dgm:pt modelId="{A1E0EE58-75B8-47F9-BA9A-182DA25ACFB5}" type="parTrans" cxnId="{A2CE7A10-BF12-4E38-9442-6976FF0B1F66}">
      <dgm:prSet/>
      <dgm:spPr/>
      <dgm:t>
        <a:bodyPr/>
        <a:lstStyle/>
        <a:p>
          <a:endParaRPr lang="pt-BR"/>
        </a:p>
      </dgm:t>
    </dgm:pt>
    <dgm:pt modelId="{B81960D3-743A-4CF6-A002-6AF1837F4E6F}" type="sibTrans" cxnId="{A2CE7A10-BF12-4E38-9442-6976FF0B1F66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Preservação do Patrimônio Material e Imaterial e Coordenação dos Equipamentos Culturais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8AB3FB1A-979B-4144-B43B-B61FCA4F7282}">
      <dgm:prSet/>
      <dgm:spPr/>
      <dgm:t>
        <a:bodyPr/>
        <a:lstStyle/>
        <a:p>
          <a:r>
            <a:rPr lang="pt-BR" dirty="0"/>
            <a:t>Setor de Planejamento do Calendário de Eventos</a:t>
          </a:r>
        </a:p>
      </dgm:t>
    </dgm:pt>
    <dgm:pt modelId="{30023569-3320-40C3-A037-3A3B5A66013E}" type="parTrans" cxnId="{18877A56-6D5C-4B9C-92B3-4B825ADED66E}">
      <dgm:prSet/>
      <dgm:spPr/>
      <dgm:t>
        <a:bodyPr/>
        <a:lstStyle/>
        <a:p>
          <a:endParaRPr lang="pt-BR"/>
        </a:p>
      </dgm:t>
    </dgm:pt>
    <dgm:pt modelId="{A7088452-CBE9-49E8-A301-DECECB07B507}" type="sibTrans" cxnId="{18877A56-6D5C-4B9C-92B3-4B825ADED66E}">
      <dgm:prSet/>
      <dgm:spPr/>
      <dgm:t>
        <a:bodyPr/>
        <a:lstStyle/>
        <a:p>
          <a:endParaRPr lang="pt-BR"/>
        </a:p>
      </dgm:t>
    </dgm:pt>
    <dgm:pt modelId="{730CAE5D-00E9-4180-881E-E88FD1358F2E}">
      <dgm:prSet/>
      <dgm:spPr/>
      <dgm:t>
        <a:bodyPr/>
        <a:lstStyle/>
        <a:p>
          <a:r>
            <a:rPr lang="pt-BR" dirty="0"/>
            <a:t>Setor de Fomento e Apoio aos Projetos</a:t>
          </a:r>
        </a:p>
      </dgm:t>
    </dgm:pt>
    <dgm:pt modelId="{541D8A11-6EDE-4543-82E9-95445C56638B}" type="parTrans" cxnId="{235CD430-A200-4C3F-96AB-52BD518C3960}">
      <dgm:prSet/>
      <dgm:spPr/>
      <dgm:t>
        <a:bodyPr/>
        <a:lstStyle/>
        <a:p>
          <a:endParaRPr lang="pt-BR"/>
        </a:p>
      </dgm:t>
    </dgm:pt>
    <dgm:pt modelId="{213CEA96-650E-43E9-A6ED-0D578DFD1BBF}" type="sibTrans" cxnId="{235CD430-A200-4C3F-96AB-52BD518C3960}">
      <dgm:prSet/>
      <dgm:spPr/>
      <dgm:t>
        <a:bodyPr/>
        <a:lstStyle/>
        <a:p>
          <a:endParaRPr lang="pt-BR"/>
        </a:p>
      </dgm:t>
    </dgm:pt>
    <dgm:pt modelId="{F448DC4C-09C7-494E-8E46-66550E2BAAB4}">
      <dgm:prSet/>
      <dgm:spPr/>
      <dgm:t>
        <a:bodyPr/>
        <a:lstStyle/>
        <a:p>
          <a:r>
            <a:rPr lang="pt-BR" dirty="0"/>
            <a:t>Setor de Apoio Administrativo e Operacional</a:t>
          </a:r>
        </a:p>
      </dgm:t>
    </dgm:pt>
    <dgm:pt modelId="{33D9FE2B-52B3-409E-8B50-3B4A45163287}" type="parTrans" cxnId="{B9298C54-ADAE-4768-A062-486FFE6BBD40}">
      <dgm:prSet/>
      <dgm:spPr/>
      <dgm:t>
        <a:bodyPr/>
        <a:lstStyle/>
        <a:p>
          <a:endParaRPr lang="pt-BR"/>
        </a:p>
      </dgm:t>
    </dgm:pt>
    <dgm:pt modelId="{38C3DCA3-1F9D-4E54-9F9A-4ED20B8C0ADD}" type="sibTrans" cxnId="{B9298C54-ADAE-4768-A062-486FFE6BBD40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6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4" custLinFactNeighborY="-10465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4"/>
      <dgm:spPr/>
    </dgm:pt>
    <dgm:pt modelId="{1AE3AE86-6140-492A-A11F-E9F65F76A19E}" type="pres">
      <dgm:prSet presAssocID="{9E543093-51AF-482F-A54F-41BA2B290BE8}" presName="hierChild4" presStyleCnt="0"/>
      <dgm:spPr/>
    </dgm:pt>
    <dgm:pt modelId="{27A30772-602A-41E1-926A-DBE8125B11D2}" type="pres">
      <dgm:prSet presAssocID="{33D9FE2B-52B3-409E-8B50-3B4A45163287}" presName="Name37" presStyleLbl="parChTrans1D3" presStyleIdx="0" presStyleCnt="4"/>
      <dgm:spPr/>
    </dgm:pt>
    <dgm:pt modelId="{7CD316A7-8EAC-4111-BC4D-3E464C632F1D}" type="pres">
      <dgm:prSet presAssocID="{F448DC4C-09C7-494E-8E46-66550E2BAAB4}" presName="hierRoot2" presStyleCnt="0">
        <dgm:presLayoutVars>
          <dgm:hierBranch val="init"/>
        </dgm:presLayoutVars>
      </dgm:prSet>
      <dgm:spPr/>
    </dgm:pt>
    <dgm:pt modelId="{F7B6AFB7-5974-4F92-AD81-93EBDEF94043}" type="pres">
      <dgm:prSet presAssocID="{F448DC4C-09C7-494E-8E46-66550E2BAAB4}" presName="rootComposite" presStyleCnt="0"/>
      <dgm:spPr/>
    </dgm:pt>
    <dgm:pt modelId="{B88B8941-A2BC-4C60-A8DC-2E23AB4DB8FD}" type="pres">
      <dgm:prSet presAssocID="{F448DC4C-09C7-494E-8E46-66550E2BAAB4}" presName="rootText" presStyleLbl="node3" presStyleIdx="0" presStyleCnt="4" custLinFactNeighborY="-21734">
        <dgm:presLayoutVars>
          <dgm:chPref val="3"/>
        </dgm:presLayoutVars>
      </dgm:prSet>
      <dgm:spPr/>
    </dgm:pt>
    <dgm:pt modelId="{FA4724E8-A703-470B-99A3-2552C5F9E4D6}" type="pres">
      <dgm:prSet presAssocID="{F448DC4C-09C7-494E-8E46-66550E2BAAB4}" presName="rootConnector" presStyleLbl="node3" presStyleIdx="0" presStyleCnt="4"/>
      <dgm:spPr/>
    </dgm:pt>
    <dgm:pt modelId="{B428BF52-E396-41CF-8863-746B326E1453}" type="pres">
      <dgm:prSet presAssocID="{F448DC4C-09C7-494E-8E46-66550E2BAAB4}" presName="hierChild4" presStyleCnt="0"/>
      <dgm:spPr/>
    </dgm:pt>
    <dgm:pt modelId="{645B5FEB-3685-4A7F-B5AE-137661D10B96}" type="pres">
      <dgm:prSet presAssocID="{F448DC4C-09C7-494E-8E46-66550E2BAAB4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1" presStyleCnt="6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1" presStyleCnt="4" custLinFactNeighborY="-10465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1" presStyleCnt="4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1" presStyleCnt="4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1" presStyleCnt="4" custLinFactNeighborY="-21734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1" presStyleCnt="4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A0E3C8FD-88FA-4675-8512-4A08623CC5ED}" type="pres">
      <dgm:prSet presAssocID="{99C4A5D8-7DA9-408F-8A6D-5D68512BB70D}" presName="Name37" presStyleLbl="parChTrans1D2" presStyleIdx="2" presStyleCnt="6"/>
      <dgm:spPr/>
    </dgm:pt>
    <dgm:pt modelId="{873B2D85-ABC2-4031-9295-BD0C323980BA}" type="pres">
      <dgm:prSet presAssocID="{287AD33F-F0F5-4CA2-A5C0-795BBE2E638B}" presName="hierRoot2" presStyleCnt="0">
        <dgm:presLayoutVars>
          <dgm:hierBranch val="init"/>
        </dgm:presLayoutVars>
      </dgm:prSet>
      <dgm:spPr/>
    </dgm:pt>
    <dgm:pt modelId="{6576F6DD-820F-4955-9776-4EAD1548BA78}" type="pres">
      <dgm:prSet presAssocID="{287AD33F-F0F5-4CA2-A5C0-795BBE2E638B}" presName="rootComposite" presStyleCnt="0"/>
      <dgm:spPr/>
    </dgm:pt>
    <dgm:pt modelId="{4BE0561A-8DE6-41F4-9EE5-0D2C1B1F5977}" type="pres">
      <dgm:prSet presAssocID="{287AD33F-F0F5-4CA2-A5C0-795BBE2E638B}" presName="rootText" presStyleLbl="node2" presStyleIdx="2" presStyleCnt="4" custLinFactNeighborY="-10465">
        <dgm:presLayoutVars>
          <dgm:chPref val="3"/>
        </dgm:presLayoutVars>
      </dgm:prSet>
      <dgm:spPr/>
    </dgm:pt>
    <dgm:pt modelId="{E5C80E3E-A9D0-402C-9B4A-806432AAA046}" type="pres">
      <dgm:prSet presAssocID="{287AD33F-F0F5-4CA2-A5C0-795BBE2E638B}" presName="rootConnector" presStyleLbl="node2" presStyleIdx="2" presStyleCnt="4"/>
      <dgm:spPr/>
    </dgm:pt>
    <dgm:pt modelId="{0EE33FF9-C64B-432A-AB85-6FEB869FF6D3}" type="pres">
      <dgm:prSet presAssocID="{287AD33F-F0F5-4CA2-A5C0-795BBE2E638B}" presName="hierChild4" presStyleCnt="0"/>
      <dgm:spPr/>
    </dgm:pt>
    <dgm:pt modelId="{474C8C7A-C852-4165-9A37-49279597331B}" type="pres">
      <dgm:prSet presAssocID="{30023569-3320-40C3-A037-3A3B5A66013E}" presName="Name37" presStyleLbl="parChTrans1D3" presStyleIdx="2" presStyleCnt="4"/>
      <dgm:spPr/>
    </dgm:pt>
    <dgm:pt modelId="{5E579D17-6678-41BC-BCF3-D16D725E245D}" type="pres">
      <dgm:prSet presAssocID="{8AB3FB1A-979B-4144-B43B-B61FCA4F7282}" presName="hierRoot2" presStyleCnt="0">
        <dgm:presLayoutVars>
          <dgm:hierBranch val="init"/>
        </dgm:presLayoutVars>
      </dgm:prSet>
      <dgm:spPr/>
    </dgm:pt>
    <dgm:pt modelId="{3B6B8ECA-756B-443B-B9B9-55D1FC43E0F4}" type="pres">
      <dgm:prSet presAssocID="{8AB3FB1A-979B-4144-B43B-B61FCA4F7282}" presName="rootComposite" presStyleCnt="0"/>
      <dgm:spPr/>
    </dgm:pt>
    <dgm:pt modelId="{06E38647-1ECC-42FA-B02E-6C9EE7C2F115}" type="pres">
      <dgm:prSet presAssocID="{8AB3FB1A-979B-4144-B43B-B61FCA4F7282}" presName="rootText" presStyleLbl="node3" presStyleIdx="2" presStyleCnt="4" custLinFactNeighborY="-21734">
        <dgm:presLayoutVars>
          <dgm:chPref val="3"/>
        </dgm:presLayoutVars>
      </dgm:prSet>
      <dgm:spPr/>
    </dgm:pt>
    <dgm:pt modelId="{BA1217A9-C0A5-4996-968A-FE506EF3EDAB}" type="pres">
      <dgm:prSet presAssocID="{8AB3FB1A-979B-4144-B43B-B61FCA4F7282}" presName="rootConnector" presStyleLbl="node3" presStyleIdx="2" presStyleCnt="4"/>
      <dgm:spPr/>
    </dgm:pt>
    <dgm:pt modelId="{327821E7-C2BD-4FBA-BFB8-CAEA464C4220}" type="pres">
      <dgm:prSet presAssocID="{8AB3FB1A-979B-4144-B43B-B61FCA4F7282}" presName="hierChild4" presStyleCnt="0"/>
      <dgm:spPr/>
    </dgm:pt>
    <dgm:pt modelId="{1549AA7A-2A13-4179-B8A0-B752DA39D811}" type="pres">
      <dgm:prSet presAssocID="{8AB3FB1A-979B-4144-B43B-B61FCA4F7282}" presName="hierChild5" presStyleCnt="0"/>
      <dgm:spPr/>
    </dgm:pt>
    <dgm:pt modelId="{9D6F8848-C890-4F3A-9ED1-7F61C4F044A9}" type="pres">
      <dgm:prSet presAssocID="{287AD33F-F0F5-4CA2-A5C0-795BBE2E638B}" presName="hierChild5" presStyleCnt="0"/>
      <dgm:spPr/>
    </dgm:pt>
    <dgm:pt modelId="{584C573A-E599-46DF-A400-949851F5727C}" type="pres">
      <dgm:prSet presAssocID="{A1E0EE58-75B8-47F9-BA9A-182DA25ACFB5}" presName="Name37" presStyleLbl="parChTrans1D2" presStyleIdx="3" presStyleCnt="6"/>
      <dgm:spPr/>
    </dgm:pt>
    <dgm:pt modelId="{BB3AD7FB-BD3E-4FD3-AD53-17D452CAD4CF}" type="pres">
      <dgm:prSet presAssocID="{94C9AD59-53AB-4DFE-8216-C64824EE7283}" presName="hierRoot2" presStyleCnt="0">
        <dgm:presLayoutVars>
          <dgm:hierBranch val="init"/>
        </dgm:presLayoutVars>
      </dgm:prSet>
      <dgm:spPr/>
    </dgm:pt>
    <dgm:pt modelId="{C87BD1E2-920F-4503-BBC9-8D23B73DBDF2}" type="pres">
      <dgm:prSet presAssocID="{94C9AD59-53AB-4DFE-8216-C64824EE7283}" presName="rootComposite" presStyleCnt="0"/>
      <dgm:spPr/>
    </dgm:pt>
    <dgm:pt modelId="{F9B31A21-ABF6-4080-9BFF-F79CC1E5954A}" type="pres">
      <dgm:prSet presAssocID="{94C9AD59-53AB-4DFE-8216-C64824EE7283}" presName="rootText" presStyleLbl="node2" presStyleIdx="3" presStyleCnt="4" custLinFactNeighborY="-10465">
        <dgm:presLayoutVars>
          <dgm:chPref val="3"/>
        </dgm:presLayoutVars>
      </dgm:prSet>
      <dgm:spPr/>
    </dgm:pt>
    <dgm:pt modelId="{B462219A-00D9-49D3-83C8-8D9F2929063D}" type="pres">
      <dgm:prSet presAssocID="{94C9AD59-53AB-4DFE-8216-C64824EE7283}" presName="rootConnector" presStyleLbl="node2" presStyleIdx="3" presStyleCnt="4"/>
      <dgm:spPr/>
    </dgm:pt>
    <dgm:pt modelId="{D938E30E-33F1-4385-8EC8-695E2B409154}" type="pres">
      <dgm:prSet presAssocID="{94C9AD59-53AB-4DFE-8216-C64824EE7283}" presName="hierChild4" presStyleCnt="0"/>
      <dgm:spPr/>
    </dgm:pt>
    <dgm:pt modelId="{0EB2EF46-98B8-4E21-AD3B-078F42B04F6C}" type="pres">
      <dgm:prSet presAssocID="{541D8A11-6EDE-4543-82E9-95445C56638B}" presName="Name37" presStyleLbl="parChTrans1D3" presStyleIdx="3" presStyleCnt="4"/>
      <dgm:spPr/>
    </dgm:pt>
    <dgm:pt modelId="{367EA336-0ECE-4C66-BEB1-DEA221E872C0}" type="pres">
      <dgm:prSet presAssocID="{730CAE5D-00E9-4180-881E-E88FD1358F2E}" presName="hierRoot2" presStyleCnt="0">
        <dgm:presLayoutVars>
          <dgm:hierBranch val="init"/>
        </dgm:presLayoutVars>
      </dgm:prSet>
      <dgm:spPr/>
    </dgm:pt>
    <dgm:pt modelId="{415E6230-9266-475D-9FDD-4B76CA15089C}" type="pres">
      <dgm:prSet presAssocID="{730CAE5D-00E9-4180-881E-E88FD1358F2E}" presName="rootComposite" presStyleCnt="0"/>
      <dgm:spPr/>
    </dgm:pt>
    <dgm:pt modelId="{830EF56D-2EE8-4C01-A9A4-B32A0E361494}" type="pres">
      <dgm:prSet presAssocID="{730CAE5D-00E9-4180-881E-E88FD1358F2E}" presName="rootText" presStyleLbl="node3" presStyleIdx="3" presStyleCnt="4" custLinFactNeighborY="-21734">
        <dgm:presLayoutVars>
          <dgm:chPref val="3"/>
        </dgm:presLayoutVars>
      </dgm:prSet>
      <dgm:spPr/>
    </dgm:pt>
    <dgm:pt modelId="{C7E3177D-38BC-40F6-8061-9CACE85CAAC7}" type="pres">
      <dgm:prSet presAssocID="{730CAE5D-00E9-4180-881E-E88FD1358F2E}" presName="rootConnector" presStyleLbl="node3" presStyleIdx="3" presStyleCnt="4"/>
      <dgm:spPr/>
    </dgm:pt>
    <dgm:pt modelId="{599BAECF-9AD5-4229-921A-B0D751A28EC7}" type="pres">
      <dgm:prSet presAssocID="{730CAE5D-00E9-4180-881E-E88FD1358F2E}" presName="hierChild4" presStyleCnt="0"/>
      <dgm:spPr/>
    </dgm:pt>
    <dgm:pt modelId="{54DBECE7-2130-4B48-AE83-F482E9EF0B9C}" type="pres">
      <dgm:prSet presAssocID="{730CAE5D-00E9-4180-881E-E88FD1358F2E}" presName="hierChild5" presStyleCnt="0"/>
      <dgm:spPr/>
    </dgm:pt>
    <dgm:pt modelId="{813B59D0-3A00-450F-A563-2342FE02F3AD}" type="pres">
      <dgm:prSet presAssocID="{94C9AD59-53AB-4DFE-8216-C64824EE7283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4" presStyleCnt="6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34494" custLinFactNeighborY="-12879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5" presStyleCnt="6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29630" custLinFactNeighborY="-12879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A2CE7A10-BF12-4E38-9442-6976FF0B1F66}" srcId="{BDA3E80D-83D1-43CB-89EA-5529CB9AAA78}" destId="{94C9AD59-53AB-4DFE-8216-C64824EE7283}" srcOrd="5" destOrd="0" parTransId="{A1E0EE58-75B8-47F9-BA9A-182DA25ACFB5}" sibTransId="{B81960D3-743A-4CF6-A002-6AF1837F4E6F}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E63CF316-988A-4D6F-8BF5-D7858977347D}" type="presOf" srcId="{8AB3FB1A-979B-4144-B43B-B61FCA4F7282}" destId="{BA1217A9-C0A5-4996-968A-FE506EF3EDAB}" srcOrd="1" destOrd="0" presId="urn:microsoft.com/office/officeart/2005/8/layout/orgChart1"/>
    <dgm:cxn modelId="{A6DF2619-6801-4905-AB12-9353827042DB}" srcId="{BDA3E80D-83D1-43CB-89EA-5529CB9AAA78}" destId="{287AD33F-F0F5-4CA2-A5C0-795BBE2E638B}" srcOrd="4" destOrd="0" parTransId="{99C4A5D8-7DA9-408F-8A6D-5D68512BB70D}" sibTransId="{38688D75-8683-4C2D-8D13-B4E29235115C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E351C32B-C121-41C2-A065-B2406DECF100}" type="presOf" srcId="{730CAE5D-00E9-4180-881E-E88FD1358F2E}" destId="{830EF56D-2EE8-4C01-A9A4-B32A0E361494}" srcOrd="0" destOrd="0" presId="urn:microsoft.com/office/officeart/2005/8/layout/orgChart1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235CD430-A200-4C3F-96AB-52BD518C3960}" srcId="{94C9AD59-53AB-4DFE-8216-C64824EE7283}" destId="{730CAE5D-00E9-4180-881E-E88FD1358F2E}" srcOrd="0" destOrd="0" parTransId="{541D8A11-6EDE-4543-82E9-95445C56638B}" sibTransId="{213CEA96-650E-43E9-A6ED-0D578DFD1BBF}"/>
    <dgm:cxn modelId="{D4967431-9A3B-4B86-A599-7A8D4A558DB5}" type="presOf" srcId="{541D8A11-6EDE-4543-82E9-95445C56638B}" destId="{0EB2EF46-98B8-4E21-AD3B-078F42B04F6C}" srcOrd="0" destOrd="0" presId="urn:microsoft.com/office/officeart/2005/8/layout/orgChart1"/>
    <dgm:cxn modelId="{196BBB31-5BED-4AA0-8F82-79437D04B663}" type="presOf" srcId="{30023569-3320-40C3-A037-3A3B5A66013E}" destId="{474C8C7A-C852-4165-9A37-49279597331B}" srcOrd="0" destOrd="0" presId="urn:microsoft.com/office/officeart/2005/8/layout/orgChart1"/>
    <dgm:cxn modelId="{D54E6E32-B0E9-458A-A4BD-456098E5ECD3}" srcId="{BDA3E80D-83D1-43CB-89EA-5529CB9AAA78}" destId="{897542E0-B2F5-4EE4-8EE3-85C4B385D779}" srcOrd="3" destOrd="0" parTransId="{B9002353-9289-432A-9056-1107332AFC5B}" sibTransId="{CA9930E5-FB80-4A01-A1CD-1E377103E439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2644893E-B4C0-4BFD-8800-563CAE58EA76}" type="presOf" srcId="{33D9FE2B-52B3-409E-8B50-3B4A45163287}" destId="{27A30772-602A-41E1-926A-DBE8125B11D2}" srcOrd="0" destOrd="0" presId="urn:microsoft.com/office/officeart/2005/8/layout/orgChart1"/>
    <dgm:cxn modelId="{0F003861-53DB-44E4-B0B8-764709438B43}" type="presOf" srcId="{287AD33F-F0F5-4CA2-A5C0-795BBE2E638B}" destId="{4BE0561A-8DE6-41F4-9EE5-0D2C1B1F5977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6FC57D6D-6B96-4E57-A68A-A26AA6ACE380}" type="presOf" srcId="{94C9AD59-53AB-4DFE-8216-C64824EE7283}" destId="{F9B31A21-ABF6-4080-9BFF-F79CC1E5954A}" srcOrd="0" destOrd="0" presId="urn:microsoft.com/office/officeart/2005/8/layout/orgChart1"/>
    <dgm:cxn modelId="{BA480551-BA23-4B9E-B131-CAEE35144A10}" type="presOf" srcId="{8AB3FB1A-979B-4144-B43B-B61FCA4F7282}" destId="{06E38647-1ECC-42FA-B02E-6C9EE7C2F115}" srcOrd="0" destOrd="0" presId="urn:microsoft.com/office/officeart/2005/8/layout/orgChart1"/>
    <dgm:cxn modelId="{7CF3CD53-4FA0-46A2-9113-8C9704C73345}" type="presOf" srcId="{F448DC4C-09C7-494E-8E46-66550E2BAAB4}" destId="{FA4724E8-A703-470B-99A3-2552C5F9E4D6}" srcOrd="1" destOrd="0" presId="urn:microsoft.com/office/officeart/2005/8/layout/orgChart1"/>
    <dgm:cxn modelId="{B9298C54-ADAE-4768-A062-486FFE6BBD40}" srcId="{9E543093-51AF-482F-A54F-41BA2B290BE8}" destId="{F448DC4C-09C7-494E-8E46-66550E2BAAB4}" srcOrd="0" destOrd="0" parTransId="{33D9FE2B-52B3-409E-8B50-3B4A45163287}" sibTransId="{38C3DCA3-1F9D-4E54-9F9A-4ED20B8C0ADD}"/>
    <dgm:cxn modelId="{4824B675-00C1-4BDD-BD43-E59AB6E20C11}" type="presOf" srcId="{730CAE5D-00E9-4180-881E-E88FD1358F2E}" destId="{C7E3177D-38BC-40F6-8061-9CACE85CAAC7}" srcOrd="1" destOrd="0" presId="urn:microsoft.com/office/officeart/2005/8/layout/orgChart1"/>
    <dgm:cxn modelId="{18877A56-6D5C-4B9C-92B3-4B825ADED66E}" srcId="{287AD33F-F0F5-4CA2-A5C0-795BBE2E638B}" destId="{8AB3FB1A-979B-4144-B43B-B61FCA4F7282}" srcOrd="0" destOrd="0" parTransId="{30023569-3320-40C3-A037-3A3B5A66013E}" sibTransId="{A7088452-CBE9-49E8-A301-DECECB07B507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0309B098-261E-4C0B-9CEE-158A775F763B}" type="presOf" srcId="{F448DC4C-09C7-494E-8E46-66550E2BAAB4}" destId="{B88B8941-A2BC-4C60-A8DC-2E23AB4DB8FD}" srcOrd="0" destOrd="0" presId="urn:microsoft.com/office/officeart/2005/8/layout/orgChart1"/>
    <dgm:cxn modelId="{5BB3D4B0-6FC1-4AC0-A424-69335964D333}" type="presOf" srcId="{287AD33F-F0F5-4CA2-A5C0-795BBE2E638B}" destId="{E5C80E3E-A9D0-402C-9B4A-806432AAA046}" srcOrd="1" destOrd="0" presId="urn:microsoft.com/office/officeart/2005/8/layout/orgChart1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235513D2-4036-4E45-A0FC-D025F064AF50}" type="presOf" srcId="{94C9AD59-53AB-4DFE-8216-C64824EE7283}" destId="{B462219A-00D9-49D3-83C8-8D9F2929063D}" srcOrd="1" destOrd="0" presId="urn:microsoft.com/office/officeart/2005/8/layout/orgChart1"/>
    <dgm:cxn modelId="{387C81D4-1A4A-413D-9388-0A1D98E61C5D}" type="presOf" srcId="{99C4A5D8-7DA9-408F-8A6D-5D68512BB70D}" destId="{A0E3C8FD-88FA-4675-8512-4A08623CC5ED}" srcOrd="0" destOrd="0" presId="urn:microsoft.com/office/officeart/2005/8/layout/orgChart1"/>
    <dgm:cxn modelId="{1FD502DA-4515-4420-86F7-326D3E9F4E48}" type="presOf" srcId="{A1E0EE58-75B8-47F9-BA9A-182DA25ACFB5}" destId="{584C573A-E599-46DF-A400-949851F5727C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92FDC0C3-5A4B-4B22-9132-B30238A16DD8}" type="presParOf" srcId="{1AE3AE86-6140-492A-A11F-E9F65F76A19E}" destId="{27A30772-602A-41E1-926A-DBE8125B11D2}" srcOrd="0" destOrd="0" presId="urn:microsoft.com/office/officeart/2005/8/layout/orgChart1"/>
    <dgm:cxn modelId="{BBAE4D2C-6408-4E4C-8587-E87B6516B154}" type="presParOf" srcId="{1AE3AE86-6140-492A-A11F-E9F65F76A19E}" destId="{7CD316A7-8EAC-4111-BC4D-3E464C632F1D}" srcOrd="1" destOrd="0" presId="urn:microsoft.com/office/officeart/2005/8/layout/orgChart1"/>
    <dgm:cxn modelId="{11880501-D9E8-4626-9DDC-C46BC1B848E2}" type="presParOf" srcId="{7CD316A7-8EAC-4111-BC4D-3E464C632F1D}" destId="{F7B6AFB7-5974-4F92-AD81-93EBDEF94043}" srcOrd="0" destOrd="0" presId="urn:microsoft.com/office/officeart/2005/8/layout/orgChart1"/>
    <dgm:cxn modelId="{48FF7BC6-8CB0-4712-9588-7C4433C300DE}" type="presParOf" srcId="{F7B6AFB7-5974-4F92-AD81-93EBDEF94043}" destId="{B88B8941-A2BC-4C60-A8DC-2E23AB4DB8FD}" srcOrd="0" destOrd="0" presId="urn:microsoft.com/office/officeart/2005/8/layout/orgChart1"/>
    <dgm:cxn modelId="{338F3C22-75EC-46DD-B7A3-E448D9B81D89}" type="presParOf" srcId="{F7B6AFB7-5974-4F92-AD81-93EBDEF94043}" destId="{FA4724E8-A703-470B-99A3-2552C5F9E4D6}" srcOrd="1" destOrd="0" presId="urn:microsoft.com/office/officeart/2005/8/layout/orgChart1"/>
    <dgm:cxn modelId="{0BA6EF03-C2CC-4E25-BADE-C349FEC010C4}" type="presParOf" srcId="{7CD316A7-8EAC-4111-BC4D-3E464C632F1D}" destId="{B428BF52-E396-41CF-8863-746B326E1453}" srcOrd="1" destOrd="0" presId="urn:microsoft.com/office/officeart/2005/8/layout/orgChart1"/>
    <dgm:cxn modelId="{51DF91D7-67CC-4EB9-B2B6-3E1BDECB774F}" type="presParOf" srcId="{7CD316A7-8EAC-4111-BC4D-3E464C632F1D}" destId="{645B5FEB-3685-4A7F-B5AE-137661D10B96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150BC1A2-880B-49DB-B629-18457B3BAC60}" type="presParOf" srcId="{702F29B1-99E5-4896-B101-A66FF14B51F6}" destId="{BDBB378E-0D9C-4AFF-AA83-35161BCD9F33}" srcOrd="2" destOrd="0" presId="urn:microsoft.com/office/officeart/2005/8/layout/orgChart1"/>
    <dgm:cxn modelId="{CEFAC0D3-EBEA-4792-B0A5-20C33C1BF7FE}" type="presParOf" srcId="{702F29B1-99E5-4896-B101-A66FF14B51F6}" destId="{5A9F857C-6022-4AF7-BE3C-4795AB9766EF}" srcOrd="3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930B84DF-2DE5-4038-97AB-257273683FF4}" type="presParOf" srcId="{702F29B1-99E5-4896-B101-A66FF14B51F6}" destId="{A0E3C8FD-88FA-4675-8512-4A08623CC5ED}" srcOrd="4" destOrd="0" presId="urn:microsoft.com/office/officeart/2005/8/layout/orgChart1"/>
    <dgm:cxn modelId="{A5E7B828-B986-4F8B-B6B7-F0A1A6A722E4}" type="presParOf" srcId="{702F29B1-99E5-4896-B101-A66FF14B51F6}" destId="{873B2D85-ABC2-4031-9295-BD0C323980BA}" srcOrd="5" destOrd="0" presId="urn:microsoft.com/office/officeart/2005/8/layout/orgChart1"/>
    <dgm:cxn modelId="{2B5F07E6-E003-4D81-BE5E-9BC7720A5696}" type="presParOf" srcId="{873B2D85-ABC2-4031-9295-BD0C323980BA}" destId="{6576F6DD-820F-4955-9776-4EAD1548BA78}" srcOrd="0" destOrd="0" presId="urn:microsoft.com/office/officeart/2005/8/layout/orgChart1"/>
    <dgm:cxn modelId="{CEFB8B5A-0B62-4AAA-816F-D5467FFB6902}" type="presParOf" srcId="{6576F6DD-820F-4955-9776-4EAD1548BA78}" destId="{4BE0561A-8DE6-41F4-9EE5-0D2C1B1F5977}" srcOrd="0" destOrd="0" presId="urn:microsoft.com/office/officeart/2005/8/layout/orgChart1"/>
    <dgm:cxn modelId="{A10545A8-14CA-46D7-B5DB-C374726275B8}" type="presParOf" srcId="{6576F6DD-820F-4955-9776-4EAD1548BA78}" destId="{E5C80E3E-A9D0-402C-9B4A-806432AAA046}" srcOrd="1" destOrd="0" presId="urn:microsoft.com/office/officeart/2005/8/layout/orgChart1"/>
    <dgm:cxn modelId="{B8AD1CF1-4D09-489C-95AC-8319F1A2E6CB}" type="presParOf" srcId="{873B2D85-ABC2-4031-9295-BD0C323980BA}" destId="{0EE33FF9-C64B-432A-AB85-6FEB869FF6D3}" srcOrd="1" destOrd="0" presId="urn:microsoft.com/office/officeart/2005/8/layout/orgChart1"/>
    <dgm:cxn modelId="{45EFC450-6E5E-4218-89AF-D1D92912D23E}" type="presParOf" srcId="{0EE33FF9-C64B-432A-AB85-6FEB869FF6D3}" destId="{474C8C7A-C852-4165-9A37-49279597331B}" srcOrd="0" destOrd="0" presId="urn:microsoft.com/office/officeart/2005/8/layout/orgChart1"/>
    <dgm:cxn modelId="{24865B3C-AC56-4EDB-B066-DD37F23840C6}" type="presParOf" srcId="{0EE33FF9-C64B-432A-AB85-6FEB869FF6D3}" destId="{5E579D17-6678-41BC-BCF3-D16D725E245D}" srcOrd="1" destOrd="0" presId="urn:microsoft.com/office/officeart/2005/8/layout/orgChart1"/>
    <dgm:cxn modelId="{33EBA404-07D8-4E3C-8FC9-4C19177B50D1}" type="presParOf" srcId="{5E579D17-6678-41BC-BCF3-D16D725E245D}" destId="{3B6B8ECA-756B-443B-B9B9-55D1FC43E0F4}" srcOrd="0" destOrd="0" presId="urn:microsoft.com/office/officeart/2005/8/layout/orgChart1"/>
    <dgm:cxn modelId="{6C61B94D-FED5-42CD-8F48-639962C09C5A}" type="presParOf" srcId="{3B6B8ECA-756B-443B-B9B9-55D1FC43E0F4}" destId="{06E38647-1ECC-42FA-B02E-6C9EE7C2F115}" srcOrd="0" destOrd="0" presId="urn:microsoft.com/office/officeart/2005/8/layout/orgChart1"/>
    <dgm:cxn modelId="{C8EF0A68-0D55-4903-9EEF-D0843B010029}" type="presParOf" srcId="{3B6B8ECA-756B-443B-B9B9-55D1FC43E0F4}" destId="{BA1217A9-C0A5-4996-968A-FE506EF3EDAB}" srcOrd="1" destOrd="0" presId="urn:microsoft.com/office/officeart/2005/8/layout/orgChart1"/>
    <dgm:cxn modelId="{CBD11C66-2B81-4D07-A097-B7F64E0FF5DD}" type="presParOf" srcId="{5E579D17-6678-41BC-BCF3-D16D725E245D}" destId="{327821E7-C2BD-4FBA-BFB8-CAEA464C4220}" srcOrd="1" destOrd="0" presId="urn:microsoft.com/office/officeart/2005/8/layout/orgChart1"/>
    <dgm:cxn modelId="{4ECEDA8A-044C-437C-86C1-7BD4B3A2E707}" type="presParOf" srcId="{5E579D17-6678-41BC-BCF3-D16D725E245D}" destId="{1549AA7A-2A13-4179-B8A0-B752DA39D811}" srcOrd="2" destOrd="0" presId="urn:microsoft.com/office/officeart/2005/8/layout/orgChart1"/>
    <dgm:cxn modelId="{6974B3F2-EED2-4ECC-8DE3-5D86645888B5}" type="presParOf" srcId="{873B2D85-ABC2-4031-9295-BD0C323980BA}" destId="{9D6F8848-C890-4F3A-9ED1-7F61C4F044A9}" srcOrd="2" destOrd="0" presId="urn:microsoft.com/office/officeart/2005/8/layout/orgChart1"/>
    <dgm:cxn modelId="{CF615CB3-B232-4926-ACAB-C0F79F82DC64}" type="presParOf" srcId="{702F29B1-99E5-4896-B101-A66FF14B51F6}" destId="{584C573A-E599-46DF-A400-949851F5727C}" srcOrd="6" destOrd="0" presId="urn:microsoft.com/office/officeart/2005/8/layout/orgChart1"/>
    <dgm:cxn modelId="{B34869A5-2B53-44A0-B894-A9B47CD657B8}" type="presParOf" srcId="{702F29B1-99E5-4896-B101-A66FF14B51F6}" destId="{BB3AD7FB-BD3E-4FD3-AD53-17D452CAD4CF}" srcOrd="7" destOrd="0" presId="urn:microsoft.com/office/officeart/2005/8/layout/orgChart1"/>
    <dgm:cxn modelId="{FAB66D89-21A1-4656-A406-9651BE6C61B6}" type="presParOf" srcId="{BB3AD7FB-BD3E-4FD3-AD53-17D452CAD4CF}" destId="{C87BD1E2-920F-4503-BBC9-8D23B73DBDF2}" srcOrd="0" destOrd="0" presId="urn:microsoft.com/office/officeart/2005/8/layout/orgChart1"/>
    <dgm:cxn modelId="{B75A2A60-5D8B-485E-B1A8-6827F51DC805}" type="presParOf" srcId="{C87BD1E2-920F-4503-BBC9-8D23B73DBDF2}" destId="{F9B31A21-ABF6-4080-9BFF-F79CC1E5954A}" srcOrd="0" destOrd="0" presId="urn:microsoft.com/office/officeart/2005/8/layout/orgChart1"/>
    <dgm:cxn modelId="{5C3044BC-2C01-45BC-89DD-2489639E878E}" type="presParOf" srcId="{C87BD1E2-920F-4503-BBC9-8D23B73DBDF2}" destId="{B462219A-00D9-49D3-83C8-8D9F2929063D}" srcOrd="1" destOrd="0" presId="urn:microsoft.com/office/officeart/2005/8/layout/orgChart1"/>
    <dgm:cxn modelId="{D58C33DE-9E38-4B0F-9304-B43E88A8D37F}" type="presParOf" srcId="{BB3AD7FB-BD3E-4FD3-AD53-17D452CAD4CF}" destId="{D938E30E-33F1-4385-8EC8-695E2B409154}" srcOrd="1" destOrd="0" presId="urn:microsoft.com/office/officeart/2005/8/layout/orgChart1"/>
    <dgm:cxn modelId="{404F31D3-CCC9-463A-8BF4-285CC592C2A8}" type="presParOf" srcId="{D938E30E-33F1-4385-8EC8-695E2B409154}" destId="{0EB2EF46-98B8-4E21-AD3B-078F42B04F6C}" srcOrd="0" destOrd="0" presId="urn:microsoft.com/office/officeart/2005/8/layout/orgChart1"/>
    <dgm:cxn modelId="{9457BC33-4656-4FC2-8FD2-43BB1756C96F}" type="presParOf" srcId="{D938E30E-33F1-4385-8EC8-695E2B409154}" destId="{367EA336-0ECE-4C66-BEB1-DEA221E872C0}" srcOrd="1" destOrd="0" presId="urn:microsoft.com/office/officeart/2005/8/layout/orgChart1"/>
    <dgm:cxn modelId="{E2D3BEE2-1C9F-458D-9673-A092D6D74F9C}" type="presParOf" srcId="{367EA336-0ECE-4C66-BEB1-DEA221E872C0}" destId="{415E6230-9266-475D-9FDD-4B76CA15089C}" srcOrd="0" destOrd="0" presId="urn:microsoft.com/office/officeart/2005/8/layout/orgChart1"/>
    <dgm:cxn modelId="{726EDE34-1C1D-4C59-B6D6-B00F6474C258}" type="presParOf" srcId="{415E6230-9266-475D-9FDD-4B76CA15089C}" destId="{830EF56D-2EE8-4C01-A9A4-B32A0E361494}" srcOrd="0" destOrd="0" presId="urn:microsoft.com/office/officeart/2005/8/layout/orgChart1"/>
    <dgm:cxn modelId="{D68B608A-C44F-4FAE-94B2-22A619F3031F}" type="presParOf" srcId="{415E6230-9266-475D-9FDD-4B76CA15089C}" destId="{C7E3177D-38BC-40F6-8061-9CACE85CAAC7}" srcOrd="1" destOrd="0" presId="urn:microsoft.com/office/officeart/2005/8/layout/orgChart1"/>
    <dgm:cxn modelId="{25A660C7-E779-4E29-B9F0-9747DC41DD70}" type="presParOf" srcId="{367EA336-0ECE-4C66-BEB1-DEA221E872C0}" destId="{599BAECF-9AD5-4229-921A-B0D751A28EC7}" srcOrd="1" destOrd="0" presId="urn:microsoft.com/office/officeart/2005/8/layout/orgChart1"/>
    <dgm:cxn modelId="{0B845D98-D7AC-4FAD-AD4F-3F15C2E6340C}" type="presParOf" srcId="{367EA336-0ECE-4C66-BEB1-DEA221E872C0}" destId="{54DBECE7-2130-4B48-AE83-F482E9EF0B9C}" srcOrd="2" destOrd="0" presId="urn:microsoft.com/office/officeart/2005/8/layout/orgChart1"/>
    <dgm:cxn modelId="{D9CDDE02-2214-4F30-9FE5-1506A75AA36D}" type="presParOf" srcId="{BB3AD7FB-BD3E-4FD3-AD53-17D452CAD4CF}" destId="{813B59D0-3A00-450F-A563-2342FE02F3AD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INOVAÇÃO, TECNOLOGIA E DESENVOLVIMENTO ECONÔMICO SUSTENTÁVEL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F93FE123-64C2-48E7-BB7C-78C89C6C6BF9}">
      <dgm:prSet/>
      <dgm:spPr/>
      <dgm:t>
        <a:bodyPr/>
        <a:lstStyle/>
        <a:p>
          <a:r>
            <a:rPr lang="pt-BR" dirty="0"/>
            <a:t>Divisão de Agricultura, Inspeção de Produtos de Origem Animal e Patrulha Agrícola Mecanizada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Inovação Tecnológica, Estudos Econômicos e Pesquisas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Desenvolvimento Econômico Sustentável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B98BD5CF-836F-4EF1-BC31-4D5548C74E29}">
      <dgm:prSet/>
      <dgm:spPr/>
      <dgm:t>
        <a:bodyPr/>
        <a:lstStyle/>
        <a:p>
          <a:r>
            <a:rPr lang="pt-BR" dirty="0"/>
            <a:t>Setor de Apoio aos Produtos de Origem Animal (SIMPOA)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Apoio à Integração das Secretarias, Banco de Dados Integrado (BDI) e Geoprocessamento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da Casa do Empreendedor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F554F3ED-509F-434E-9414-96A5C7204449}">
      <dgm:prSet/>
      <dgm:spPr/>
      <dgm:t>
        <a:bodyPr/>
        <a:lstStyle/>
        <a:p>
          <a:r>
            <a:rPr lang="pt-BR" dirty="0"/>
            <a:t>Setor de Patrulha Agrícola Mecanizada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F2128D90-3FD7-4EE4-9DB8-F82B99C2526B}">
      <dgm:prSet/>
      <dgm:spPr/>
      <dgm:t>
        <a:bodyPr/>
        <a:lstStyle/>
        <a:p>
          <a:r>
            <a:rPr lang="pt-BR" dirty="0"/>
            <a:t>Setor de Apoio às Feiras</a:t>
          </a:r>
        </a:p>
      </dgm:t>
    </dgm:pt>
    <dgm:pt modelId="{680B14F0-DE78-46ED-BF22-281D426BAB77}" type="parTrans" cxnId="{761D1D81-C7E5-4293-9A96-0F12F6A946F5}">
      <dgm:prSet/>
      <dgm:spPr/>
      <dgm:t>
        <a:bodyPr/>
        <a:lstStyle/>
        <a:p>
          <a:endParaRPr lang="pt-BR"/>
        </a:p>
      </dgm:t>
    </dgm:pt>
    <dgm:pt modelId="{19F11BBE-D266-4EDE-A323-D00BF3FFA1F7}" type="sibTrans" cxnId="{761D1D81-C7E5-4293-9A96-0F12F6A946F5}">
      <dgm:prSet/>
      <dgm:spPr/>
      <dgm:t>
        <a:bodyPr/>
        <a:lstStyle/>
        <a:p>
          <a:endParaRPr lang="pt-BR"/>
        </a:p>
      </dgm:t>
    </dgm:pt>
    <dgm:pt modelId="{70466ED9-BB8A-4C0E-BB0E-63D84C59124C}">
      <dgm:prSet/>
      <dgm:spPr/>
      <dgm:t>
        <a:bodyPr/>
        <a:lstStyle/>
        <a:p>
          <a:r>
            <a:rPr lang="pt-BR" dirty="0"/>
            <a:t>Setor de Inovação Tecnológica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Apoio a Indústria e Parceria com o Sistema “S” Sebrae/Senai/Sesi/Sest/Senat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2FA7C500-6510-41CB-B54B-2CFA98363C5F}">
      <dgm:prSet/>
      <dgm:spPr/>
      <dgm:t>
        <a:bodyPr/>
        <a:lstStyle/>
        <a:p>
          <a:r>
            <a:rPr lang="pt-BR" dirty="0"/>
            <a:t>Setor de Apoio ao Comércio e Parceria com o Sistema “S” Senac/Sebrae/Sest/Senat/Sesc</a:t>
          </a:r>
        </a:p>
      </dgm:t>
    </dgm:pt>
    <dgm:pt modelId="{CFA003AC-D94A-4FB5-BA25-AE57013D4548}" type="parTrans" cxnId="{F0241072-1338-4D20-ABBF-1245160D1410}">
      <dgm:prSet/>
      <dgm:spPr/>
      <dgm:t>
        <a:bodyPr/>
        <a:lstStyle/>
        <a:p>
          <a:endParaRPr lang="pt-BR"/>
        </a:p>
      </dgm:t>
    </dgm:pt>
    <dgm:pt modelId="{7F3AB037-A5EB-41E7-809D-DA1A1B4FB2E8}" type="sibTrans" cxnId="{F0241072-1338-4D20-ABBF-1245160D1410}">
      <dgm:prSet/>
      <dgm:spPr/>
      <dgm:t>
        <a:bodyPr/>
        <a:lstStyle/>
        <a:p>
          <a:endParaRPr lang="pt-BR"/>
        </a:p>
      </dgm:t>
    </dgm:pt>
    <dgm:pt modelId="{A3562A44-6FA5-43B2-99AB-2C81AA5089ED}">
      <dgm:prSet/>
      <dgm:spPr/>
      <dgm:t>
        <a:bodyPr/>
        <a:lstStyle/>
        <a:p>
          <a:r>
            <a:rPr lang="pt-BR" dirty="0"/>
            <a:t>Setor de Apoio Administrativo</a:t>
          </a:r>
        </a:p>
      </dgm:t>
    </dgm:pt>
    <dgm:pt modelId="{105C6DBC-ABC6-4753-BC1A-50956199FD7C}" type="parTrans" cxnId="{CF017CB7-72B4-41A1-B0AA-9311EC5E9FC6}">
      <dgm:prSet/>
      <dgm:spPr/>
      <dgm:t>
        <a:bodyPr/>
        <a:lstStyle/>
        <a:p>
          <a:endParaRPr lang="pt-BR"/>
        </a:p>
      </dgm:t>
    </dgm:pt>
    <dgm:pt modelId="{B94A68AB-68DA-44CD-95C2-B579DB6A89DB}" type="sibTrans" cxnId="{CF017CB7-72B4-41A1-B0AA-9311EC5E9FC6}">
      <dgm:prSet/>
      <dgm:spPr/>
      <dgm:t>
        <a:bodyPr/>
        <a:lstStyle/>
        <a:p>
          <a:endParaRPr lang="pt-BR"/>
        </a:p>
      </dgm:t>
    </dgm:pt>
    <dgm:pt modelId="{C4DA584E-054B-4FEA-82D1-5B521FBBEF38}">
      <dgm:prSet/>
      <dgm:spPr/>
      <dgm:t>
        <a:bodyPr/>
        <a:lstStyle/>
        <a:p>
          <a:r>
            <a:rPr lang="pt-BR" dirty="0"/>
            <a:t>Divisão de Atendimento e Capacitação ao Cidadão</a:t>
          </a:r>
        </a:p>
      </dgm:t>
    </dgm:pt>
    <dgm:pt modelId="{5557CA23-E20A-4204-BF68-E68F86912A1A}" type="parTrans" cxnId="{A45F9516-42B1-438F-BADC-2A87095561A1}">
      <dgm:prSet/>
      <dgm:spPr/>
      <dgm:t>
        <a:bodyPr/>
        <a:lstStyle/>
        <a:p>
          <a:endParaRPr lang="pt-BR"/>
        </a:p>
      </dgm:t>
    </dgm:pt>
    <dgm:pt modelId="{CB14F06E-1EA4-4A0A-A5AE-ACAD6785F238}" type="sibTrans" cxnId="{A45F9516-42B1-438F-BADC-2A87095561A1}">
      <dgm:prSet/>
      <dgm:spPr/>
      <dgm:t>
        <a:bodyPr/>
        <a:lstStyle/>
        <a:p>
          <a:endParaRPr lang="pt-BR"/>
        </a:p>
      </dgm:t>
    </dgm:pt>
    <dgm:pt modelId="{5DCE98C3-A464-4666-8FA9-2D992DA25D7E}">
      <dgm:prSet/>
      <dgm:spPr/>
      <dgm:t>
        <a:bodyPr/>
        <a:lstStyle/>
        <a:p>
          <a:r>
            <a:rPr lang="pt-BR" dirty="0"/>
            <a:t>Setor de  Estudos, Boletins e Indicadores</a:t>
          </a:r>
        </a:p>
      </dgm:t>
    </dgm:pt>
    <dgm:pt modelId="{6BBF0059-3AF5-4E57-A31C-CF3F20C91C31}" type="parTrans" cxnId="{3D854462-7407-422D-8AF3-7C8865932D44}">
      <dgm:prSet/>
      <dgm:spPr/>
      <dgm:t>
        <a:bodyPr/>
        <a:lstStyle/>
        <a:p>
          <a:endParaRPr lang="pt-BR"/>
        </a:p>
      </dgm:t>
    </dgm:pt>
    <dgm:pt modelId="{C700B17D-2165-4190-98F4-7453B9B73C4F}" type="sibTrans" cxnId="{3D854462-7407-422D-8AF3-7C8865932D44}">
      <dgm:prSet/>
      <dgm:spPr/>
      <dgm:t>
        <a:bodyPr/>
        <a:lstStyle/>
        <a:p>
          <a:endParaRPr lang="pt-BR"/>
        </a:p>
      </dgm:t>
    </dgm:pt>
    <dgm:pt modelId="{5C34A475-2C85-41E8-8E3C-AA7C351AB9CF}">
      <dgm:prSet/>
      <dgm:spPr/>
      <dgm:t>
        <a:bodyPr/>
        <a:lstStyle/>
        <a:p>
          <a:r>
            <a:rPr lang="pt-BR" dirty="0"/>
            <a:t>Setor de Atendimento Poupatempo</a:t>
          </a:r>
        </a:p>
      </dgm:t>
    </dgm:pt>
    <dgm:pt modelId="{EC7A3EA8-4F89-414F-8614-EC4703EAF0BD}" type="parTrans" cxnId="{717BF14C-9D08-4E58-8A0F-A7D5AC1B2E33}">
      <dgm:prSet/>
      <dgm:spPr/>
      <dgm:t>
        <a:bodyPr/>
        <a:lstStyle/>
        <a:p>
          <a:endParaRPr lang="pt-BR"/>
        </a:p>
      </dgm:t>
    </dgm:pt>
    <dgm:pt modelId="{51719DDF-5DB7-4468-B916-9594F563542F}" type="sibTrans" cxnId="{717BF14C-9D08-4E58-8A0F-A7D5AC1B2E33}">
      <dgm:prSet/>
      <dgm:spPr/>
      <dgm:t>
        <a:bodyPr/>
        <a:lstStyle/>
        <a:p>
          <a:endParaRPr lang="pt-BR"/>
        </a:p>
      </dgm:t>
    </dgm:pt>
    <dgm:pt modelId="{D764271F-156A-4DC6-BF36-326CB0BEA8F1}">
      <dgm:prSet/>
      <dgm:spPr/>
      <dgm:t>
        <a:bodyPr/>
        <a:lstStyle/>
        <a:p>
          <a:r>
            <a:rPr lang="pt-BR" dirty="0"/>
            <a:t>Setor de Coordenação do Procon</a:t>
          </a:r>
        </a:p>
      </dgm:t>
    </dgm:pt>
    <dgm:pt modelId="{A988DFBF-F379-4FA9-A23E-D035181A6221}" type="parTrans" cxnId="{58AA4F00-5838-48E0-8CF3-385A569DF2B8}">
      <dgm:prSet/>
      <dgm:spPr/>
      <dgm:t>
        <a:bodyPr/>
        <a:lstStyle/>
        <a:p>
          <a:endParaRPr lang="pt-BR"/>
        </a:p>
      </dgm:t>
    </dgm:pt>
    <dgm:pt modelId="{F1AEEABB-65CB-45A5-9875-A03D9C553CDD}" type="sibTrans" cxnId="{58AA4F00-5838-48E0-8CF3-385A569DF2B8}">
      <dgm:prSet/>
      <dgm:spPr/>
      <dgm:t>
        <a:bodyPr/>
        <a:lstStyle/>
        <a:p>
          <a:endParaRPr lang="pt-BR"/>
        </a:p>
      </dgm:t>
    </dgm:pt>
    <dgm:pt modelId="{728D89D7-7A77-4A9B-9FC5-32D2902E8E4D}">
      <dgm:prSet/>
      <dgm:spPr/>
      <dgm:t>
        <a:bodyPr/>
        <a:lstStyle/>
        <a:p>
          <a:r>
            <a:rPr lang="pt-BR" dirty="0"/>
            <a:t>Setor de Capacitação, Formação e Aperfeiçoamento</a:t>
          </a:r>
        </a:p>
      </dgm:t>
    </dgm:pt>
    <dgm:pt modelId="{1BB83E49-FB44-4C81-B203-D6AD92AFACBF}" type="parTrans" cxnId="{ED516442-4DA9-4EC7-8ABB-CBE66E57D681}">
      <dgm:prSet/>
      <dgm:spPr/>
      <dgm:t>
        <a:bodyPr/>
        <a:lstStyle/>
        <a:p>
          <a:endParaRPr lang="pt-BR"/>
        </a:p>
      </dgm:t>
    </dgm:pt>
    <dgm:pt modelId="{702E97DD-97E6-4CA9-941C-C025C8A5A274}" type="sibTrans" cxnId="{ED516442-4DA9-4EC7-8ABB-CBE66E57D681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80243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7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5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5"/>
      <dgm:spPr/>
    </dgm:pt>
    <dgm:pt modelId="{1AE3AE86-6140-492A-A11F-E9F65F76A19E}" type="pres">
      <dgm:prSet presAssocID="{9E543093-51AF-482F-A54F-41BA2B290BE8}" presName="hierChild4" presStyleCnt="0"/>
      <dgm:spPr/>
    </dgm:pt>
    <dgm:pt modelId="{70F3D391-BEFF-494B-96B8-DEB7A57ABE4B}" type="pres">
      <dgm:prSet presAssocID="{105C6DBC-ABC6-4753-BC1A-50956199FD7C}" presName="Name37" presStyleLbl="parChTrans1D3" presStyleIdx="0" presStyleCnt="13"/>
      <dgm:spPr/>
    </dgm:pt>
    <dgm:pt modelId="{175F7E5D-C016-4387-A79D-A0889CCB8D0C}" type="pres">
      <dgm:prSet presAssocID="{A3562A44-6FA5-43B2-99AB-2C81AA5089ED}" presName="hierRoot2" presStyleCnt="0">
        <dgm:presLayoutVars>
          <dgm:hierBranch val="init"/>
        </dgm:presLayoutVars>
      </dgm:prSet>
      <dgm:spPr/>
    </dgm:pt>
    <dgm:pt modelId="{62531AB5-49E8-41CE-9819-6ADF0D5C6157}" type="pres">
      <dgm:prSet presAssocID="{A3562A44-6FA5-43B2-99AB-2C81AA5089ED}" presName="rootComposite" presStyleCnt="0"/>
      <dgm:spPr/>
    </dgm:pt>
    <dgm:pt modelId="{60BF2CB4-735B-4D4A-ACC2-5AF50F7F9448}" type="pres">
      <dgm:prSet presAssocID="{A3562A44-6FA5-43B2-99AB-2C81AA5089ED}" presName="rootText" presStyleLbl="node3" presStyleIdx="0" presStyleCnt="13" custLinFactNeighborY="-9898">
        <dgm:presLayoutVars>
          <dgm:chPref val="3"/>
        </dgm:presLayoutVars>
      </dgm:prSet>
      <dgm:spPr/>
    </dgm:pt>
    <dgm:pt modelId="{D942F5F4-CF54-43D0-AA21-483C249C1FFB}" type="pres">
      <dgm:prSet presAssocID="{A3562A44-6FA5-43B2-99AB-2C81AA5089ED}" presName="rootConnector" presStyleLbl="node3" presStyleIdx="0" presStyleCnt="13"/>
      <dgm:spPr/>
    </dgm:pt>
    <dgm:pt modelId="{823AD667-60FB-4F6F-AE20-A7A887FBF517}" type="pres">
      <dgm:prSet presAssocID="{A3562A44-6FA5-43B2-99AB-2C81AA5089ED}" presName="hierChild4" presStyleCnt="0"/>
      <dgm:spPr/>
    </dgm:pt>
    <dgm:pt modelId="{CEEC10E4-0310-4A52-9494-2F7B68DC635E}" type="pres">
      <dgm:prSet presAssocID="{A3562A44-6FA5-43B2-99AB-2C81AA5089ED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1" presStyleCnt="7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1" presStyleCnt="5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1" presStyleCnt="5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1" presStyleCnt="13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1" presStyleCnt="13" custLinFactNeighborY="-9898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1" presStyleCnt="13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2" presStyleCnt="13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2" presStyleCnt="13" custLinFactNeighborY="-11312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2" presStyleCnt="13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60FE858-CD63-43A3-8366-3689ECAE4550}" type="pres">
      <dgm:prSet presAssocID="{680B14F0-DE78-46ED-BF22-281D426BAB77}" presName="Name37" presStyleLbl="parChTrans1D3" presStyleIdx="3" presStyleCnt="13"/>
      <dgm:spPr/>
    </dgm:pt>
    <dgm:pt modelId="{92985471-E99E-4F30-9BBC-2916D3CCA196}" type="pres">
      <dgm:prSet presAssocID="{F2128D90-3FD7-4EE4-9DB8-F82B99C2526B}" presName="hierRoot2" presStyleCnt="0">
        <dgm:presLayoutVars>
          <dgm:hierBranch val="init"/>
        </dgm:presLayoutVars>
      </dgm:prSet>
      <dgm:spPr/>
    </dgm:pt>
    <dgm:pt modelId="{D9AA93B9-1336-43D8-9D2A-15637C7FC67B}" type="pres">
      <dgm:prSet presAssocID="{F2128D90-3FD7-4EE4-9DB8-F82B99C2526B}" presName="rootComposite" presStyleCnt="0"/>
      <dgm:spPr/>
    </dgm:pt>
    <dgm:pt modelId="{B4126409-BAB4-4277-AC9E-045A64B639AC}" type="pres">
      <dgm:prSet presAssocID="{F2128D90-3FD7-4EE4-9DB8-F82B99C2526B}" presName="rootText" presStyleLbl="node3" presStyleIdx="3" presStyleCnt="13" custLinFactNeighborY="-18382">
        <dgm:presLayoutVars>
          <dgm:chPref val="3"/>
        </dgm:presLayoutVars>
      </dgm:prSet>
      <dgm:spPr/>
    </dgm:pt>
    <dgm:pt modelId="{341C3A1A-C81A-48D9-A6AC-B72B7E841227}" type="pres">
      <dgm:prSet presAssocID="{F2128D90-3FD7-4EE4-9DB8-F82B99C2526B}" presName="rootConnector" presStyleLbl="node3" presStyleIdx="3" presStyleCnt="13"/>
      <dgm:spPr/>
    </dgm:pt>
    <dgm:pt modelId="{B8FCF441-22AD-4D39-A7D5-5EC6F0641109}" type="pres">
      <dgm:prSet presAssocID="{F2128D90-3FD7-4EE4-9DB8-F82B99C2526B}" presName="hierChild4" presStyleCnt="0"/>
      <dgm:spPr/>
    </dgm:pt>
    <dgm:pt modelId="{00E01F16-3418-4A16-89B6-8E96103B6C93}" type="pres">
      <dgm:prSet presAssocID="{F2128D90-3FD7-4EE4-9DB8-F82B99C2526B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2" presStyleCnt="7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2" presStyleCnt="5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2" presStyleCnt="5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4" presStyleCnt="13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4" presStyleCnt="13" custLinFactNeighborY="-9898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4" presStyleCnt="13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5" presStyleCnt="13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5" presStyleCnt="13" custLinFactNeighborY="-11312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5" presStyleCnt="13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3" presStyleCnt="7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3" presStyleCnt="5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3" presStyleCnt="5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6" presStyleCnt="13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6" presStyleCnt="13" custLinFactNeighborY="-9898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6" presStyleCnt="13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7" presStyleCnt="13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7" presStyleCnt="13" custScaleX="109724" custLinFactNeighborY="-11312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7" presStyleCnt="13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F6D288D7-F623-40B8-86F2-5691B3A77B53}" type="pres">
      <dgm:prSet presAssocID="{CFA003AC-D94A-4FB5-BA25-AE57013D4548}" presName="Name37" presStyleLbl="parChTrans1D3" presStyleIdx="8" presStyleCnt="13"/>
      <dgm:spPr/>
    </dgm:pt>
    <dgm:pt modelId="{034EF4D6-D246-4338-8B7D-60DA41BBAB18}" type="pres">
      <dgm:prSet presAssocID="{2FA7C500-6510-41CB-B54B-2CFA98363C5F}" presName="hierRoot2" presStyleCnt="0">
        <dgm:presLayoutVars>
          <dgm:hierBranch val="init"/>
        </dgm:presLayoutVars>
      </dgm:prSet>
      <dgm:spPr/>
    </dgm:pt>
    <dgm:pt modelId="{9FD5B89C-48FE-4A74-8809-2139B87863B4}" type="pres">
      <dgm:prSet presAssocID="{2FA7C500-6510-41CB-B54B-2CFA98363C5F}" presName="rootComposite" presStyleCnt="0"/>
      <dgm:spPr/>
    </dgm:pt>
    <dgm:pt modelId="{5A3AF29F-DB0D-4A51-AA1F-0906720DFCCD}" type="pres">
      <dgm:prSet presAssocID="{2FA7C500-6510-41CB-B54B-2CFA98363C5F}" presName="rootText" presStyleLbl="node3" presStyleIdx="8" presStyleCnt="13" custScaleX="109351" custLinFactNeighborY="-18382">
        <dgm:presLayoutVars>
          <dgm:chPref val="3"/>
        </dgm:presLayoutVars>
      </dgm:prSet>
      <dgm:spPr/>
    </dgm:pt>
    <dgm:pt modelId="{572BA4B6-E515-433F-B7F7-50C68776F99C}" type="pres">
      <dgm:prSet presAssocID="{2FA7C500-6510-41CB-B54B-2CFA98363C5F}" presName="rootConnector" presStyleLbl="node3" presStyleIdx="8" presStyleCnt="13"/>
      <dgm:spPr/>
    </dgm:pt>
    <dgm:pt modelId="{8194E55C-954C-40D0-B031-15F3154566E1}" type="pres">
      <dgm:prSet presAssocID="{2FA7C500-6510-41CB-B54B-2CFA98363C5F}" presName="hierChild4" presStyleCnt="0"/>
      <dgm:spPr/>
    </dgm:pt>
    <dgm:pt modelId="{B562DA22-384C-4DDD-BC4D-C69E917C3CE9}" type="pres">
      <dgm:prSet presAssocID="{2FA7C500-6510-41CB-B54B-2CFA98363C5F}" presName="hierChild5" presStyleCnt="0"/>
      <dgm:spPr/>
    </dgm:pt>
    <dgm:pt modelId="{9ADC5E50-987D-4242-834A-51F2D4E94B7F}" type="pres">
      <dgm:prSet presAssocID="{6BBF0059-3AF5-4E57-A31C-CF3F20C91C31}" presName="Name37" presStyleLbl="parChTrans1D3" presStyleIdx="9" presStyleCnt="13"/>
      <dgm:spPr/>
    </dgm:pt>
    <dgm:pt modelId="{6BA67BB4-CB70-4203-AD7D-1AAB108506BE}" type="pres">
      <dgm:prSet presAssocID="{5DCE98C3-A464-4666-8FA9-2D992DA25D7E}" presName="hierRoot2" presStyleCnt="0">
        <dgm:presLayoutVars>
          <dgm:hierBranch val="init"/>
        </dgm:presLayoutVars>
      </dgm:prSet>
      <dgm:spPr/>
    </dgm:pt>
    <dgm:pt modelId="{8B46EACC-8307-4038-921C-59519F93FFD8}" type="pres">
      <dgm:prSet presAssocID="{5DCE98C3-A464-4666-8FA9-2D992DA25D7E}" presName="rootComposite" presStyleCnt="0"/>
      <dgm:spPr/>
    </dgm:pt>
    <dgm:pt modelId="{9111DDF5-FF5C-452A-9A88-5413DB37F4A5}" type="pres">
      <dgm:prSet presAssocID="{5DCE98C3-A464-4666-8FA9-2D992DA25D7E}" presName="rootText" presStyleLbl="node3" presStyleIdx="9" presStyleCnt="13" custLinFactNeighborY="-25447">
        <dgm:presLayoutVars>
          <dgm:chPref val="3"/>
        </dgm:presLayoutVars>
      </dgm:prSet>
      <dgm:spPr/>
    </dgm:pt>
    <dgm:pt modelId="{441AC81B-BDDD-4099-914C-A7BD3136F4F8}" type="pres">
      <dgm:prSet presAssocID="{5DCE98C3-A464-4666-8FA9-2D992DA25D7E}" presName="rootConnector" presStyleLbl="node3" presStyleIdx="9" presStyleCnt="13"/>
      <dgm:spPr/>
    </dgm:pt>
    <dgm:pt modelId="{73EBF3ED-FBB2-4B2A-AC83-CD0873F418AC}" type="pres">
      <dgm:prSet presAssocID="{5DCE98C3-A464-4666-8FA9-2D992DA25D7E}" presName="hierChild4" presStyleCnt="0"/>
      <dgm:spPr/>
    </dgm:pt>
    <dgm:pt modelId="{2E5B66EB-D949-41C1-9081-5110E9ECE62C}" type="pres">
      <dgm:prSet presAssocID="{5DCE98C3-A464-4666-8FA9-2D992DA25D7E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A32E8A27-7715-41B1-97ED-D648616CAA81}" type="pres">
      <dgm:prSet presAssocID="{5557CA23-E20A-4204-BF68-E68F86912A1A}" presName="Name37" presStyleLbl="parChTrans1D2" presStyleIdx="4" presStyleCnt="7"/>
      <dgm:spPr/>
    </dgm:pt>
    <dgm:pt modelId="{C198BF11-1B89-448F-9FC3-3A019D6F4452}" type="pres">
      <dgm:prSet presAssocID="{C4DA584E-054B-4FEA-82D1-5B521FBBEF38}" presName="hierRoot2" presStyleCnt="0">
        <dgm:presLayoutVars>
          <dgm:hierBranch val="init"/>
        </dgm:presLayoutVars>
      </dgm:prSet>
      <dgm:spPr/>
    </dgm:pt>
    <dgm:pt modelId="{29E806C5-24D8-4E06-B934-51EF1E42B2B0}" type="pres">
      <dgm:prSet presAssocID="{C4DA584E-054B-4FEA-82D1-5B521FBBEF38}" presName="rootComposite" presStyleCnt="0"/>
      <dgm:spPr/>
    </dgm:pt>
    <dgm:pt modelId="{DE3116FC-DC30-4F65-A2BD-093E7D539BBC}" type="pres">
      <dgm:prSet presAssocID="{C4DA584E-054B-4FEA-82D1-5B521FBBEF38}" presName="rootText" presStyleLbl="node2" presStyleIdx="4" presStyleCnt="5">
        <dgm:presLayoutVars>
          <dgm:chPref val="3"/>
        </dgm:presLayoutVars>
      </dgm:prSet>
      <dgm:spPr/>
    </dgm:pt>
    <dgm:pt modelId="{F8FBF6BA-5852-4397-A5DE-0BFF7057B223}" type="pres">
      <dgm:prSet presAssocID="{C4DA584E-054B-4FEA-82D1-5B521FBBEF38}" presName="rootConnector" presStyleLbl="node2" presStyleIdx="4" presStyleCnt="5"/>
      <dgm:spPr/>
    </dgm:pt>
    <dgm:pt modelId="{F415E512-871F-4A5B-97F9-A3868C964FD8}" type="pres">
      <dgm:prSet presAssocID="{C4DA584E-054B-4FEA-82D1-5B521FBBEF38}" presName="hierChild4" presStyleCnt="0"/>
      <dgm:spPr/>
    </dgm:pt>
    <dgm:pt modelId="{20E88F56-9233-4B4F-81E0-FD3F4791CAB9}" type="pres">
      <dgm:prSet presAssocID="{EC7A3EA8-4F89-414F-8614-EC4703EAF0BD}" presName="Name37" presStyleLbl="parChTrans1D3" presStyleIdx="10" presStyleCnt="13"/>
      <dgm:spPr/>
    </dgm:pt>
    <dgm:pt modelId="{259D5E86-31B3-4725-A155-1637366A4B74}" type="pres">
      <dgm:prSet presAssocID="{5C34A475-2C85-41E8-8E3C-AA7C351AB9CF}" presName="hierRoot2" presStyleCnt="0">
        <dgm:presLayoutVars>
          <dgm:hierBranch val="init"/>
        </dgm:presLayoutVars>
      </dgm:prSet>
      <dgm:spPr/>
    </dgm:pt>
    <dgm:pt modelId="{7E8F0D79-8324-4ACD-B4D6-2006D6E52764}" type="pres">
      <dgm:prSet presAssocID="{5C34A475-2C85-41E8-8E3C-AA7C351AB9CF}" presName="rootComposite" presStyleCnt="0"/>
      <dgm:spPr/>
    </dgm:pt>
    <dgm:pt modelId="{7D99F785-AB9B-466C-AA2D-345D4086861B}" type="pres">
      <dgm:prSet presAssocID="{5C34A475-2C85-41E8-8E3C-AA7C351AB9CF}" presName="rootText" presStyleLbl="node3" presStyleIdx="10" presStyleCnt="13" custLinFactNeighborY="-9898">
        <dgm:presLayoutVars>
          <dgm:chPref val="3"/>
        </dgm:presLayoutVars>
      </dgm:prSet>
      <dgm:spPr/>
    </dgm:pt>
    <dgm:pt modelId="{10F6FECE-69EC-455D-90CC-C3D5E0EF3FEC}" type="pres">
      <dgm:prSet presAssocID="{5C34A475-2C85-41E8-8E3C-AA7C351AB9CF}" presName="rootConnector" presStyleLbl="node3" presStyleIdx="10" presStyleCnt="13"/>
      <dgm:spPr/>
    </dgm:pt>
    <dgm:pt modelId="{D238EB57-E666-4EB0-8A77-87D001F46811}" type="pres">
      <dgm:prSet presAssocID="{5C34A475-2C85-41E8-8E3C-AA7C351AB9CF}" presName="hierChild4" presStyleCnt="0"/>
      <dgm:spPr/>
    </dgm:pt>
    <dgm:pt modelId="{3D0DAEBC-89E1-4025-8A5E-233DE882381F}" type="pres">
      <dgm:prSet presAssocID="{5C34A475-2C85-41E8-8E3C-AA7C351AB9CF}" presName="hierChild5" presStyleCnt="0"/>
      <dgm:spPr/>
    </dgm:pt>
    <dgm:pt modelId="{48575627-69BD-4074-963F-E7354F09583F}" type="pres">
      <dgm:prSet presAssocID="{A988DFBF-F379-4FA9-A23E-D035181A6221}" presName="Name37" presStyleLbl="parChTrans1D3" presStyleIdx="11" presStyleCnt="13"/>
      <dgm:spPr/>
    </dgm:pt>
    <dgm:pt modelId="{76224861-12B3-4BE5-9112-5470590A9CD5}" type="pres">
      <dgm:prSet presAssocID="{D764271F-156A-4DC6-BF36-326CB0BEA8F1}" presName="hierRoot2" presStyleCnt="0">
        <dgm:presLayoutVars>
          <dgm:hierBranch val="init"/>
        </dgm:presLayoutVars>
      </dgm:prSet>
      <dgm:spPr/>
    </dgm:pt>
    <dgm:pt modelId="{B6179766-D517-488D-99DB-7F6624674D85}" type="pres">
      <dgm:prSet presAssocID="{D764271F-156A-4DC6-BF36-326CB0BEA8F1}" presName="rootComposite" presStyleCnt="0"/>
      <dgm:spPr/>
    </dgm:pt>
    <dgm:pt modelId="{04FAB530-C901-4615-A1E4-088A4DD4D39A}" type="pres">
      <dgm:prSet presAssocID="{D764271F-156A-4DC6-BF36-326CB0BEA8F1}" presName="rootText" presStyleLbl="node3" presStyleIdx="11" presStyleCnt="13" custLinFactNeighborY="-11312">
        <dgm:presLayoutVars>
          <dgm:chPref val="3"/>
        </dgm:presLayoutVars>
      </dgm:prSet>
      <dgm:spPr/>
    </dgm:pt>
    <dgm:pt modelId="{E6669E37-DE29-4D2F-8F9C-654C82A94049}" type="pres">
      <dgm:prSet presAssocID="{D764271F-156A-4DC6-BF36-326CB0BEA8F1}" presName="rootConnector" presStyleLbl="node3" presStyleIdx="11" presStyleCnt="13"/>
      <dgm:spPr/>
    </dgm:pt>
    <dgm:pt modelId="{99B59D2F-B9C3-4368-A810-C8DB58630156}" type="pres">
      <dgm:prSet presAssocID="{D764271F-156A-4DC6-BF36-326CB0BEA8F1}" presName="hierChild4" presStyleCnt="0"/>
      <dgm:spPr/>
    </dgm:pt>
    <dgm:pt modelId="{CF405275-394E-4C1D-A544-91BCF01B3527}" type="pres">
      <dgm:prSet presAssocID="{D764271F-156A-4DC6-BF36-326CB0BEA8F1}" presName="hierChild5" presStyleCnt="0"/>
      <dgm:spPr/>
    </dgm:pt>
    <dgm:pt modelId="{DC3DE8F5-D0E6-4869-80AA-39C34834DCCC}" type="pres">
      <dgm:prSet presAssocID="{1BB83E49-FB44-4C81-B203-D6AD92AFACBF}" presName="Name37" presStyleLbl="parChTrans1D3" presStyleIdx="12" presStyleCnt="13"/>
      <dgm:spPr/>
    </dgm:pt>
    <dgm:pt modelId="{8087C231-174A-4938-AEFC-D3079137DA51}" type="pres">
      <dgm:prSet presAssocID="{728D89D7-7A77-4A9B-9FC5-32D2902E8E4D}" presName="hierRoot2" presStyleCnt="0">
        <dgm:presLayoutVars>
          <dgm:hierBranch val="init"/>
        </dgm:presLayoutVars>
      </dgm:prSet>
      <dgm:spPr/>
    </dgm:pt>
    <dgm:pt modelId="{6DF5200F-6F3C-49CB-8752-9BD6F4865216}" type="pres">
      <dgm:prSet presAssocID="{728D89D7-7A77-4A9B-9FC5-32D2902E8E4D}" presName="rootComposite" presStyleCnt="0"/>
      <dgm:spPr/>
    </dgm:pt>
    <dgm:pt modelId="{08A73DBB-028D-4CCD-9B76-7EDBFFC490D6}" type="pres">
      <dgm:prSet presAssocID="{728D89D7-7A77-4A9B-9FC5-32D2902E8E4D}" presName="rootText" presStyleLbl="node3" presStyleIdx="12" presStyleCnt="13" custLinFactNeighborY="-18382">
        <dgm:presLayoutVars>
          <dgm:chPref val="3"/>
        </dgm:presLayoutVars>
      </dgm:prSet>
      <dgm:spPr/>
    </dgm:pt>
    <dgm:pt modelId="{7A1A9D5D-D4D7-45D7-908A-57C1542FCCF9}" type="pres">
      <dgm:prSet presAssocID="{728D89D7-7A77-4A9B-9FC5-32D2902E8E4D}" presName="rootConnector" presStyleLbl="node3" presStyleIdx="12" presStyleCnt="13"/>
      <dgm:spPr/>
    </dgm:pt>
    <dgm:pt modelId="{8EEB1411-948A-4267-93BD-BE44D4A41C39}" type="pres">
      <dgm:prSet presAssocID="{728D89D7-7A77-4A9B-9FC5-32D2902E8E4D}" presName="hierChild4" presStyleCnt="0"/>
      <dgm:spPr/>
    </dgm:pt>
    <dgm:pt modelId="{E6EA660A-3D65-49A2-A3F8-65E17AAFCF3B}" type="pres">
      <dgm:prSet presAssocID="{728D89D7-7A77-4A9B-9FC5-32D2902E8E4D}" presName="hierChild5" presStyleCnt="0"/>
      <dgm:spPr/>
    </dgm:pt>
    <dgm:pt modelId="{F245B238-F974-4D11-9804-C8CAC0844A45}" type="pres">
      <dgm:prSet presAssocID="{C4DA584E-054B-4FEA-82D1-5B521FBBEF38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5" presStyleCnt="7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31716" custLinFactNeighborY="-8484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6" presStyleCnt="7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21919" custLinFactNeighborY="-8484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58AA4F00-5838-48E0-8CF3-385A569DF2B8}" srcId="{C4DA584E-054B-4FEA-82D1-5B521FBBEF38}" destId="{D764271F-156A-4DC6-BF36-326CB0BEA8F1}" srcOrd="1" destOrd="0" parTransId="{A988DFBF-F379-4FA9-A23E-D035181A6221}" sibTransId="{F1AEEABB-65CB-45A5-9875-A03D9C553CDD}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A45F9516-42B1-438F-BADC-2A87095561A1}" srcId="{BDA3E80D-83D1-43CB-89EA-5529CB9AAA78}" destId="{C4DA584E-054B-4FEA-82D1-5B521FBBEF38}" srcOrd="6" destOrd="0" parTransId="{5557CA23-E20A-4204-BF68-E68F86912A1A}" sibTransId="{CB14F06E-1EA4-4A0A-A5AE-ACAD6785F238}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F6CD4528-EEA5-4F95-9E4B-4132CD766FB0}" type="presOf" srcId="{2FA7C500-6510-41CB-B54B-2CFA98363C5F}" destId="{5A3AF29F-DB0D-4A51-AA1F-0906720DFCCD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426E5B2C-234D-4518-A069-DF5766B5C627}" type="presOf" srcId="{5DCE98C3-A464-4666-8FA9-2D992DA25D7E}" destId="{441AC81B-BDDD-4099-914C-A7BD3136F4F8}" srcOrd="1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D54E6E32-B0E9-458A-A4BD-456098E5ECD3}" srcId="{BDA3E80D-83D1-43CB-89EA-5529CB9AAA78}" destId="{897542E0-B2F5-4EE4-8EE3-85C4B385D779}" srcOrd="5" destOrd="0" parTransId="{B9002353-9289-432A-9056-1107332AFC5B}" sibTransId="{CA9930E5-FB80-4A01-A1CD-1E377103E439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AD58073C-285B-49FA-AE67-6FC15EC6A761}" type="presOf" srcId="{105C6DBC-ABC6-4753-BC1A-50956199FD7C}" destId="{70F3D391-BEFF-494B-96B8-DEB7A57ABE4B}" srcOrd="0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2BC0183E-421E-401E-9A64-5033322932D3}" type="presOf" srcId="{2FA7C500-6510-41CB-B54B-2CFA98363C5F}" destId="{572BA4B6-E515-433F-B7F7-50C68776F99C}" srcOrd="1" destOrd="0" presId="urn:microsoft.com/office/officeart/2005/8/layout/orgChart1"/>
    <dgm:cxn modelId="{5CEF415C-6FDB-483B-8865-830347C43F76}" type="presOf" srcId="{1BB83E49-FB44-4C81-B203-D6AD92AFACBF}" destId="{DC3DE8F5-D0E6-4869-80AA-39C34834DCCC}" srcOrd="0" destOrd="0" presId="urn:microsoft.com/office/officeart/2005/8/layout/orgChart1"/>
    <dgm:cxn modelId="{EE8D895D-3C5A-479D-92C0-9B37846E5012}" type="presOf" srcId="{6BBF0059-3AF5-4E57-A31C-CF3F20C91C31}" destId="{9ADC5E50-987D-4242-834A-51F2D4E94B7F}" srcOrd="0" destOrd="0" presId="urn:microsoft.com/office/officeart/2005/8/layout/orgChart1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ED516442-4DA9-4EC7-8ABB-CBE66E57D681}" srcId="{C4DA584E-054B-4FEA-82D1-5B521FBBEF38}" destId="{728D89D7-7A77-4A9B-9FC5-32D2902E8E4D}" srcOrd="2" destOrd="0" parTransId="{1BB83E49-FB44-4C81-B203-D6AD92AFACBF}" sibTransId="{702E97DD-97E6-4CA9-941C-C025C8A5A274}"/>
    <dgm:cxn modelId="{3D854462-7407-422D-8AF3-7C8865932D44}" srcId="{897542E0-B2F5-4EE4-8EE3-85C4B385D779}" destId="{5DCE98C3-A464-4666-8FA9-2D992DA25D7E}" srcOrd="3" destOrd="0" parTransId="{6BBF0059-3AF5-4E57-A31C-CF3F20C91C31}" sibTransId="{C700B17D-2165-4190-98F4-7453B9B73C4F}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17BF14C-9D08-4E58-8A0F-A7D5AC1B2E33}" srcId="{C4DA584E-054B-4FEA-82D1-5B521FBBEF38}" destId="{5C34A475-2C85-41E8-8E3C-AA7C351AB9CF}" srcOrd="0" destOrd="0" parTransId="{EC7A3EA8-4F89-414F-8614-EC4703EAF0BD}" sibTransId="{51719DDF-5DB7-4468-B916-9594F563542F}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0FA88250-A8F9-4642-927A-D4BB36E190AD}" type="presOf" srcId="{728D89D7-7A77-4A9B-9FC5-32D2902E8E4D}" destId="{08A73DBB-028D-4CCD-9B76-7EDBFFC490D6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46DCED50-B13F-4A67-87C0-36DB89B33B8D}" type="presOf" srcId="{F2128D90-3FD7-4EE4-9DB8-F82B99C2526B}" destId="{B4126409-BAB4-4277-AC9E-045A64B639AC}" srcOrd="0" destOrd="0" presId="urn:microsoft.com/office/officeart/2005/8/layout/orgChart1"/>
    <dgm:cxn modelId="{E40CF070-8063-46E3-BA92-474092F7E323}" type="presOf" srcId="{D764271F-156A-4DC6-BF36-326CB0BEA8F1}" destId="{E6669E37-DE29-4D2F-8F9C-654C82A94049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C7DAFD50-FBC4-4171-8452-8CA081ABE443}" type="presOf" srcId="{D764271F-156A-4DC6-BF36-326CB0BEA8F1}" destId="{04FAB530-C901-4615-A1E4-088A4DD4D39A}" srcOrd="0" destOrd="0" presId="urn:microsoft.com/office/officeart/2005/8/layout/orgChart1"/>
    <dgm:cxn modelId="{F0241072-1338-4D20-ABBF-1245160D1410}" srcId="{897542E0-B2F5-4EE4-8EE3-85C4B385D779}" destId="{2FA7C500-6510-41CB-B54B-2CFA98363C5F}" srcOrd="2" destOrd="0" parTransId="{CFA003AC-D94A-4FB5-BA25-AE57013D4548}" sibTransId="{7F3AB037-A5EB-41E7-809D-DA1A1B4FB2E8}"/>
    <dgm:cxn modelId="{3B6B7253-4AB5-4F74-B22E-464F34E93AFC}" type="presOf" srcId="{A3562A44-6FA5-43B2-99AB-2C81AA5089ED}" destId="{D942F5F4-CF54-43D0-AA21-483C249C1FFB}" srcOrd="1" destOrd="0" presId="urn:microsoft.com/office/officeart/2005/8/layout/orgChart1"/>
    <dgm:cxn modelId="{94BDB956-A31C-4A64-B68A-A7F57344BFB1}" srcId="{F93FE123-64C2-48E7-BB7C-78C89C6C6BF9}" destId="{F554F3ED-509F-434E-9414-96A5C7204449}" srcOrd="1" destOrd="0" parTransId="{25962EFF-7E61-48E6-88D8-61D9DDBA6AD8}" sibTransId="{0795AE4A-255D-4D4A-93BD-F5327A47AD31}"/>
    <dgm:cxn modelId="{76CA9D58-E529-453C-8676-584DA217EECB}" type="presOf" srcId="{A988DFBF-F379-4FA9-A23E-D035181A6221}" destId="{48575627-69BD-4074-963F-E7354F09583F}" srcOrd="0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4" destOrd="0" parTransId="{2705112C-0791-4250-B875-ED990730F6C5}" sibTransId="{1A6AB38F-66D1-4BA9-8AAD-B524F0DC4142}"/>
    <dgm:cxn modelId="{761D1D81-C7E5-4293-9A96-0F12F6A946F5}" srcId="{F93FE123-64C2-48E7-BB7C-78C89C6C6BF9}" destId="{F2128D90-3FD7-4EE4-9DB8-F82B99C2526B}" srcOrd="2" destOrd="0" parTransId="{680B14F0-DE78-46ED-BF22-281D426BAB77}" sibTransId="{19F11BBE-D266-4EDE-A323-D00BF3FFA1F7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96840E97-A240-4BB1-B50F-7C0776D3D74E}" type="presOf" srcId="{5C34A475-2C85-41E8-8E3C-AA7C351AB9CF}" destId="{7D99F785-AB9B-466C-AA2D-345D4086861B}" srcOrd="0" destOrd="0" presId="urn:microsoft.com/office/officeart/2005/8/layout/orgChart1"/>
    <dgm:cxn modelId="{E44DEB9C-5D73-4EFF-BCB1-7DE41F48E3DC}" type="presOf" srcId="{5557CA23-E20A-4204-BF68-E68F86912A1A}" destId="{A32E8A27-7715-41B1-97ED-D648616CAA81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46E4B7A8-2514-4B80-A1C1-38E12AF56982}" type="presOf" srcId="{EC7A3EA8-4F89-414F-8614-EC4703EAF0BD}" destId="{20E88F56-9233-4B4F-81E0-FD3F4791CAB9}" srcOrd="0" destOrd="0" presId="urn:microsoft.com/office/officeart/2005/8/layout/orgChart1"/>
    <dgm:cxn modelId="{82DDB5AC-7EA2-42FB-9590-E59EA5CA3F44}" srcId="{BDA3E80D-83D1-43CB-89EA-5529CB9AAA78}" destId="{F93FE123-64C2-48E7-BB7C-78C89C6C6BF9}" srcOrd="3" destOrd="0" parTransId="{E591C46F-C3C1-4334-AD6A-48CD500503EB}" sibTransId="{44494D52-5C85-4BCC-BD10-DF728B666320}"/>
    <dgm:cxn modelId="{9E4C8BAF-D3DD-472D-A429-2DED678138C7}" type="presOf" srcId="{C4DA584E-054B-4FEA-82D1-5B521FBBEF38}" destId="{DE3116FC-DC30-4F65-A2BD-093E7D539BBC}" srcOrd="0" destOrd="0" presId="urn:microsoft.com/office/officeart/2005/8/layout/orgChart1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3783E4B4-08BB-4071-BF7F-3A322A89C903}" type="presOf" srcId="{C4DA584E-054B-4FEA-82D1-5B521FBBEF38}" destId="{F8FBF6BA-5852-4397-A5DE-0BFF7057B223}" srcOrd="1" destOrd="0" presId="urn:microsoft.com/office/officeart/2005/8/layout/orgChart1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CF017CB7-72B4-41A1-B0AA-9311EC5E9FC6}" srcId="{9E543093-51AF-482F-A54F-41BA2B290BE8}" destId="{A3562A44-6FA5-43B2-99AB-2C81AA5089ED}" srcOrd="0" destOrd="0" parTransId="{105C6DBC-ABC6-4753-BC1A-50956199FD7C}" sibTransId="{B94A68AB-68DA-44CD-95C2-B579DB6A89DB}"/>
    <dgm:cxn modelId="{61600ABD-6684-4EB6-B5CE-59F6A9B3C56F}" type="presOf" srcId="{F2128D90-3FD7-4EE4-9DB8-F82B99C2526B}" destId="{341C3A1A-C81A-48D9-A6AC-B72B7E841227}" srcOrd="1" destOrd="0" presId="urn:microsoft.com/office/officeart/2005/8/layout/orgChart1"/>
    <dgm:cxn modelId="{953E14CC-8866-4354-8FAB-72E97E928BA7}" type="presOf" srcId="{5C34A475-2C85-41E8-8E3C-AA7C351AB9CF}" destId="{10F6FECE-69EC-455D-90CC-C3D5E0EF3FEC}" srcOrd="1" destOrd="0" presId="urn:microsoft.com/office/officeart/2005/8/layout/orgChart1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BE5B1FD4-FA00-4C90-89EF-D0B36421A922}" type="presOf" srcId="{680B14F0-DE78-46ED-BF22-281D426BAB77}" destId="{360FE858-CD63-43A3-8366-3689ECAE4550}" srcOrd="0" destOrd="0" presId="urn:microsoft.com/office/officeart/2005/8/layout/orgChart1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A38C39D8-68A9-49F7-A142-ECC71D0E6052}" type="presOf" srcId="{5DCE98C3-A464-4666-8FA9-2D992DA25D7E}" destId="{9111DDF5-FF5C-452A-9A88-5413DB37F4A5}" srcOrd="0" destOrd="0" presId="urn:microsoft.com/office/officeart/2005/8/layout/orgChart1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47E548E5-D8E3-470D-A4B1-6BBEF3831AE9}" type="presOf" srcId="{A3562A44-6FA5-43B2-99AB-2C81AA5089ED}" destId="{60BF2CB4-735B-4D4A-ACC2-5AF50F7F9448}" srcOrd="0" destOrd="0" presId="urn:microsoft.com/office/officeart/2005/8/layout/orgChart1"/>
    <dgm:cxn modelId="{24711BE7-80A3-4E1A-BEC2-4DDB7F59ED7C}" srcId="{140C7BE8-953D-46B7-BBBC-CEFCFC1C4A44}" destId="{70466ED9-BB8A-4C0E-BB0E-63D84C59124C}" srcOrd="1" destOrd="0" parTransId="{CA5C73BC-41E8-4FFD-AB29-9E0644637AB1}" sibTransId="{C79640DE-8F9F-4422-A93F-F3C80957056A}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85FEEAF6-A6D1-4C80-9EA6-0E165C3BBE87}" type="presOf" srcId="{CFA003AC-D94A-4FB5-BA25-AE57013D4548}" destId="{F6D288D7-F623-40B8-86F2-5691B3A77B53}" srcOrd="0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BA0ED6FD-67BA-45E9-BD6B-8E476A9B08C7}" type="presOf" srcId="{728D89D7-7A77-4A9B-9FC5-32D2902E8E4D}" destId="{7A1A9D5D-D4D7-45D7-908A-57C1542FCCF9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004BC42D-B798-4EC6-A654-17407FDB048E}" type="presParOf" srcId="{1AE3AE86-6140-492A-A11F-E9F65F76A19E}" destId="{70F3D391-BEFF-494B-96B8-DEB7A57ABE4B}" srcOrd="0" destOrd="0" presId="urn:microsoft.com/office/officeart/2005/8/layout/orgChart1"/>
    <dgm:cxn modelId="{31C90A45-1608-458B-82DD-42ADA7CBCE8C}" type="presParOf" srcId="{1AE3AE86-6140-492A-A11F-E9F65F76A19E}" destId="{175F7E5D-C016-4387-A79D-A0889CCB8D0C}" srcOrd="1" destOrd="0" presId="urn:microsoft.com/office/officeart/2005/8/layout/orgChart1"/>
    <dgm:cxn modelId="{095EA558-716B-4E0C-AD86-C5098E335345}" type="presParOf" srcId="{175F7E5D-C016-4387-A79D-A0889CCB8D0C}" destId="{62531AB5-49E8-41CE-9819-6ADF0D5C6157}" srcOrd="0" destOrd="0" presId="urn:microsoft.com/office/officeart/2005/8/layout/orgChart1"/>
    <dgm:cxn modelId="{C9719AB2-129F-4199-99FF-873D0D72F11A}" type="presParOf" srcId="{62531AB5-49E8-41CE-9819-6ADF0D5C6157}" destId="{60BF2CB4-735B-4D4A-ACC2-5AF50F7F9448}" srcOrd="0" destOrd="0" presId="urn:microsoft.com/office/officeart/2005/8/layout/orgChart1"/>
    <dgm:cxn modelId="{D6911392-0676-4317-8575-5ECB3E2EF0AC}" type="presParOf" srcId="{62531AB5-49E8-41CE-9819-6ADF0D5C6157}" destId="{D942F5F4-CF54-43D0-AA21-483C249C1FFB}" srcOrd="1" destOrd="0" presId="urn:microsoft.com/office/officeart/2005/8/layout/orgChart1"/>
    <dgm:cxn modelId="{A460020C-D74B-459A-9CB8-F6B5075B315A}" type="presParOf" srcId="{175F7E5D-C016-4387-A79D-A0889CCB8D0C}" destId="{823AD667-60FB-4F6F-AE20-A7A887FBF517}" srcOrd="1" destOrd="0" presId="urn:microsoft.com/office/officeart/2005/8/layout/orgChart1"/>
    <dgm:cxn modelId="{83E208BF-05C8-4D67-B480-46A66B1997DD}" type="presParOf" srcId="{175F7E5D-C016-4387-A79D-A0889CCB8D0C}" destId="{CEEC10E4-0310-4A52-9494-2F7B68DC635E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79C889CF-5A8F-451E-8280-91A187B7FC9B}" type="presParOf" srcId="{702F29B1-99E5-4896-B101-A66FF14B51F6}" destId="{FD9A2F87-5594-4B1C-959F-6AF063EC5722}" srcOrd="2" destOrd="0" presId="urn:microsoft.com/office/officeart/2005/8/layout/orgChart1"/>
    <dgm:cxn modelId="{1576BFE1-5BA0-42F0-9F72-FD164C02F3AA}" type="presParOf" srcId="{702F29B1-99E5-4896-B101-A66FF14B51F6}" destId="{72FC4307-AF73-410D-9740-C0206929B210}" srcOrd="3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F78BA671-6E6B-46D2-952C-0CCA38781266}" type="presParOf" srcId="{14671578-2E54-4AEE-AAD1-B1C890C0F542}" destId="{9BE1465B-C014-46BE-AA8A-69E4F7987327}" srcOrd="2" destOrd="0" presId="urn:microsoft.com/office/officeart/2005/8/layout/orgChart1"/>
    <dgm:cxn modelId="{E3A9145D-005B-4D92-B9DD-85CBDED49DA5}" type="presParOf" srcId="{14671578-2E54-4AEE-AAD1-B1C890C0F542}" destId="{9559C66C-0EE9-400E-AE2A-3C29BEF6B278}" srcOrd="3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DC5E668D-ABC4-4249-A426-54433BECEE45}" type="presParOf" srcId="{14671578-2E54-4AEE-AAD1-B1C890C0F542}" destId="{360FE858-CD63-43A3-8366-3689ECAE4550}" srcOrd="4" destOrd="0" presId="urn:microsoft.com/office/officeart/2005/8/layout/orgChart1"/>
    <dgm:cxn modelId="{3FC7C053-091B-4CB6-92F6-0DFBB1F3C221}" type="presParOf" srcId="{14671578-2E54-4AEE-AAD1-B1C890C0F542}" destId="{92985471-E99E-4F30-9BBC-2916D3CCA196}" srcOrd="5" destOrd="0" presId="urn:microsoft.com/office/officeart/2005/8/layout/orgChart1"/>
    <dgm:cxn modelId="{D7D7F9B9-A84C-4051-82E2-3DC9EF26EC12}" type="presParOf" srcId="{92985471-E99E-4F30-9BBC-2916D3CCA196}" destId="{D9AA93B9-1336-43D8-9D2A-15637C7FC67B}" srcOrd="0" destOrd="0" presId="urn:microsoft.com/office/officeart/2005/8/layout/orgChart1"/>
    <dgm:cxn modelId="{608F1B78-35B2-4814-B23E-4CA9FBA1D41F}" type="presParOf" srcId="{D9AA93B9-1336-43D8-9D2A-15637C7FC67B}" destId="{B4126409-BAB4-4277-AC9E-045A64B639AC}" srcOrd="0" destOrd="0" presId="urn:microsoft.com/office/officeart/2005/8/layout/orgChart1"/>
    <dgm:cxn modelId="{85F35469-FDCF-4645-928C-F41ECD0D7BF4}" type="presParOf" srcId="{D9AA93B9-1336-43D8-9D2A-15637C7FC67B}" destId="{341C3A1A-C81A-48D9-A6AC-B72B7E841227}" srcOrd="1" destOrd="0" presId="urn:microsoft.com/office/officeart/2005/8/layout/orgChart1"/>
    <dgm:cxn modelId="{8329C003-6547-410B-A1E9-367327264F40}" type="presParOf" srcId="{92985471-E99E-4F30-9BBC-2916D3CCA196}" destId="{B8FCF441-22AD-4D39-A7D5-5EC6F0641109}" srcOrd="1" destOrd="0" presId="urn:microsoft.com/office/officeart/2005/8/layout/orgChart1"/>
    <dgm:cxn modelId="{5129C1D0-992D-43A8-A3F4-DD0CA4E92A37}" type="presParOf" srcId="{92985471-E99E-4F30-9BBC-2916D3CCA196}" destId="{00E01F16-3418-4A16-89B6-8E96103B6C93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5D185199-4449-4FC4-A417-ADDB32F0F1FA}" type="presParOf" srcId="{702F29B1-99E5-4896-B101-A66FF14B51F6}" destId="{203CECAF-4583-4381-A15F-0B63A7CD1DC8}" srcOrd="4" destOrd="0" presId="urn:microsoft.com/office/officeart/2005/8/layout/orgChart1"/>
    <dgm:cxn modelId="{93B7AB06-19F1-4685-82BF-A131907775F0}" type="presParOf" srcId="{702F29B1-99E5-4896-B101-A66FF14B51F6}" destId="{8AA23E7D-C409-4F33-A40C-76801715EDE1}" srcOrd="5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E4C03691-6BD3-45EA-A947-2C540E9AC4D9}" type="presParOf" srcId="{4A709BA3-FD33-4520-B014-71D7F5D35A41}" destId="{C0684F0C-8EC3-4A0A-9CBE-845D8DC75645}" srcOrd="2" destOrd="0" presId="urn:microsoft.com/office/officeart/2005/8/layout/orgChart1"/>
    <dgm:cxn modelId="{B86E2B4D-D865-42B5-AC8A-395320F7B203}" type="presParOf" srcId="{4A709BA3-FD33-4520-B014-71D7F5D35A41}" destId="{15CB99E6-896A-4C55-8403-599A038043E8}" srcOrd="3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6" destOrd="0" presId="urn:microsoft.com/office/officeart/2005/8/layout/orgChart1"/>
    <dgm:cxn modelId="{CEFAC0D3-EBEA-4792-B0A5-20C33C1BF7FE}" type="presParOf" srcId="{702F29B1-99E5-4896-B101-A66FF14B51F6}" destId="{5A9F857C-6022-4AF7-BE3C-4795AB9766EF}" srcOrd="7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0C270B6D-FAC7-468E-96C4-74032293C6A8}" type="presParOf" srcId="{A98ED857-9544-4D5D-BFA5-CE9AE5B76A55}" destId="{F6D288D7-F623-40B8-86F2-5691B3A77B53}" srcOrd="4" destOrd="0" presId="urn:microsoft.com/office/officeart/2005/8/layout/orgChart1"/>
    <dgm:cxn modelId="{164B6077-D4AB-45DF-9F00-A50452581CD0}" type="presParOf" srcId="{A98ED857-9544-4D5D-BFA5-CE9AE5B76A55}" destId="{034EF4D6-D246-4338-8B7D-60DA41BBAB18}" srcOrd="5" destOrd="0" presId="urn:microsoft.com/office/officeart/2005/8/layout/orgChart1"/>
    <dgm:cxn modelId="{5C104EBC-B2A0-4ECE-81D0-DFFFAB0F2464}" type="presParOf" srcId="{034EF4D6-D246-4338-8B7D-60DA41BBAB18}" destId="{9FD5B89C-48FE-4A74-8809-2139B87863B4}" srcOrd="0" destOrd="0" presId="urn:microsoft.com/office/officeart/2005/8/layout/orgChart1"/>
    <dgm:cxn modelId="{94CA53CB-6D23-4E18-9039-C6D961D52585}" type="presParOf" srcId="{9FD5B89C-48FE-4A74-8809-2139B87863B4}" destId="{5A3AF29F-DB0D-4A51-AA1F-0906720DFCCD}" srcOrd="0" destOrd="0" presId="urn:microsoft.com/office/officeart/2005/8/layout/orgChart1"/>
    <dgm:cxn modelId="{AD9ED660-715C-4E4E-9D81-40A6624B677C}" type="presParOf" srcId="{9FD5B89C-48FE-4A74-8809-2139B87863B4}" destId="{572BA4B6-E515-433F-B7F7-50C68776F99C}" srcOrd="1" destOrd="0" presId="urn:microsoft.com/office/officeart/2005/8/layout/orgChart1"/>
    <dgm:cxn modelId="{9A1E639D-3551-4E6B-AD32-DEFEFED868DC}" type="presParOf" srcId="{034EF4D6-D246-4338-8B7D-60DA41BBAB18}" destId="{8194E55C-954C-40D0-B031-15F3154566E1}" srcOrd="1" destOrd="0" presId="urn:microsoft.com/office/officeart/2005/8/layout/orgChart1"/>
    <dgm:cxn modelId="{8C05C77F-7F56-40EC-97BF-EBD325AEA33B}" type="presParOf" srcId="{034EF4D6-D246-4338-8B7D-60DA41BBAB18}" destId="{B562DA22-384C-4DDD-BC4D-C69E917C3CE9}" srcOrd="2" destOrd="0" presId="urn:microsoft.com/office/officeart/2005/8/layout/orgChart1"/>
    <dgm:cxn modelId="{960F4732-5A1A-4DE9-954F-F3BCDD372F14}" type="presParOf" srcId="{A98ED857-9544-4D5D-BFA5-CE9AE5B76A55}" destId="{9ADC5E50-987D-4242-834A-51F2D4E94B7F}" srcOrd="6" destOrd="0" presId="urn:microsoft.com/office/officeart/2005/8/layout/orgChart1"/>
    <dgm:cxn modelId="{C3CF5F90-0EF6-46E4-820E-89A10897B043}" type="presParOf" srcId="{A98ED857-9544-4D5D-BFA5-CE9AE5B76A55}" destId="{6BA67BB4-CB70-4203-AD7D-1AAB108506BE}" srcOrd="7" destOrd="0" presId="urn:microsoft.com/office/officeart/2005/8/layout/orgChart1"/>
    <dgm:cxn modelId="{5F5E5B02-0DB4-43FD-8D22-63C27A29EDB9}" type="presParOf" srcId="{6BA67BB4-CB70-4203-AD7D-1AAB108506BE}" destId="{8B46EACC-8307-4038-921C-59519F93FFD8}" srcOrd="0" destOrd="0" presId="urn:microsoft.com/office/officeart/2005/8/layout/orgChart1"/>
    <dgm:cxn modelId="{78C8268C-ADF8-4373-973D-64563372B2EF}" type="presParOf" srcId="{8B46EACC-8307-4038-921C-59519F93FFD8}" destId="{9111DDF5-FF5C-452A-9A88-5413DB37F4A5}" srcOrd="0" destOrd="0" presId="urn:microsoft.com/office/officeart/2005/8/layout/orgChart1"/>
    <dgm:cxn modelId="{0950328B-3CC7-414E-8281-F5B10FDFBC5E}" type="presParOf" srcId="{8B46EACC-8307-4038-921C-59519F93FFD8}" destId="{441AC81B-BDDD-4099-914C-A7BD3136F4F8}" srcOrd="1" destOrd="0" presId="urn:microsoft.com/office/officeart/2005/8/layout/orgChart1"/>
    <dgm:cxn modelId="{AB1B1B1F-0679-40D3-AF94-A712F2C94E00}" type="presParOf" srcId="{6BA67BB4-CB70-4203-AD7D-1AAB108506BE}" destId="{73EBF3ED-FBB2-4B2A-AC83-CD0873F418AC}" srcOrd="1" destOrd="0" presId="urn:microsoft.com/office/officeart/2005/8/layout/orgChart1"/>
    <dgm:cxn modelId="{B919E503-1DEE-4EAB-9B14-6136246ADD44}" type="presParOf" srcId="{6BA67BB4-CB70-4203-AD7D-1AAB108506BE}" destId="{2E5B66EB-D949-41C1-9081-5110E9ECE62C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4FDD03D6-0BAA-4678-9656-DB0C55A3730F}" type="presParOf" srcId="{702F29B1-99E5-4896-B101-A66FF14B51F6}" destId="{A32E8A27-7715-41B1-97ED-D648616CAA81}" srcOrd="8" destOrd="0" presId="urn:microsoft.com/office/officeart/2005/8/layout/orgChart1"/>
    <dgm:cxn modelId="{B2E28968-8A84-4765-AF1F-99CECDF816CB}" type="presParOf" srcId="{702F29B1-99E5-4896-B101-A66FF14B51F6}" destId="{C198BF11-1B89-448F-9FC3-3A019D6F4452}" srcOrd="9" destOrd="0" presId="urn:microsoft.com/office/officeart/2005/8/layout/orgChart1"/>
    <dgm:cxn modelId="{C2589C86-B802-4AA8-942A-F849398B1BA1}" type="presParOf" srcId="{C198BF11-1B89-448F-9FC3-3A019D6F4452}" destId="{29E806C5-24D8-4E06-B934-51EF1E42B2B0}" srcOrd="0" destOrd="0" presId="urn:microsoft.com/office/officeart/2005/8/layout/orgChart1"/>
    <dgm:cxn modelId="{F459EBF3-36A6-4BCF-8347-C32871C4B54D}" type="presParOf" srcId="{29E806C5-24D8-4E06-B934-51EF1E42B2B0}" destId="{DE3116FC-DC30-4F65-A2BD-093E7D539BBC}" srcOrd="0" destOrd="0" presId="urn:microsoft.com/office/officeart/2005/8/layout/orgChart1"/>
    <dgm:cxn modelId="{68F7BF01-E9BC-46E9-94C9-BC7A46682BE0}" type="presParOf" srcId="{29E806C5-24D8-4E06-B934-51EF1E42B2B0}" destId="{F8FBF6BA-5852-4397-A5DE-0BFF7057B223}" srcOrd="1" destOrd="0" presId="urn:microsoft.com/office/officeart/2005/8/layout/orgChart1"/>
    <dgm:cxn modelId="{0E355B79-1FF4-44E2-8FC2-BB7968527870}" type="presParOf" srcId="{C198BF11-1B89-448F-9FC3-3A019D6F4452}" destId="{F415E512-871F-4A5B-97F9-A3868C964FD8}" srcOrd="1" destOrd="0" presId="urn:microsoft.com/office/officeart/2005/8/layout/orgChart1"/>
    <dgm:cxn modelId="{24E30F06-9DCF-47A1-ADBE-F7915D52EC86}" type="presParOf" srcId="{F415E512-871F-4A5B-97F9-A3868C964FD8}" destId="{20E88F56-9233-4B4F-81E0-FD3F4791CAB9}" srcOrd="0" destOrd="0" presId="urn:microsoft.com/office/officeart/2005/8/layout/orgChart1"/>
    <dgm:cxn modelId="{C6E5069E-10D9-4E0F-AA6E-CE37603EAAA4}" type="presParOf" srcId="{F415E512-871F-4A5B-97F9-A3868C964FD8}" destId="{259D5E86-31B3-4725-A155-1637366A4B74}" srcOrd="1" destOrd="0" presId="urn:microsoft.com/office/officeart/2005/8/layout/orgChart1"/>
    <dgm:cxn modelId="{27133E6B-5F68-4E1F-A5EF-1C2D75A75F58}" type="presParOf" srcId="{259D5E86-31B3-4725-A155-1637366A4B74}" destId="{7E8F0D79-8324-4ACD-B4D6-2006D6E52764}" srcOrd="0" destOrd="0" presId="urn:microsoft.com/office/officeart/2005/8/layout/orgChart1"/>
    <dgm:cxn modelId="{A682C543-08C4-477A-801B-83B907329333}" type="presParOf" srcId="{7E8F0D79-8324-4ACD-B4D6-2006D6E52764}" destId="{7D99F785-AB9B-466C-AA2D-345D4086861B}" srcOrd="0" destOrd="0" presId="urn:microsoft.com/office/officeart/2005/8/layout/orgChart1"/>
    <dgm:cxn modelId="{B5F9C4AE-BF38-453A-ABC1-7AD5EEDAFC1B}" type="presParOf" srcId="{7E8F0D79-8324-4ACD-B4D6-2006D6E52764}" destId="{10F6FECE-69EC-455D-90CC-C3D5E0EF3FEC}" srcOrd="1" destOrd="0" presId="urn:microsoft.com/office/officeart/2005/8/layout/orgChart1"/>
    <dgm:cxn modelId="{FAE31DC5-1278-4BE4-90DD-B35467B626C8}" type="presParOf" srcId="{259D5E86-31B3-4725-A155-1637366A4B74}" destId="{D238EB57-E666-4EB0-8A77-87D001F46811}" srcOrd="1" destOrd="0" presId="urn:microsoft.com/office/officeart/2005/8/layout/orgChart1"/>
    <dgm:cxn modelId="{FB38A6D8-BE15-4850-BB4D-57687B24ACA3}" type="presParOf" srcId="{259D5E86-31B3-4725-A155-1637366A4B74}" destId="{3D0DAEBC-89E1-4025-8A5E-233DE882381F}" srcOrd="2" destOrd="0" presId="urn:microsoft.com/office/officeart/2005/8/layout/orgChart1"/>
    <dgm:cxn modelId="{003E4A79-192E-4385-B4CB-F579234156B3}" type="presParOf" srcId="{F415E512-871F-4A5B-97F9-A3868C964FD8}" destId="{48575627-69BD-4074-963F-E7354F09583F}" srcOrd="2" destOrd="0" presId="urn:microsoft.com/office/officeart/2005/8/layout/orgChart1"/>
    <dgm:cxn modelId="{FBDFB9CB-AE70-4E2B-B61A-17D831F6923F}" type="presParOf" srcId="{F415E512-871F-4A5B-97F9-A3868C964FD8}" destId="{76224861-12B3-4BE5-9112-5470590A9CD5}" srcOrd="3" destOrd="0" presId="urn:microsoft.com/office/officeart/2005/8/layout/orgChart1"/>
    <dgm:cxn modelId="{7016FC17-C62C-483A-B5D6-6C6ED41B6641}" type="presParOf" srcId="{76224861-12B3-4BE5-9112-5470590A9CD5}" destId="{B6179766-D517-488D-99DB-7F6624674D85}" srcOrd="0" destOrd="0" presId="urn:microsoft.com/office/officeart/2005/8/layout/orgChart1"/>
    <dgm:cxn modelId="{B32CB004-2BB9-4EF3-A0E1-D72653B3D5F0}" type="presParOf" srcId="{B6179766-D517-488D-99DB-7F6624674D85}" destId="{04FAB530-C901-4615-A1E4-088A4DD4D39A}" srcOrd="0" destOrd="0" presId="urn:microsoft.com/office/officeart/2005/8/layout/orgChart1"/>
    <dgm:cxn modelId="{83887854-6D10-4027-A220-AA0A1A036D96}" type="presParOf" srcId="{B6179766-D517-488D-99DB-7F6624674D85}" destId="{E6669E37-DE29-4D2F-8F9C-654C82A94049}" srcOrd="1" destOrd="0" presId="urn:microsoft.com/office/officeart/2005/8/layout/orgChart1"/>
    <dgm:cxn modelId="{698EDDA8-F04A-41CB-92EB-B7CAF519E11E}" type="presParOf" srcId="{76224861-12B3-4BE5-9112-5470590A9CD5}" destId="{99B59D2F-B9C3-4368-A810-C8DB58630156}" srcOrd="1" destOrd="0" presId="urn:microsoft.com/office/officeart/2005/8/layout/orgChart1"/>
    <dgm:cxn modelId="{D1076FE7-81E9-41B7-A2CA-C9D728C17768}" type="presParOf" srcId="{76224861-12B3-4BE5-9112-5470590A9CD5}" destId="{CF405275-394E-4C1D-A544-91BCF01B3527}" srcOrd="2" destOrd="0" presId="urn:microsoft.com/office/officeart/2005/8/layout/orgChart1"/>
    <dgm:cxn modelId="{2C5607DF-69C4-45F7-97BC-A3C8C765B27B}" type="presParOf" srcId="{F415E512-871F-4A5B-97F9-A3868C964FD8}" destId="{DC3DE8F5-D0E6-4869-80AA-39C34834DCCC}" srcOrd="4" destOrd="0" presId="urn:microsoft.com/office/officeart/2005/8/layout/orgChart1"/>
    <dgm:cxn modelId="{0FFA25B6-E5B3-4EE8-BB0A-ABDBC257B759}" type="presParOf" srcId="{F415E512-871F-4A5B-97F9-A3868C964FD8}" destId="{8087C231-174A-4938-AEFC-D3079137DA51}" srcOrd="5" destOrd="0" presId="urn:microsoft.com/office/officeart/2005/8/layout/orgChart1"/>
    <dgm:cxn modelId="{832FF8E3-C807-434D-AB76-A29D68EE4D09}" type="presParOf" srcId="{8087C231-174A-4938-AEFC-D3079137DA51}" destId="{6DF5200F-6F3C-49CB-8752-9BD6F4865216}" srcOrd="0" destOrd="0" presId="urn:microsoft.com/office/officeart/2005/8/layout/orgChart1"/>
    <dgm:cxn modelId="{D086EFCB-C5E9-4FA7-8819-659AD42BD132}" type="presParOf" srcId="{6DF5200F-6F3C-49CB-8752-9BD6F4865216}" destId="{08A73DBB-028D-4CCD-9B76-7EDBFFC490D6}" srcOrd="0" destOrd="0" presId="urn:microsoft.com/office/officeart/2005/8/layout/orgChart1"/>
    <dgm:cxn modelId="{371FD56A-D771-4114-BC32-88428BC8D9D1}" type="presParOf" srcId="{6DF5200F-6F3C-49CB-8752-9BD6F4865216}" destId="{7A1A9D5D-D4D7-45D7-908A-57C1542FCCF9}" srcOrd="1" destOrd="0" presId="urn:microsoft.com/office/officeart/2005/8/layout/orgChart1"/>
    <dgm:cxn modelId="{2A1880F1-65CE-4E15-9FFC-7F9D16CE1462}" type="presParOf" srcId="{8087C231-174A-4938-AEFC-D3079137DA51}" destId="{8EEB1411-948A-4267-93BD-BE44D4A41C39}" srcOrd="1" destOrd="0" presId="urn:microsoft.com/office/officeart/2005/8/layout/orgChart1"/>
    <dgm:cxn modelId="{186D90A9-B490-4087-99AE-C216710FC8BE}" type="presParOf" srcId="{8087C231-174A-4938-AEFC-D3079137DA51}" destId="{E6EA660A-3D65-49A2-A3F8-65E17AAFCF3B}" srcOrd="2" destOrd="0" presId="urn:microsoft.com/office/officeart/2005/8/layout/orgChart1"/>
    <dgm:cxn modelId="{C04716FF-8EEA-4B7E-A238-DE824FEBCEB1}" type="presParOf" srcId="{C198BF11-1B89-448F-9FC3-3A019D6F4452}" destId="{F245B238-F974-4D11-9804-C8CAC0844A45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SAÚDE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FUNDO MUNICIPAL DE SAÚDE</a:t>
          </a:r>
        </a:p>
      </dgm:t>
    </dgm:pt>
    <dgm:pt modelId="{44EC8565-DCAA-43F0-9C2A-B996A1243957}" type="parTrans" cxnId="{7E161DCD-5663-4A80-AD58-83CBA7CBDDCE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9525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</dgm:spPr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 custT="1"/>
      <dgm:spPr/>
      <dgm:t>
        <a:bodyPr/>
        <a:lstStyle/>
        <a:p>
          <a:r>
            <a:rPr lang="pt-BR" sz="800" dirty="0"/>
            <a:t>Divisão Administrativa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 custT="1"/>
      <dgm:spPr/>
      <dgm:t>
        <a:bodyPr/>
        <a:lstStyle/>
        <a:p>
          <a:r>
            <a:rPr lang="pt-BR" sz="800" dirty="0"/>
            <a:t>Divisão de Planejamento, Avaliação e Desenvolvimento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 custT="1"/>
      <dgm:spPr/>
      <dgm:t>
        <a:bodyPr/>
        <a:lstStyle/>
        <a:p>
          <a:r>
            <a:rPr lang="pt-BR" sz="800" dirty="0"/>
            <a:t>Divisão de Educação Permanente e Humanização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88E06C40-96DC-4D4B-BC8C-0C30B390CB3E}">
      <dgm:prSet custT="1"/>
      <dgm:spPr/>
      <dgm:t>
        <a:bodyPr/>
        <a:lstStyle/>
        <a:p>
          <a:r>
            <a:rPr lang="pt-BR" sz="800" dirty="0"/>
            <a:t>Setor de Apoio Administrativo</a:t>
          </a:r>
        </a:p>
      </dgm:t>
    </dgm:pt>
    <dgm:pt modelId="{018B78BD-B31E-4C32-8E0C-EBD453F6B883}" type="parTrans" cxnId="{2B95F382-C0E8-43C1-A467-68E9B40B98A3}">
      <dgm:prSet/>
      <dgm:spPr/>
      <dgm:t>
        <a:bodyPr/>
        <a:lstStyle/>
        <a:p>
          <a:endParaRPr lang="pt-BR"/>
        </a:p>
      </dgm:t>
    </dgm:pt>
    <dgm:pt modelId="{15B1626C-BB30-4D77-AF8E-6E1B56262CFC}" type="sibTrans" cxnId="{2B95F382-C0E8-43C1-A467-68E9B40B98A3}">
      <dgm:prSet/>
      <dgm:spPr/>
      <dgm:t>
        <a:bodyPr/>
        <a:lstStyle/>
        <a:p>
          <a:endParaRPr lang="pt-BR"/>
        </a:p>
      </dgm:t>
    </dgm:pt>
    <dgm:pt modelId="{24B5B830-1763-45BE-ACDB-5A4D9C7D822C}">
      <dgm:prSet custT="1"/>
      <dgm:spPr/>
      <dgm:t>
        <a:bodyPr/>
        <a:lstStyle/>
        <a:p>
          <a:r>
            <a:rPr lang="pt-BR" sz="800" dirty="0"/>
            <a:t>Setor de Fiscalização de Contratos e Convênios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FFF76743-057B-4AB6-9477-039899594119}">
      <dgm:prSet custT="1"/>
      <dgm:spPr/>
      <dgm:t>
        <a:bodyPr/>
        <a:lstStyle/>
        <a:p>
          <a:r>
            <a:rPr lang="pt-BR" sz="800" dirty="0"/>
            <a:t>Setor de Parcerias com Instituições de Ensino, Estágios e Residência Médica</a:t>
          </a:r>
        </a:p>
      </dgm:t>
    </dgm:pt>
    <dgm:pt modelId="{D5C9C9D1-604B-4925-B2FF-5E3EBBE1DAAF}" type="parTrans" cxnId="{053AA7D4-C355-49F7-9569-E1BD08599BEC}">
      <dgm:prSet/>
      <dgm:spPr/>
      <dgm:t>
        <a:bodyPr/>
        <a:lstStyle/>
        <a:p>
          <a:endParaRPr lang="pt-BR"/>
        </a:p>
      </dgm:t>
    </dgm:pt>
    <dgm:pt modelId="{16071E0F-6D79-4717-9813-8E87262120F5}" type="sibTrans" cxnId="{053AA7D4-C355-49F7-9569-E1BD08599BEC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CONSELHO MUNICIPAL DE SAÚDE</a:t>
          </a:r>
        </a:p>
      </dgm:t>
    </dgm:pt>
    <dgm:pt modelId="{2679EB4B-6431-4250-9196-BFEE43F033D3}" type="parTrans" cxnId="{B8B3CDB4-AC51-473C-8749-CA6113378C01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9525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</dgm:spPr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E5AEA43F-25C9-4387-B383-04F0775BFE30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8E0DC5EC-21E0-4782-8FBD-618C8BE3264A}" type="parTrans" cxnId="{0BA7E6C0-1040-4D81-B489-F8ECAD98A951}">
      <dgm:prSet/>
      <dgm:spPr/>
      <dgm:t>
        <a:bodyPr/>
        <a:lstStyle/>
        <a:p>
          <a:endParaRPr lang="pt-BR"/>
        </a:p>
      </dgm:t>
    </dgm:pt>
    <dgm:pt modelId="{8DB57107-7FC2-4B97-955F-C2BAAA609FFC}" type="sibTrans" cxnId="{0BA7E6C0-1040-4D81-B489-F8ECAD98A951}">
      <dgm:prSet/>
      <dgm:spPr/>
      <dgm:t>
        <a:bodyPr/>
        <a:lstStyle/>
        <a:p>
          <a:endParaRPr lang="pt-BR"/>
        </a:p>
      </dgm:t>
    </dgm:pt>
    <dgm:pt modelId="{F93FE123-64C2-48E7-BB7C-78C89C6C6BF9}">
      <dgm:prSet custT="1"/>
      <dgm:spPr/>
      <dgm:t>
        <a:bodyPr/>
        <a:lstStyle/>
        <a:p>
          <a:r>
            <a:rPr lang="pt-BR" sz="800" dirty="0"/>
            <a:t>Divisão de Vigilância em Saúde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 custT="1"/>
      <dgm:spPr/>
      <dgm:t>
        <a:bodyPr/>
        <a:lstStyle/>
        <a:p>
          <a:r>
            <a:rPr lang="pt-BR" sz="800" dirty="0"/>
            <a:t>Divisão de Média e Alta Complexidade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 custT="1"/>
      <dgm:spPr/>
      <dgm:t>
        <a:bodyPr/>
        <a:lstStyle/>
        <a:p>
          <a:r>
            <a:rPr lang="pt-BR" sz="800" dirty="0"/>
            <a:t>Divisão de Atenção Primária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287AD33F-F0F5-4CA2-A5C0-795BBE2E638B}">
      <dgm:prSet custT="1"/>
      <dgm:spPr/>
      <dgm:t>
        <a:bodyPr/>
        <a:lstStyle/>
        <a:p>
          <a:r>
            <a:rPr lang="pt-BR" sz="800" dirty="0"/>
            <a:t>Divisão de Assistência Farmacêutica e Insumos Estratégicos</a:t>
          </a:r>
        </a:p>
      </dgm:t>
    </dgm:pt>
    <dgm:pt modelId="{99C4A5D8-7DA9-408F-8A6D-5D68512BB70D}" type="parTrans" cxnId="{A6DF2619-6801-4905-AB12-9353827042DB}">
      <dgm:prSet/>
      <dgm:spPr/>
      <dgm:t>
        <a:bodyPr/>
        <a:lstStyle/>
        <a:p>
          <a:endParaRPr lang="pt-BR"/>
        </a:p>
      </dgm:t>
    </dgm:pt>
    <dgm:pt modelId="{38688D75-8683-4C2D-8D13-B4E29235115C}" type="sibTrans" cxnId="{A6DF2619-6801-4905-AB12-9353827042DB}">
      <dgm:prSet/>
      <dgm:spPr/>
      <dgm:t>
        <a:bodyPr/>
        <a:lstStyle/>
        <a:p>
          <a:endParaRPr lang="pt-BR"/>
        </a:p>
      </dgm:t>
    </dgm:pt>
    <dgm:pt modelId="{94C9AD59-53AB-4DFE-8216-C64824EE7283}">
      <dgm:prSet custT="1"/>
      <dgm:spPr/>
      <dgm:t>
        <a:bodyPr/>
        <a:lstStyle/>
        <a:p>
          <a:r>
            <a:rPr lang="pt-BR" sz="800" dirty="0"/>
            <a:t>Divisão de Unidade de Pronto Atendimento – UPA 24h</a:t>
          </a:r>
        </a:p>
      </dgm:t>
    </dgm:pt>
    <dgm:pt modelId="{A1E0EE58-75B8-47F9-BA9A-182DA25ACFB5}" type="parTrans" cxnId="{A2CE7A10-BF12-4E38-9442-6976FF0B1F66}">
      <dgm:prSet/>
      <dgm:spPr/>
      <dgm:t>
        <a:bodyPr/>
        <a:lstStyle/>
        <a:p>
          <a:endParaRPr lang="pt-BR"/>
        </a:p>
      </dgm:t>
    </dgm:pt>
    <dgm:pt modelId="{B81960D3-743A-4CF6-A002-6AF1837F4E6F}" type="sibTrans" cxnId="{A2CE7A10-BF12-4E38-9442-6976FF0B1F66}">
      <dgm:prSet/>
      <dgm:spPr/>
      <dgm:t>
        <a:bodyPr/>
        <a:lstStyle/>
        <a:p>
          <a:endParaRPr lang="pt-BR"/>
        </a:p>
      </dgm:t>
    </dgm:pt>
    <dgm:pt modelId="{3597990C-A619-4A95-BF17-4AF48E938703}">
      <dgm:prSet custT="1"/>
      <dgm:spPr/>
      <dgm:t>
        <a:bodyPr/>
        <a:lstStyle/>
        <a:p>
          <a:r>
            <a:rPr lang="pt-BR" sz="800" dirty="0"/>
            <a:t>Setor de Frotas e Remoção de Pacientes</a:t>
          </a:r>
        </a:p>
      </dgm:t>
    </dgm:pt>
    <dgm:pt modelId="{9A87B3E7-8173-457F-A011-918CB2B5EB79}" type="parTrans" cxnId="{9D7DDE4E-FA42-43F9-AFEA-70DB1FD1E078}">
      <dgm:prSet/>
      <dgm:spPr/>
      <dgm:t>
        <a:bodyPr/>
        <a:lstStyle/>
        <a:p>
          <a:endParaRPr lang="pt-BR"/>
        </a:p>
      </dgm:t>
    </dgm:pt>
    <dgm:pt modelId="{B48BB87B-B547-48FF-813D-115A36A0E12A}" type="sibTrans" cxnId="{9D7DDE4E-FA42-43F9-AFEA-70DB1FD1E078}">
      <dgm:prSet/>
      <dgm:spPr/>
      <dgm:t>
        <a:bodyPr/>
        <a:lstStyle/>
        <a:p>
          <a:endParaRPr lang="pt-BR"/>
        </a:p>
      </dgm:t>
    </dgm:pt>
    <dgm:pt modelId="{1D0D897A-720B-4E4E-993D-28795D6B33A1}">
      <dgm:prSet custT="1"/>
      <dgm:spPr/>
      <dgm:t>
        <a:bodyPr/>
        <a:lstStyle/>
        <a:p>
          <a:r>
            <a:rPr lang="pt-BR" sz="800" dirty="0"/>
            <a:t>Setor de Apoio a Licitação</a:t>
          </a:r>
        </a:p>
      </dgm:t>
    </dgm:pt>
    <dgm:pt modelId="{F8145040-84CE-4624-87DF-201F02A4D00A}" type="parTrans" cxnId="{F81A6902-FC3F-4AF7-A663-4CFB1FD28A46}">
      <dgm:prSet/>
      <dgm:spPr/>
      <dgm:t>
        <a:bodyPr/>
        <a:lstStyle/>
        <a:p>
          <a:endParaRPr lang="pt-BR"/>
        </a:p>
      </dgm:t>
    </dgm:pt>
    <dgm:pt modelId="{341EFAC8-D214-40FB-B3FB-4A782C673B5A}" type="sibTrans" cxnId="{F81A6902-FC3F-4AF7-A663-4CFB1FD28A46}">
      <dgm:prSet/>
      <dgm:spPr/>
      <dgm:t>
        <a:bodyPr/>
        <a:lstStyle/>
        <a:p>
          <a:endParaRPr lang="pt-BR"/>
        </a:p>
      </dgm:t>
    </dgm:pt>
    <dgm:pt modelId="{4505245D-33F0-45C8-98B7-079941A08B53}">
      <dgm:prSet custT="1"/>
      <dgm:spPr/>
      <dgm:t>
        <a:bodyPr/>
        <a:lstStyle/>
        <a:p>
          <a:r>
            <a:rPr lang="pt-BR" sz="800" dirty="0"/>
            <a:t>Setor de Apoio à Informatização</a:t>
          </a:r>
        </a:p>
      </dgm:t>
    </dgm:pt>
    <dgm:pt modelId="{86F1D165-FAA0-4252-A2D4-5CFA4FA972B5}" type="parTrans" cxnId="{68CE3675-138A-4E75-B2E7-22AF53AF1329}">
      <dgm:prSet/>
      <dgm:spPr/>
      <dgm:t>
        <a:bodyPr/>
        <a:lstStyle/>
        <a:p>
          <a:endParaRPr lang="pt-BR"/>
        </a:p>
      </dgm:t>
    </dgm:pt>
    <dgm:pt modelId="{B4CE75AD-FE7E-491A-A794-32C0887B06BE}" type="sibTrans" cxnId="{68CE3675-138A-4E75-B2E7-22AF53AF1329}">
      <dgm:prSet/>
      <dgm:spPr/>
      <dgm:t>
        <a:bodyPr/>
        <a:lstStyle/>
        <a:p>
          <a:endParaRPr lang="pt-BR"/>
        </a:p>
      </dgm:t>
    </dgm:pt>
    <dgm:pt modelId="{FD6354AE-0E0D-4746-8C8F-72B718BAE5B4}">
      <dgm:prSet custT="1"/>
      <dgm:spPr/>
      <dgm:t>
        <a:bodyPr/>
        <a:lstStyle/>
        <a:p>
          <a:r>
            <a:rPr lang="pt-BR" sz="800" dirty="0"/>
            <a:t>Setor de Manutenção de Prédios e Suprimentos</a:t>
          </a:r>
        </a:p>
      </dgm:t>
    </dgm:pt>
    <dgm:pt modelId="{7F147E9E-7532-4FA8-902F-58B75CEACCCE}" type="parTrans" cxnId="{A1C0759F-46DF-46BE-8CFD-2D016BD45C3F}">
      <dgm:prSet/>
      <dgm:spPr/>
      <dgm:t>
        <a:bodyPr/>
        <a:lstStyle/>
        <a:p>
          <a:endParaRPr lang="pt-BR"/>
        </a:p>
      </dgm:t>
    </dgm:pt>
    <dgm:pt modelId="{5FECAADB-CDF5-4558-8D0F-13B7158CBA90}" type="sibTrans" cxnId="{A1C0759F-46DF-46BE-8CFD-2D016BD45C3F}">
      <dgm:prSet/>
      <dgm:spPr/>
      <dgm:t>
        <a:bodyPr/>
        <a:lstStyle/>
        <a:p>
          <a:endParaRPr lang="pt-BR"/>
        </a:p>
      </dgm:t>
    </dgm:pt>
    <dgm:pt modelId="{8FA730C7-1996-43C0-8E7C-21A3FCC5CB82}">
      <dgm:prSet custT="1"/>
      <dgm:spPr/>
      <dgm:t>
        <a:bodyPr/>
        <a:lstStyle/>
        <a:p>
          <a:r>
            <a:rPr lang="pt-BR" sz="800" dirty="0"/>
            <a:t>Setor de Apoio a Elaboração de Documentos Técnicos para Processos Licitatórios</a:t>
          </a:r>
        </a:p>
      </dgm:t>
    </dgm:pt>
    <dgm:pt modelId="{752057E2-C88C-4504-8710-3668E51DFB6D}" type="parTrans" cxnId="{3EFF3B17-B3F2-4B58-82C6-5BF527ED026A}">
      <dgm:prSet/>
      <dgm:spPr/>
      <dgm:t>
        <a:bodyPr/>
        <a:lstStyle/>
        <a:p>
          <a:endParaRPr lang="pt-BR"/>
        </a:p>
      </dgm:t>
    </dgm:pt>
    <dgm:pt modelId="{68AEDEE5-6601-4177-A713-7A7BC8C983C7}" type="sibTrans" cxnId="{3EFF3B17-B3F2-4B58-82C6-5BF527ED026A}">
      <dgm:prSet/>
      <dgm:spPr/>
      <dgm:t>
        <a:bodyPr/>
        <a:lstStyle/>
        <a:p>
          <a:endParaRPr lang="pt-BR"/>
        </a:p>
      </dgm:t>
    </dgm:pt>
    <dgm:pt modelId="{7564F4A0-8D16-490D-907E-8ED95FA1220B}">
      <dgm:prSet custT="1"/>
      <dgm:spPr/>
      <dgm:t>
        <a:bodyPr/>
        <a:lstStyle/>
        <a:p>
          <a:r>
            <a:rPr lang="pt-BR" sz="800" dirty="0"/>
            <a:t>Setor de Ação Judicial</a:t>
          </a:r>
        </a:p>
      </dgm:t>
    </dgm:pt>
    <dgm:pt modelId="{B4DEEB40-0DA0-47EA-9B1F-565BB0D4F122}" type="parTrans" cxnId="{493C2DF5-4A9D-420A-9ECE-774B7C4587C0}">
      <dgm:prSet/>
      <dgm:spPr/>
      <dgm:t>
        <a:bodyPr/>
        <a:lstStyle/>
        <a:p>
          <a:endParaRPr lang="pt-BR"/>
        </a:p>
      </dgm:t>
    </dgm:pt>
    <dgm:pt modelId="{8FB8FCB9-AE6D-4EC3-8269-A2B3ACF857EA}" type="sibTrans" cxnId="{493C2DF5-4A9D-420A-9ECE-774B7C4587C0}">
      <dgm:prSet/>
      <dgm:spPr/>
      <dgm:t>
        <a:bodyPr/>
        <a:lstStyle/>
        <a:p>
          <a:endParaRPr lang="pt-BR"/>
        </a:p>
      </dgm:t>
    </dgm:pt>
    <dgm:pt modelId="{522FCDFA-75EC-42F5-9470-CDFE12334B46}">
      <dgm:prSet custT="1"/>
      <dgm:spPr/>
      <dgm:t>
        <a:bodyPr/>
        <a:lstStyle/>
        <a:p>
          <a:r>
            <a:rPr lang="pt-BR" sz="800" dirty="0"/>
            <a:t>Setor de Gestão de Contratos e Convênios</a:t>
          </a:r>
        </a:p>
      </dgm:t>
    </dgm:pt>
    <dgm:pt modelId="{93D88299-9343-4D19-904C-1B75D9B86A41}" type="parTrans" cxnId="{96A3968A-7FE6-4FF6-A5B0-D3DA196C3D9D}">
      <dgm:prSet/>
      <dgm:spPr/>
      <dgm:t>
        <a:bodyPr/>
        <a:lstStyle/>
        <a:p>
          <a:endParaRPr lang="pt-BR"/>
        </a:p>
      </dgm:t>
    </dgm:pt>
    <dgm:pt modelId="{E365FBAF-0184-4BD0-92A0-E3F326D8429D}" type="sibTrans" cxnId="{96A3968A-7FE6-4FF6-A5B0-D3DA196C3D9D}">
      <dgm:prSet/>
      <dgm:spPr/>
      <dgm:t>
        <a:bodyPr/>
        <a:lstStyle/>
        <a:p>
          <a:endParaRPr lang="pt-BR"/>
        </a:p>
      </dgm:t>
    </dgm:pt>
    <dgm:pt modelId="{E805C673-92D2-4D4D-86FF-5E937AABAE3A}">
      <dgm:prSet custT="1"/>
      <dgm:spPr/>
      <dgm:t>
        <a:bodyPr/>
        <a:lstStyle/>
        <a:p>
          <a:r>
            <a:rPr lang="pt-BR" sz="800" dirty="0"/>
            <a:t>Setor de Ouvidoria SUS</a:t>
          </a:r>
        </a:p>
      </dgm:t>
    </dgm:pt>
    <dgm:pt modelId="{BAA922EA-6F7E-40F5-9D1E-6522C35CEB91}" type="parTrans" cxnId="{810A09D6-43D6-4DE0-8C47-B466CF5D7CAE}">
      <dgm:prSet/>
      <dgm:spPr/>
      <dgm:t>
        <a:bodyPr/>
        <a:lstStyle/>
        <a:p>
          <a:endParaRPr lang="pt-BR"/>
        </a:p>
      </dgm:t>
    </dgm:pt>
    <dgm:pt modelId="{C6893843-F7E5-4A0F-A5B3-3BD39EDF6824}" type="sibTrans" cxnId="{810A09D6-43D6-4DE0-8C47-B466CF5D7CAE}">
      <dgm:prSet/>
      <dgm:spPr/>
      <dgm:t>
        <a:bodyPr/>
        <a:lstStyle/>
        <a:p>
          <a:endParaRPr lang="pt-BR"/>
        </a:p>
      </dgm:t>
    </dgm:pt>
    <dgm:pt modelId="{B98BD5CF-836F-4EF1-BC31-4D5548C74E29}">
      <dgm:prSet custT="1"/>
      <dgm:spPr/>
      <dgm:t>
        <a:bodyPr/>
        <a:lstStyle/>
        <a:p>
          <a:r>
            <a:rPr lang="pt-BR" sz="800" dirty="0"/>
            <a:t>Setor de Vigilância Epidemiológica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0D2EFA40-5299-4765-9373-A4D0A32096A9}">
      <dgm:prSet custT="1"/>
      <dgm:spPr/>
      <dgm:t>
        <a:bodyPr/>
        <a:lstStyle/>
        <a:p>
          <a:r>
            <a:rPr lang="pt-BR" sz="800" dirty="0"/>
            <a:t>Setor de Ambulatório de Referência de Especialidades - ARE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 custT="1"/>
      <dgm:spPr/>
      <dgm:t>
        <a:bodyPr/>
        <a:lstStyle/>
        <a:p>
          <a:r>
            <a:rPr lang="pt-BR" sz="800" dirty="0"/>
            <a:t>Setor de Distrito Sanitário I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8AB3FB1A-979B-4144-B43B-B61FCA4F7282}">
      <dgm:prSet custT="1"/>
      <dgm:spPr/>
      <dgm:t>
        <a:bodyPr/>
        <a:lstStyle/>
        <a:p>
          <a:r>
            <a:rPr lang="pt-BR" sz="800" dirty="0"/>
            <a:t>Setor de Suporte Administrativo Farmacêutico</a:t>
          </a:r>
        </a:p>
      </dgm:t>
    </dgm:pt>
    <dgm:pt modelId="{30023569-3320-40C3-A037-3A3B5A66013E}" type="parTrans" cxnId="{18877A56-6D5C-4B9C-92B3-4B825ADED66E}">
      <dgm:prSet/>
      <dgm:spPr/>
      <dgm:t>
        <a:bodyPr/>
        <a:lstStyle/>
        <a:p>
          <a:endParaRPr lang="pt-BR"/>
        </a:p>
      </dgm:t>
    </dgm:pt>
    <dgm:pt modelId="{A7088452-CBE9-49E8-A301-DECECB07B507}" type="sibTrans" cxnId="{18877A56-6D5C-4B9C-92B3-4B825ADED66E}">
      <dgm:prSet/>
      <dgm:spPr/>
      <dgm:t>
        <a:bodyPr/>
        <a:lstStyle/>
        <a:p>
          <a:endParaRPr lang="pt-BR"/>
        </a:p>
      </dgm:t>
    </dgm:pt>
    <dgm:pt modelId="{730CAE5D-00E9-4180-881E-E88FD1358F2E}">
      <dgm:prSet custT="1"/>
      <dgm:spPr/>
      <dgm:t>
        <a:bodyPr/>
        <a:lstStyle/>
        <a:p>
          <a:r>
            <a:rPr lang="pt-BR" sz="800" dirty="0"/>
            <a:t>Setor de Suporte Administrativo UPA/SAMU</a:t>
          </a:r>
        </a:p>
      </dgm:t>
    </dgm:pt>
    <dgm:pt modelId="{541D8A11-6EDE-4543-82E9-95445C56638B}" type="parTrans" cxnId="{235CD430-A200-4C3F-96AB-52BD518C3960}">
      <dgm:prSet/>
      <dgm:spPr/>
      <dgm:t>
        <a:bodyPr/>
        <a:lstStyle/>
        <a:p>
          <a:endParaRPr lang="pt-BR"/>
        </a:p>
      </dgm:t>
    </dgm:pt>
    <dgm:pt modelId="{213CEA96-650E-43E9-A6ED-0D578DFD1BBF}" type="sibTrans" cxnId="{235CD430-A200-4C3F-96AB-52BD518C3960}">
      <dgm:prSet/>
      <dgm:spPr/>
      <dgm:t>
        <a:bodyPr/>
        <a:lstStyle/>
        <a:p>
          <a:endParaRPr lang="pt-BR"/>
        </a:p>
      </dgm:t>
    </dgm:pt>
    <dgm:pt modelId="{F554F3ED-509F-434E-9414-96A5C7204449}">
      <dgm:prSet custT="1"/>
      <dgm:spPr/>
      <dgm:t>
        <a:bodyPr/>
        <a:lstStyle/>
        <a:p>
          <a:r>
            <a:rPr lang="pt-BR" sz="800" dirty="0"/>
            <a:t>Setor de Controle de Endemias e Animais </a:t>
          </a:r>
          <a:r>
            <a:rPr lang="pt-BR" sz="800" dirty="0" err="1"/>
            <a:t>Pençonhentos</a:t>
          </a:r>
          <a:endParaRPr lang="pt-BR" sz="800" dirty="0"/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70466ED9-BB8A-4C0E-BB0E-63D84C59124C}">
      <dgm:prSet custT="1"/>
      <dgm:spPr/>
      <dgm:t>
        <a:bodyPr/>
        <a:lstStyle/>
        <a:p>
          <a:r>
            <a:rPr lang="pt-BR" sz="800" dirty="0"/>
            <a:t>Setor de Diagnóstico Complementar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359658E8-5791-44AD-A30D-A2B7BBF11301}">
      <dgm:prSet custT="1"/>
      <dgm:spPr/>
      <dgm:t>
        <a:bodyPr/>
        <a:lstStyle/>
        <a:p>
          <a:r>
            <a:rPr lang="pt-BR" sz="800" dirty="0"/>
            <a:t>Setor de Saúde Mental</a:t>
          </a:r>
        </a:p>
      </dgm:t>
    </dgm:pt>
    <dgm:pt modelId="{67516A8C-826C-4A0E-9138-315E28FD1D3D}" type="parTrans" cxnId="{5471FAEB-0D5F-4ED9-AEA4-25CCC758EB0C}">
      <dgm:prSet/>
      <dgm:spPr/>
      <dgm:t>
        <a:bodyPr/>
        <a:lstStyle/>
        <a:p>
          <a:endParaRPr lang="pt-BR"/>
        </a:p>
      </dgm:t>
    </dgm:pt>
    <dgm:pt modelId="{2A405053-B89B-4CC2-B2E0-D5E8A64A9D94}" type="sibTrans" cxnId="{5471FAEB-0D5F-4ED9-AEA4-25CCC758EB0C}">
      <dgm:prSet/>
      <dgm:spPr/>
      <dgm:t>
        <a:bodyPr/>
        <a:lstStyle/>
        <a:p>
          <a:endParaRPr lang="pt-BR"/>
        </a:p>
      </dgm:t>
    </dgm:pt>
    <dgm:pt modelId="{841D5CEA-A4E0-49E2-B683-2DB5D778B1D7}">
      <dgm:prSet custT="1"/>
      <dgm:spPr/>
      <dgm:t>
        <a:bodyPr/>
        <a:lstStyle/>
        <a:p>
          <a:r>
            <a:rPr lang="pt-BR" sz="800" dirty="0"/>
            <a:t>Setor de Reabilitação (EMAD/EMAP) Fisioterapia</a:t>
          </a:r>
        </a:p>
      </dgm:t>
    </dgm:pt>
    <dgm:pt modelId="{06F76256-22A0-4A46-B363-CAE4C0C6AB8F}" type="parTrans" cxnId="{E6C16E04-D9F9-4CD8-A966-190DFC7F6D65}">
      <dgm:prSet/>
      <dgm:spPr/>
      <dgm:t>
        <a:bodyPr/>
        <a:lstStyle/>
        <a:p>
          <a:endParaRPr lang="pt-BR"/>
        </a:p>
      </dgm:t>
    </dgm:pt>
    <dgm:pt modelId="{FB2DDCD2-07D6-4DF5-AD36-F327D2340FFD}" type="sibTrans" cxnId="{E6C16E04-D9F9-4CD8-A966-190DFC7F6D65}">
      <dgm:prSet/>
      <dgm:spPr/>
      <dgm:t>
        <a:bodyPr/>
        <a:lstStyle/>
        <a:p>
          <a:endParaRPr lang="pt-BR"/>
        </a:p>
      </dgm:t>
    </dgm:pt>
    <dgm:pt modelId="{58AC23B3-3CBD-4683-A7A9-DBC7DC8B6E65}">
      <dgm:prSet custT="1"/>
      <dgm:spPr/>
      <dgm:t>
        <a:bodyPr/>
        <a:lstStyle/>
        <a:p>
          <a:r>
            <a:rPr lang="pt-BR" sz="800" dirty="0"/>
            <a:t>Setor de Distrito Sanitário II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2FA7C500-6510-41CB-B54B-2CFA98363C5F}">
      <dgm:prSet custT="1"/>
      <dgm:spPr/>
      <dgm:t>
        <a:bodyPr/>
        <a:lstStyle/>
        <a:p>
          <a:r>
            <a:rPr lang="pt-BR" sz="800" dirty="0"/>
            <a:t>Setor Mãe Olimpiense</a:t>
          </a:r>
        </a:p>
      </dgm:t>
    </dgm:pt>
    <dgm:pt modelId="{CFA003AC-D94A-4FB5-BA25-AE57013D4548}" type="parTrans" cxnId="{F0241072-1338-4D20-ABBF-1245160D1410}">
      <dgm:prSet/>
      <dgm:spPr/>
      <dgm:t>
        <a:bodyPr/>
        <a:lstStyle/>
        <a:p>
          <a:endParaRPr lang="pt-BR"/>
        </a:p>
      </dgm:t>
    </dgm:pt>
    <dgm:pt modelId="{7F3AB037-A5EB-41E7-809D-DA1A1B4FB2E8}" type="sibTrans" cxnId="{F0241072-1338-4D20-ABBF-1245160D1410}">
      <dgm:prSet/>
      <dgm:spPr/>
      <dgm:t>
        <a:bodyPr/>
        <a:lstStyle/>
        <a:p>
          <a:endParaRPr lang="pt-BR"/>
        </a:p>
      </dgm:t>
    </dgm:pt>
    <dgm:pt modelId="{E2AF08C4-E2A2-4857-990C-4DCD995870E1}">
      <dgm:prSet custT="1"/>
      <dgm:spPr/>
      <dgm:t>
        <a:bodyPr/>
        <a:lstStyle/>
        <a:p>
          <a:r>
            <a:rPr lang="pt-BR" sz="800" dirty="0"/>
            <a:t>Setor de Saúde Bucal</a:t>
          </a:r>
        </a:p>
      </dgm:t>
    </dgm:pt>
    <dgm:pt modelId="{EB196C07-4C27-4D7E-A197-1314BBD1DDA5}" type="parTrans" cxnId="{95B79C49-FE7C-45BF-B719-8188A48B5289}">
      <dgm:prSet/>
      <dgm:spPr/>
      <dgm:t>
        <a:bodyPr/>
        <a:lstStyle/>
        <a:p>
          <a:endParaRPr lang="pt-BR"/>
        </a:p>
      </dgm:t>
    </dgm:pt>
    <dgm:pt modelId="{7C926C2C-83F9-4583-A21F-43DCAEC3E858}" type="sibTrans" cxnId="{95B79C49-FE7C-45BF-B719-8188A48B5289}">
      <dgm:prSet/>
      <dgm:spPr/>
      <dgm:t>
        <a:bodyPr/>
        <a:lstStyle/>
        <a:p>
          <a:endParaRPr lang="pt-BR"/>
        </a:p>
      </dgm:t>
    </dgm:pt>
    <dgm:pt modelId="{E2E70AFB-9862-4687-A1EE-968C23B6DCC9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B6709B58-8609-48CD-B33A-76E96D638FC2}" type="parTrans" cxnId="{C824EB4D-328E-46FB-8732-8EBF66A713F5}">
      <dgm:prSet/>
      <dgm:spPr/>
      <dgm:t>
        <a:bodyPr/>
        <a:lstStyle/>
        <a:p>
          <a:endParaRPr lang="pt-BR"/>
        </a:p>
      </dgm:t>
    </dgm:pt>
    <dgm:pt modelId="{4E05D129-B81B-44E5-AD30-DB8B5CE7682F}" type="sibTrans" cxnId="{C824EB4D-328E-46FB-8732-8EBF66A713F5}">
      <dgm:prSet/>
      <dgm:spPr/>
      <dgm:t>
        <a:bodyPr/>
        <a:lstStyle/>
        <a:p>
          <a:endParaRPr lang="pt-BR"/>
        </a:p>
      </dgm:t>
    </dgm:pt>
    <dgm:pt modelId="{9E32D8D0-4218-4149-BD58-382108430661}">
      <dgm:prSet custT="1"/>
      <dgm:spPr/>
      <dgm:t>
        <a:bodyPr/>
        <a:lstStyle/>
        <a:p>
          <a:r>
            <a:rPr lang="pt-BR" sz="800" dirty="0"/>
            <a:t>Setor de Regulação dos Serviços</a:t>
          </a:r>
          <a:endParaRPr lang="pt-BR" sz="900" dirty="0"/>
        </a:p>
      </dgm:t>
    </dgm:pt>
    <dgm:pt modelId="{3B7D5620-441C-488A-A33A-0BDF8CC8073E}" type="parTrans" cxnId="{8EE18655-CD61-446C-90B2-3E452557806D}">
      <dgm:prSet/>
      <dgm:spPr/>
      <dgm:t>
        <a:bodyPr/>
        <a:lstStyle/>
        <a:p>
          <a:endParaRPr lang="pt-BR"/>
        </a:p>
      </dgm:t>
    </dgm:pt>
    <dgm:pt modelId="{C1CCBCCE-BC4F-460A-84C0-8F8FB2CB48B2}" type="sibTrans" cxnId="{8EE18655-CD61-446C-90B2-3E452557806D}">
      <dgm:prSet/>
      <dgm:spPr/>
      <dgm:t>
        <a:bodyPr/>
        <a:lstStyle/>
        <a:p>
          <a:endParaRPr lang="pt-BR"/>
        </a:p>
      </dgm:t>
    </dgm:pt>
    <dgm:pt modelId="{8D5113F3-44D1-49C5-8D08-D5A26A6995E0}">
      <dgm:prSet/>
      <dgm:spPr/>
      <dgm:t>
        <a:bodyPr/>
        <a:lstStyle/>
        <a:p>
          <a:r>
            <a:rPr lang="pt-BR" dirty="0"/>
            <a:t>Setor de Núcleo de Informação, Processamento de Dados e Faturamento</a:t>
          </a:r>
        </a:p>
      </dgm:t>
    </dgm:pt>
    <dgm:pt modelId="{4692CE5D-89F8-4C04-A68F-1E7DD05C94E3}" type="parTrans" cxnId="{62C5D0F9-FB50-44B0-9D48-106DAC598945}">
      <dgm:prSet/>
      <dgm:spPr/>
      <dgm:t>
        <a:bodyPr/>
        <a:lstStyle/>
        <a:p>
          <a:endParaRPr lang="pt-BR"/>
        </a:p>
      </dgm:t>
    </dgm:pt>
    <dgm:pt modelId="{3ADEB185-853B-4C9F-929F-14AC63D931A0}" type="sibTrans" cxnId="{62C5D0F9-FB50-44B0-9D48-106DAC598945}">
      <dgm:prSet/>
      <dgm:spPr/>
      <dgm:t>
        <a:bodyPr/>
        <a:lstStyle/>
        <a:p>
          <a:endParaRPr lang="pt-BR"/>
        </a:p>
      </dgm:t>
    </dgm:pt>
    <dgm:pt modelId="{63063C9E-E05C-4D66-8705-DB3C2BA58171}">
      <dgm:prSet/>
      <dgm:spPr/>
      <dgm:t>
        <a:bodyPr/>
        <a:lstStyle/>
        <a:p>
          <a:r>
            <a:rPr lang="pt-BR" dirty="0"/>
            <a:t>Setor de Vigilância Sanitária</a:t>
          </a:r>
        </a:p>
      </dgm:t>
    </dgm:pt>
    <dgm:pt modelId="{06C0CD65-B3BC-474A-8DC9-0632E6268001}" type="parTrans" cxnId="{BB0134ED-B66B-4BB4-B000-F00E6659092F}">
      <dgm:prSet/>
      <dgm:spPr/>
      <dgm:t>
        <a:bodyPr/>
        <a:lstStyle/>
        <a:p>
          <a:endParaRPr lang="pt-BR"/>
        </a:p>
      </dgm:t>
    </dgm:pt>
    <dgm:pt modelId="{23F9BA77-519E-4262-BA59-B55F65BA9AA6}" type="sibTrans" cxnId="{BB0134ED-B66B-4BB4-B000-F00E6659092F}">
      <dgm:prSet/>
      <dgm:spPr/>
      <dgm:t>
        <a:bodyPr/>
        <a:lstStyle/>
        <a:p>
          <a:endParaRPr lang="pt-BR"/>
        </a:p>
      </dgm:t>
    </dgm:pt>
    <dgm:pt modelId="{0E887229-B4D3-4823-8E99-C69A545BC6A3}">
      <dgm:prSet/>
      <dgm:spPr/>
      <dgm:t>
        <a:bodyPr/>
        <a:lstStyle/>
        <a:p>
          <a:r>
            <a:rPr lang="pt-BR" dirty="0"/>
            <a:t>Setor de Apoio à Logística</a:t>
          </a:r>
        </a:p>
      </dgm:t>
    </dgm:pt>
    <dgm:pt modelId="{42BD97EF-1A06-4D58-8EAE-FC1BB2385979}" type="parTrans" cxnId="{7B2D426E-58D7-41DB-8317-6D5DF62646A1}">
      <dgm:prSet/>
      <dgm:spPr/>
      <dgm:t>
        <a:bodyPr/>
        <a:lstStyle/>
        <a:p>
          <a:endParaRPr lang="pt-BR"/>
        </a:p>
      </dgm:t>
    </dgm:pt>
    <dgm:pt modelId="{97A171C0-080A-4245-946B-2555A56F971A}" type="sibTrans" cxnId="{7B2D426E-58D7-41DB-8317-6D5DF62646A1}">
      <dgm:prSet/>
      <dgm:spPr/>
      <dgm:t>
        <a:bodyPr/>
        <a:lstStyle/>
        <a:p>
          <a:endParaRPr lang="pt-BR"/>
        </a:p>
      </dgm:t>
    </dgm:pt>
    <dgm:pt modelId="{D5CFB72B-294C-44FF-A6C4-A09480A5EAB4}">
      <dgm:prSet/>
      <dgm:spPr/>
      <dgm:t>
        <a:bodyPr/>
        <a:lstStyle/>
        <a:p>
          <a:r>
            <a:rPr lang="pt-BR" dirty="0"/>
            <a:t>Setor </a:t>
          </a:r>
          <a:r>
            <a:rPr lang="pt-BR"/>
            <a:t>de Auditoria</a:t>
          </a:r>
          <a:endParaRPr lang="pt-BR" dirty="0"/>
        </a:p>
      </dgm:t>
    </dgm:pt>
    <dgm:pt modelId="{541092FB-525E-4359-A036-1E2F863DBC45}" type="parTrans" cxnId="{763EB1C9-C3B0-4692-9A0E-5FEE964DC9B8}">
      <dgm:prSet/>
      <dgm:spPr/>
      <dgm:t>
        <a:bodyPr/>
        <a:lstStyle/>
        <a:p>
          <a:endParaRPr lang="pt-BR"/>
        </a:p>
      </dgm:t>
    </dgm:pt>
    <dgm:pt modelId="{B61AC988-8C8F-4835-8A78-C0641BBC4F85}" type="sibTrans" cxnId="{763EB1C9-C3B0-4692-9A0E-5FEE964DC9B8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12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8" custLinFactNeighborY="-8780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8"/>
      <dgm:spPr/>
    </dgm:pt>
    <dgm:pt modelId="{1AE3AE86-6140-492A-A11F-E9F65F76A19E}" type="pres">
      <dgm:prSet presAssocID="{9E543093-51AF-482F-A54F-41BA2B290BE8}" presName="hierChild4" presStyleCnt="0"/>
      <dgm:spPr/>
    </dgm:pt>
    <dgm:pt modelId="{A39CBD37-BE0C-483B-AC0E-521CDA8DDACF}" type="pres">
      <dgm:prSet presAssocID="{018B78BD-B31E-4C32-8E0C-EBD453F6B883}" presName="Name37" presStyleLbl="parChTrans1D3" presStyleIdx="0" presStyleCnt="28"/>
      <dgm:spPr/>
    </dgm:pt>
    <dgm:pt modelId="{EC7290E3-AFFD-478E-B860-1F57184E6DFA}" type="pres">
      <dgm:prSet presAssocID="{88E06C40-96DC-4D4B-BC8C-0C30B390CB3E}" presName="hierRoot2" presStyleCnt="0">
        <dgm:presLayoutVars>
          <dgm:hierBranch val="init"/>
        </dgm:presLayoutVars>
      </dgm:prSet>
      <dgm:spPr/>
    </dgm:pt>
    <dgm:pt modelId="{B27FDAC8-E56D-4D67-9693-12BA6AB1BC83}" type="pres">
      <dgm:prSet presAssocID="{88E06C40-96DC-4D4B-BC8C-0C30B390CB3E}" presName="rootComposite" presStyleCnt="0"/>
      <dgm:spPr/>
    </dgm:pt>
    <dgm:pt modelId="{5701B72A-98C3-43CA-9882-2BCEEC40F442}" type="pres">
      <dgm:prSet presAssocID="{88E06C40-96DC-4D4B-BC8C-0C30B390CB3E}" presName="rootText" presStyleLbl="node3" presStyleIdx="0" presStyleCnt="28" custLinFactNeighborY="-23176">
        <dgm:presLayoutVars>
          <dgm:chPref val="3"/>
        </dgm:presLayoutVars>
      </dgm:prSet>
      <dgm:spPr/>
    </dgm:pt>
    <dgm:pt modelId="{0F5E245C-84CA-4A39-84A3-4C0A474E6F38}" type="pres">
      <dgm:prSet presAssocID="{88E06C40-96DC-4D4B-BC8C-0C30B390CB3E}" presName="rootConnector" presStyleLbl="node3" presStyleIdx="0" presStyleCnt="28"/>
      <dgm:spPr/>
    </dgm:pt>
    <dgm:pt modelId="{4257568B-9FFA-4F0D-B913-F7BB3F8425AC}" type="pres">
      <dgm:prSet presAssocID="{88E06C40-96DC-4D4B-BC8C-0C30B390CB3E}" presName="hierChild4" presStyleCnt="0"/>
      <dgm:spPr/>
    </dgm:pt>
    <dgm:pt modelId="{5B9A6EEA-0F6D-4B12-96E8-6DD237EE651B}" type="pres">
      <dgm:prSet presAssocID="{88E06C40-96DC-4D4B-BC8C-0C30B390CB3E}" presName="hierChild5" presStyleCnt="0"/>
      <dgm:spPr/>
    </dgm:pt>
    <dgm:pt modelId="{0C4D3D70-48A7-46A0-B2CB-8E23DC5A9EE6}" type="pres">
      <dgm:prSet presAssocID="{9A87B3E7-8173-457F-A011-918CB2B5EB79}" presName="Name37" presStyleLbl="parChTrans1D3" presStyleIdx="1" presStyleCnt="28"/>
      <dgm:spPr/>
    </dgm:pt>
    <dgm:pt modelId="{BA96C1BA-E886-43F2-8037-0A2C3D562727}" type="pres">
      <dgm:prSet presAssocID="{3597990C-A619-4A95-BF17-4AF48E938703}" presName="hierRoot2" presStyleCnt="0">
        <dgm:presLayoutVars>
          <dgm:hierBranch val="init"/>
        </dgm:presLayoutVars>
      </dgm:prSet>
      <dgm:spPr/>
    </dgm:pt>
    <dgm:pt modelId="{8B2DE95B-CD77-41F0-84CD-A3A4064BB56B}" type="pres">
      <dgm:prSet presAssocID="{3597990C-A619-4A95-BF17-4AF48E938703}" presName="rootComposite" presStyleCnt="0"/>
      <dgm:spPr/>
    </dgm:pt>
    <dgm:pt modelId="{3AC5CE0A-D1C5-4051-B635-95FF2D91BAFC}" type="pres">
      <dgm:prSet presAssocID="{3597990C-A619-4A95-BF17-4AF48E938703}" presName="rootText" presStyleLbl="node3" presStyleIdx="1" presStyleCnt="28" custLinFactNeighborY="-41785">
        <dgm:presLayoutVars>
          <dgm:chPref val="3"/>
        </dgm:presLayoutVars>
      </dgm:prSet>
      <dgm:spPr/>
    </dgm:pt>
    <dgm:pt modelId="{7CA48B13-8313-4C50-9C2C-E14C46E18CDB}" type="pres">
      <dgm:prSet presAssocID="{3597990C-A619-4A95-BF17-4AF48E938703}" presName="rootConnector" presStyleLbl="node3" presStyleIdx="1" presStyleCnt="28"/>
      <dgm:spPr/>
    </dgm:pt>
    <dgm:pt modelId="{9E4BE6BB-EE4E-4187-8B6E-35CD4D69CC1B}" type="pres">
      <dgm:prSet presAssocID="{3597990C-A619-4A95-BF17-4AF48E938703}" presName="hierChild4" presStyleCnt="0"/>
      <dgm:spPr/>
    </dgm:pt>
    <dgm:pt modelId="{346D3DAD-35A1-46F7-8C5C-42E27421E026}" type="pres">
      <dgm:prSet presAssocID="{3597990C-A619-4A95-BF17-4AF48E938703}" presName="hierChild5" presStyleCnt="0"/>
      <dgm:spPr/>
    </dgm:pt>
    <dgm:pt modelId="{383460A8-47B4-456E-A06E-8135E31B3DB5}" type="pres">
      <dgm:prSet presAssocID="{F8145040-84CE-4624-87DF-201F02A4D00A}" presName="Name37" presStyleLbl="parChTrans1D3" presStyleIdx="2" presStyleCnt="28"/>
      <dgm:spPr/>
    </dgm:pt>
    <dgm:pt modelId="{037BB7DF-DBDE-4F84-B9FB-B460284C9D1A}" type="pres">
      <dgm:prSet presAssocID="{1D0D897A-720B-4E4E-993D-28795D6B33A1}" presName="hierRoot2" presStyleCnt="0">
        <dgm:presLayoutVars>
          <dgm:hierBranch val="init"/>
        </dgm:presLayoutVars>
      </dgm:prSet>
      <dgm:spPr/>
    </dgm:pt>
    <dgm:pt modelId="{1DC8EED3-A51E-4B04-8DD0-8B696639DF7F}" type="pres">
      <dgm:prSet presAssocID="{1D0D897A-720B-4E4E-993D-28795D6B33A1}" presName="rootComposite" presStyleCnt="0"/>
      <dgm:spPr/>
    </dgm:pt>
    <dgm:pt modelId="{296388E1-EA6E-4E90-BD0F-28B7C1D1585B}" type="pres">
      <dgm:prSet presAssocID="{1D0D897A-720B-4E4E-993D-28795D6B33A1}" presName="rootText" presStyleLbl="node3" presStyleIdx="2" presStyleCnt="28" custLinFactNeighborY="-60571">
        <dgm:presLayoutVars>
          <dgm:chPref val="3"/>
        </dgm:presLayoutVars>
      </dgm:prSet>
      <dgm:spPr/>
    </dgm:pt>
    <dgm:pt modelId="{F315E4FC-D635-4F2B-8D4D-0F39920B4BE3}" type="pres">
      <dgm:prSet presAssocID="{1D0D897A-720B-4E4E-993D-28795D6B33A1}" presName="rootConnector" presStyleLbl="node3" presStyleIdx="2" presStyleCnt="28"/>
      <dgm:spPr/>
    </dgm:pt>
    <dgm:pt modelId="{CA3A83E3-288C-4BBC-9B82-5BBC34568F9C}" type="pres">
      <dgm:prSet presAssocID="{1D0D897A-720B-4E4E-993D-28795D6B33A1}" presName="hierChild4" presStyleCnt="0"/>
      <dgm:spPr/>
    </dgm:pt>
    <dgm:pt modelId="{9EC4F40D-0EBF-4EAC-9675-2ACD064BC04A}" type="pres">
      <dgm:prSet presAssocID="{1D0D897A-720B-4E4E-993D-28795D6B33A1}" presName="hierChild5" presStyleCnt="0"/>
      <dgm:spPr/>
    </dgm:pt>
    <dgm:pt modelId="{5DE4416C-17C7-42A9-A3AD-79D1C5E9A791}" type="pres">
      <dgm:prSet presAssocID="{86F1D165-FAA0-4252-A2D4-5CFA4FA972B5}" presName="Name37" presStyleLbl="parChTrans1D3" presStyleIdx="3" presStyleCnt="28"/>
      <dgm:spPr/>
    </dgm:pt>
    <dgm:pt modelId="{3FB19AB0-76A7-4664-9290-D48208B2659F}" type="pres">
      <dgm:prSet presAssocID="{4505245D-33F0-45C8-98B7-079941A08B53}" presName="hierRoot2" presStyleCnt="0">
        <dgm:presLayoutVars>
          <dgm:hierBranch val="init"/>
        </dgm:presLayoutVars>
      </dgm:prSet>
      <dgm:spPr/>
    </dgm:pt>
    <dgm:pt modelId="{974D8F49-0247-4CDA-AD90-EA9BA4C443E2}" type="pres">
      <dgm:prSet presAssocID="{4505245D-33F0-45C8-98B7-079941A08B53}" presName="rootComposite" presStyleCnt="0"/>
      <dgm:spPr/>
    </dgm:pt>
    <dgm:pt modelId="{5B0AED84-CF00-430B-B965-B2C9EE2A2840}" type="pres">
      <dgm:prSet presAssocID="{4505245D-33F0-45C8-98B7-079941A08B53}" presName="rootText" presStyleLbl="node3" presStyleIdx="3" presStyleCnt="28" custLinFactNeighborY="-77073">
        <dgm:presLayoutVars>
          <dgm:chPref val="3"/>
        </dgm:presLayoutVars>
      </dgm:prSet>
      <dgm:spPr/>
    </dgm:pt>
    <dgm:pt modelId="{4DA02725-595F-4DE1-A363-239C03E8BD73}" type="pres">
      <dgm:prSet presAssocID="{4505245D-33F0-45C8-98B7-079941A08B53}" presName="rootConnector" presStyleLbl="node3" presStyleIdx="3" presStyleCnt="28"/>
      <dgm:spPr/>
    </dgm:pt>
    <dgm:pt modelId="{BDF8F337-E27C-4682-AA53-D549E662857A}" type="pres">
      <dgm:prSet presAssocID="{4505245D-33F0-45C8-98B7-079941A08B53}" presName="hierChild4" presStyleCnt="0"/>
      <dgm:spPr/>
    </dgm:pt>
    <dgm:pt modelId="{208D6344-894E-4D99-AD8A-5FA2A570CFC6}" type="pres">
      <dgm:prSet presAssocID="{4505245D-33F0-45C8-98B7-079941A08B53}" presName="hierChild5" presStyleCnt="0"/>
      <dgm:spPr/>
    </dgm:pt>
    <dgm:pt modelId="{106F574B-0A1D-48D9-B2DD-E8F1DE5D7BAD}" type="pres">
      <dgm:prSet presAssocID="{7F147E9E-7532-4FA8-902F-58B75CEACCCE}" presName="Name37" presStyleLbl="parChTrans1D3" presStyleIdx="4" presStyleCnt="28"/>
      <dgm:spPr/>
    </dgm:pt>
    <dgm:pt modelId="{CC40D075-DD29-47E9-95A5-5AA4E9492BAC}" type="pres">
      <dgm:prSet presAssocID="{FD6354AE-0E0D-4746-8C8F-72B718BAE5B4}" presName="hierRoot2" presStyleCnt="0">
        <dgm:presLayoutVars>
          <dgm:hierBranch val="init"/>
        </dgm:presLayoutVars>
      </dgm:prSet>
      <dgm:spPr/>
    </dgm:pt>
    <dgm:pt modelId="{CFBF6ABD-95CF-4AF4-BE1E-41ECD98BCB5F}" type="pres">
      <dgm:prSet presAssocID="{FD6354AE-0E0D-4746-8C8F-72B718BAE5B4}" presName="rootComposite" presStyleCnt="0"/>
      <dgm:spPr/>
    </dgm:pt>
    <dgm:pt modelId="{3B6F644C-485D-4B70-9EBE-5F458289EAEA}" type="pres">
      <dgm:prSet presAssocID="{FD6354AE-0E0D-4746-8C8F-72B718BAE5B4}" presName="rootText" presStyleLbl="node3" presStyleIdx="4" presStyleCnt="28" custScaleY="118183" custLinFactNeighborY="-84871">
        <dgm:presLayoutVars>
          <dgm:chPref val="3"/>
        </dgm:presLayoutVars>
      </dgm:prSet>
      <dgm:spPr/>
    </dgm:pt>
    <dgm:pt modelId="{8BEDBD6B-1E57-4C63-B39D-13C6A0E58CFE}" type="pres">
      <dgm:prSet presAssocID="{FD6354AE-0E0D-4746-8C8F-72B718BAE5B4}" presName="rootConnector" presStyleLbl="node3" presStyleIdx="4" presStyleCnt="28"/>
      <dgm:spPr/>
    </dgm:pt>
    <dgm:pt modelId="{C60EBB5F-1BD8-464A-82F7-A3993E9EF8CB}" type="pres">
      <dgm:prSet presAssocID="{FD6354AE-0E0D-4746-8C8F-72B718BAE5B4}" presName="hierChild4" presStyleCnt="0"/>
      <dgm:spPr/>
    </dgm:pt>
    <dgm:pt modelId="{0E099C7F-533E-484F-9539-0C2886AB556F}" type="pres">
      <dgm:prSet presAssocID="{FD6354AE-0E0D-4746-8C8F-72B718BAE5B4}" presName="hierChild5" presStyleCnt="0"/>
      <dgm:spPr/>
    </dgm:pt>
    <dgm:pt modelId="{5E76DD1A-4A84-4F46-BEE9-C122FEF45A43}" type="pres">
      <dgm:prSet presAssocID="{752057E2-C88C-4504-8710-3668E51DFB6D}" presName="Name37" presStyleLbl="parChTrans1D3" presStyleIdx="5" presStyleCnt="28"/>
      <dgm:spPr/>
    </dgm:pt>
    <dgm:pt modelId="{975690B8-ACA6-4F00-BB53-5E5475485A60}" type="pres">
      <dgm:prSet presAssocID="{8FA730C7-1996-43C0-8E7C-21A3FCC5CB82}" presName="hierRoot2" presStyleCnt="0">
        <dgm:presLayoutVars>
          <dgm:hierBranch val="init"/>
        </dgm:presLayoutVars>
      </dgm:prSet>
      <dgm:spPr/>
    </dgm:pt>
    <dgm:pt modelId="{B0CA9338-D0F3-4B09-BA45-22A121037005}" type="pres">
      <dgm:prSet presAssocID="{8FA730C7-1996-43C0-8E7C-21A3FCC5CB82}" presName="rootComposite" presStyleCnt="0"/>
      <dgm:spPr/>
    </dgm:pt>
    <dgm:pt modelId="{F9D2F3C6-EB9A-4C22-9621-BB59A782B793}" type="pres">
      <dgm:prSet presAssocID="{8FA730C7-1996-43C0-8E7C-21A3FCC5CB82}" presName="rootText" presStyleLbl="node3" presStyleIdx="5" presStyleCnt="28" custScaleX="100112" custScaleY="164810" custLinFactNeighborY="-99136">
        <dgm:presLayoutVars>
          <dgm:chPref val="3"/>
        </dgm:presLayoutVars>
      </dgm:prSet>
      <dgm:spPr/>
    </dgm:pt>
    <dgm:pt modelId="{A8760910-096A-4933-8457-A23F514CF0CD}" type="pres">
      <dgm:prSet presAssocID="{8FA730C7-1996-43C0-8E7C-21A3FCC5CB82}" presName="rootConnector" presStyleLbl="node3" presStyleIdx="5" presStyleCnt="28"/>
      <dgm:spPr/>
    </dgm:pt>
    <dgm:pt modelId="{CB3430D4-915F-491D-A130-5B77C30F4919}" type="pres">
      <dgm:prSet presAssocID="{8FA730C7-1996-43C0-8E7C-21A3FCC5CB82}" presName="hierChild4" presStyleCnt="0"/>
      <dgm:spPr/>
    </dgm:pt>
    <dgm:pt modelId="{CE2B3CB5-87F2-4E0C-88EE-AB843C0D8712}" type="pres">
      <dgm:prSet presAssocID="{8FA730C7-1996-43C0-8E7C-21A3FCC5CB82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B71F6333-D23C-4EC2-9267-E9A3826C993D}" type="pres">
      <dgm:prSet presAssocID="{5AC1D850-6AE5-4AB4-956F-DCCF850FE0A3}" presName="Name37" presStyleLbl="parChTrans1D2" presStyleIdx="1" presStyleCnt="12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1" presStyleCnt="8" custScaleX="111360" custScaleY="112761" custLinFactNeighborY="-8780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1" presStyleCnt="8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6" presStyleCnt="28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6" presStyleCnt="28" custScaleY="116991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6" presStyleCnt="28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6C27A811-6102-4CDF-8B5D-9F4135CED59B}" type="pres">
      <dgm:prSet presAssocID="{3B7D5620-441C-488A-A33A-0BDF8CC8073E}" presName="Name37" presStyleLbl="parChTrans1D3" presStyleIdx="7" presStyleCnt="28"/>
      <dgm:spPr/>
    </dgm:pt>
    <dgm:pt modelId="{E0C16EBD-1868-434F-BB81-66F7C3F1D498}" type="pres">
      <dgm:prSet presAssocID="{9E32D8D0-4218-4149-BD58-382108430661}" presName="hierRoot2" presStyleCnt="0">
        <dgm:presLayoutVars>
          <dgm:hierBranch val="init"/>
        </dgm:presLayoutVars>
      </dgm:prSet>
      <dgm:spPr/>
    </dgm:pt>
    <dgm:pt modelId="{C127F63F-246E-4090-A88E-006E70057603}" type="pres">
      <dgm:prSet presAssocID="{9E32D8D0-4218-4149-BD58-382108430661}" presName="rootComposite" presStyleCnt="0"/>
      <dgm:spPr/>
    </dgm:pt>
    <dgm:pt modelId="{3E745A87-0A75-4241-A07E-3FCE1323079B}" type="pres">
      <dgm:prSet presAssocID="{9E32D8D0-4218-4149-BD58-382108430661}" presName="rootText" presStyleLbl="node3" presStyleIdx="7" presStyleCnt="28" custLinFactNeighborY="-15785">
        <dgm:presLayoutVars>
          <dgm:chPref val="3"/>
        </dgm:presLayoutVars>
      </dgm:prSet>
      <dgm:spPr/>
    </dgm:pt>
    <dgm:pt modelId="{E2EE8EAF-A4B0-4C98-8D6D-181FE76CA78B}" type="pres">
      <dgm:prSet presAssocID="{9E32D8D0-4218-4149-BD58-382108430661}" presName="rootConnector" presStyleLbl="node3" presStyleIdx="7" presStyleCnt="28"/>
      <dgm:spPr/>
    </dgm:pt>
    <dgm:pt modelId="{B6A357E2-758B-45F5-A456-53C2D22910AD}" type="pres">
      <dgm:prSet presAssocID="{9E32D8D0-4218-4149-BD58-382108430661}" presName="hierChild4" presStyleCnt="0"/>
      <dgm:spPr/>
    </dgm:pt>
    <dgm:pt modelId="{226994CA-6C0F-4520-A29D-EC9F0B97F96B}" type="pres">
      <dgm:prSet presAssocID="{9E32D8D0-4218-4149-BD58-382108430661}" presName="hierChild5" presStyleCnt="0"/>
      <dgm:spPr/>
    </dgm:pt>
    <dgm:pt modelId="{52572D84-A55D-4676-A281-7F8F10B3CE56}" type="pres">
      <dgm:prSet presAssocID="{4692CE5D-89F8-4C04-A68F-1E7DD05C94E3}" presName="Name37" presStyleLbl="parChTrans1D3" presStyleIdx="8" presStyleCnt="28"/>
      <dgm:spPr/>
    </dgm:pt>
    <dgm:pt modelId="{AA37368F-6349-41A1-A232-98264362209E}" type="pres">
      <dgm:prSet presAssocID="{8D5113F3-44D1-49C5-8D08-D5A26A6995E0}" presName="hierRoot2" presStyleCnt="0">
        <dgm:presLayoutVars>
          <dgm:hierBranch val="init"/>
        </dgm:presLayoutVars>
      </dgm:prSet>
      <dgm:spPr/>
    </dgm:pt>
    <dgm:pt modelId="{66087B46-0E54-405B-BDE6-FFA48891B54B}" type="pres">
      <dgm:prSet presAssocID="{8D5113F3-44D1-49C5-8D08-D5A26A6995E0}" presName="rootComposite" presStyleCnt="0"/>
      <dgm:spPr/>
    </dgm:pt>
    <dgm:pt modelId="{94F90BA9-ECFB-49A7-B569-78E06281A027}" type="pres">
      <dgm:prSet presAssocID="{8D5113F3-44D1-49C5-8D08-D5A26A6995E0}" presName="rootText" presStyleLbl="node3" presStyleIdx="8" presStyleCnt="28" custScaleX="111638" custScaleY="117214" custLinFactNeighborY="-22549">
        <dgm:presLayoutVars>
          <dgm:chPref val="3"/>
        </dgm:presLayoutVars>
      </dgm:prSet>
      <dgm:spPr/>
    </dgm:pt>
    <dgm:pt modelId="{80E936D7-71D1-4B95-81AE-026805451B69}" type="pres">
      <dgm:prSet presAssocID="{8D5113F3-44D1-49C5-8D08-D5A26A6995E0}" presName="rootConnector" presStyleLbl="node3" presStyleIdx="8" presStyleCnt="28"/>
      <dgm:spPr/>
    </dgm:pt>
    <dgm:pt modelId="{C8E1836E-573B-4B97-B54F-8996E9D17163}" type="pres">
      <dgm:prSet presAssocID="{8D5113F3-44D1-49C5-8D08-D5A26A6995E0}" presName="hierChild4" presStyleCnt="0"/>
      <dgm:spPr/>
    </dgm:pt>
    <dgm:pt modelId="{32D9150E-8A2F-4BF4-AE23-F5D29DE3B1EA}" type="pres">
      <dgm:prSet presAssocID="{8D5113F3-44D1-49C5-8D08-D5A26A6995E0}" presName="hierChild5" presStyleCnt="0"/>
      <dgm:spPr/>
    </dgm:pt>
    <dgm:pt modelId="{84BF238D-CEF7-4D57-9B28-4A590B241548}" type="pres">
      <dgm:prSet presAssocID="{B4DEEB40-0DA0-47EA-9B1F-565BB0D4F122}" presName="Name37" presStyleLbl="parChTrans1D3" presStyleIdx="9" presStyleCnt="28"/>
      <dgm:spPr/>
    </dgm:pt>
    <dgm:pt modelId="{BBC72B8F-9FD7-4418-9146-B2D21A8CE588}" type="pres">
      <dgm:prSet presAssocID="{7564F4A0-8D16-490D-907E-8ED95FA1220B}" presName="hierRoot2" presStyleCnt="0">
        <dgm:presLayoutVars>
          <dgm:hierBranch val="init"/>
        </dgm:presLayoutVars>
      </dgm:prSet>
      <dgm:spPr/>
    </dgm:pt>
    <dgm:pt modelId="{FD5A1B3B-68AB-4724-A690-17C8E18A28C8}" type="pres">
      <dgm:prSet presAssocID="{7564F4A0-8D16-490D-907E-8ED95FA1220B}" presName="rootComposite" presStyleCnt="0"/>
      <dgm:spPr/>
    </dgm:pt>
    <dgm:pt modelId="{5DB3D4AA-09BF-4D9E-AAC4-C4A221E771D8}" type="pres">
      <dgm:prSet presAssocID="{7564F4A0-8D16-490D-907E-8ED95FA1220B}" presName="rootText" presStyleLbl="node3" presStyleIdx="9" presStyleCnt="28" custScaleX="113522" custLinFactNeighborY="-22549">
        <dgm:presLayoutVars>
          <dgm:chPref val="3"/>
        </dgm:presLayoutVars>
      </dgm:prSet>
      <dgm:spPr/>
    </dgm:pt>
    <dgm:pt modelId="{62289886-03F6-4FB4-9DEF-38ED189E144E}" type="pres">
      <dgm:prSet presAssocID="{7564F4A0-8D16-490D-907E-8ED95FA1220B}" presName="rootConnector" presStyleLbl="node3" presStyleIdx="9" presStyleCnt="28"/>
      <dgm:spPr/>
    </dgm:pt>
    <dgm:pt modelId="{4A0F7B82-905F-4048-BAD9-79AD1B90478C}" type="pres">
      <dgm:prSet presAssocID="{7564F4A0-8D16-490D-907E-8ED95FA1220B}" presName="hierChild4" presStyleCnt="0"/>
      <dgm:spPr/>
    </dgm:pt>
    <dgm:pt modelId="{24E666AE-2AC9-4DDC-A09F-DBBEB0801F1E}" type="pres">
      <dgm:prSet presAssocID="{7564F4A0-8D16-490D-907E-8ED95FA1220B}" presName="hierChild5" presStyleCnt="0"/>
      <dgm:spPr/>
    </dgm:pt>
    <dgm:pt modelId="{69AF7652-E118-4855-ACC9-452536A42045}" type="pres">
      <dgm:prSet presAssocID="{93D88299-9343-4D19-904C-1B75D9B86A41}" presName="Name37" presStyleLbl="parChTrans1D3" presStyleIdx="10" presStyleCnt="28"/>
      <dgm:spPr/>
    </dgm:pt>
    <dgm:pt modelId="{AF6843C7-C10B-40A2-AA1C-074693072D48}" type="pres">
      <dgm:prSet presAssocID="{522FCDFA-75EC-42F5-9470-CDFE12334B46}" presName="hierRoot2" presStyleCnt="0">
        <dgm:presLayoutVars>
          <dgm:hierBranch val="init"/>
        </dgm:presLayoutVars>
      </dgm:prSet>
      <dgm:spPr/>
    </dgm:pt>
    <dgm:pt modelId="{CAF72E8D-7960-43F3-B844-9A6D9A298F49}" type="pres">
      <dgm:prSet presAssocID="{522FCDFA-75EC-42F5-9470-CDFE12334B46}" presName="rootComposite" presStyleCnt="0"/>
      <dgm:spPr/>
    </dgm:pt>
    <dgm:pt modelId="{D350832A-6911-4506-A561-F967D033700E}" type="pres">
      <dgm:prSet presAssocID="{522FCDFA-75EC-42F5-9470-CDFE12334B46}" presName="rootText" presStyleLbl="node3" presStyleIdx="10" presStyleCnt="28" custScaleX="113030" custScaleY="146647" custLinFactNeighborY="-31569">
        <dgm:presLayoutVars>
          <dgm:chPref val="3"/>
        </dgm:presLayoutVars>
      </dgm:prSet>
      <dgm:spPr/>
    </dgm:pt>
    <dgm:pt modelId="{9A7B4AD5-BC73-49A4-8470-15E98CD8109B}" type="pres">
      <dgm:prSet presAssocID="{522FCDFA-75EC-42F5-9470-CDFE12334B46}" presName="rootConnector" presStyleLbl="node3" presStyleIdx="10" presStyleCnt="28"/>
      <dgm:spPr/>
    </dgm:pt>
    <dgm:pt modelId="{DED0289B-3252-404B-88CE-2B921F6908EE}" type="pres">
      <dgm:prSet presAssocID="{522FCDFA-75EC-42F5-9470-CDFE12334B46}" presName="hierChild4" presStyleCnt="0"/>
      <dgm:spPr/>
    </dgm:pt>
    <dgm:pt modelId="{F400CC78-83F4-42DD-B534-4442E3CED4E3}" type="pres">
      <dgm:prSet presAssocID="{522FCDFA-75EC-42F5-9470-CDFE12334B46}" presName="hierChild5" presStyleCnt="0"/>
      <dgm:spPr/>
    </dgm:pt>
    <dgm:pt modelId="{EA9380D7-3366-4556-8086-AEF6EFEA4D19}" type="pres">
      <dgm:prSet presAssocID="{541092FB-525E-4359-A036-1E2F863DBC45}" presName="Name37" presStyleLbl="parChTrans1D3" presStyleIdx="11" presStyleCnt="28"/>
      <dgm:spPr/>
    </dgm:pt>
    <dgm:pt modelId="{9A3C2551-7CCA-4407-9C44-134750565A77}" type="pres">
      <dgm:prSet presAssocID="{D5CFB72B-294C-44FF-A6C4-A09480A5EAB4}" presName="hierRoot2" presStyleCnt="0">
        <dgm:presLayoutVars>
          <dgm:hierBranch val="init"/>
        </dgm:presLayoutVars>
      </dgm:prSet>
      <dgm:spPr/>
    </dgm:pt>
    <dgm:pt modelId="{578B2293-F366-472B-81DD-6AE5CFD3579D}" type="pres">
      <dgm:prSet presAssocID="{D5CFB72B-294C-44FF-A6C4-A09480A5EAB4}" presName="rootComposite" presStyleCnt="0"/>
      <dgm:spPr/>
    </dgm:pt>
    <dgm:pt modelId="{00208CD5-80BA-49A0-A9D8-7682CB1D0231}" type="pres">
      <dgm:prSet presAssocID="{D5CFB72B-294C-44FF-A6C4-A09480A5EAB4}" presName="rootText" presStyleLbl="node3" presStyleIdx="11" presStyleCnt="28" custScaleX="111205" custScaleY="106712" custLinFactNeighborY="-47353">
        <dgm:presLayoutVars>
          <dgm:chPref val="3"/>
        </dgm:presLayoutVars>
      </dgm:prSet>
      <dgm:spPr/>
    </dgm:pt>
    <dgm:pt modelId="{5B63AFE0-714B-4222-B8C0-C406361FD761}" type="pres">
      <dgm:prSet presAssocID="{D5CFB72B-294C-44FF-A6C4-A09480A5EAB4}" presName="rootConnector" presStyleLbl="node3" presStyleIdx="11" presStyleCnt="28"/>
      <dgm:spPr/>
    </dgm:pt>
    <dgm:pt modelId="{1803C265-2C05-46E0-BF34-BBB07D9385A0}" type="pres">
      <dgm:prSet presAssocID="{D5CFB72B-294C-44FF-A6C4-A09480A5EAB4}" presName="hierChild4" presStyleCnt="0"/>
      <dgm:spPr/>
    </dgm:pt>
    <dgm:pt modelId="{DC82A49A-766E-4452-B221-491718174DF4}" type="pres">
      <dgm:prSet presAssocID="{D5CFB72B-294C-44FF-A6C4-A09480A5EAB4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2" presStyleCnt="12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2" presStyleCnt="8" custScaleX="112392" custScaleY="112761" custLinFactNeighborY="-8780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2" presStyleCnt="8"/>
      <dgm:spPr/>
    </dgm:pt>
    <dgm:pt modelId="{E474A6EE-A417-44C1-A518-D891C508A90A}" type="pres">
      <dgm:prSet presAssocID="{1A95DD40-0793-4AFF-A9DD-159E3D55C96B}" presName="hierChild4" presStyleCnt="0"/>
      <dgm:spPr/>
    </dgm:pt>
    <dgm:pt modelId="{2994FFDB-CB36-4419-8799-1117B4C45D05}" type="pres">
      <dgm:prSet presAssocID="{D5C9C9D1-604B-4925-B2FF-5E3EBBE1DAAF}" presName="Name37" presStyleLbl="parChTrans1D3" presStyleIdx="12" presStyleCnt="28"/>
      <dgm:spPr/>
    </dgm:pt>
    <dgm:pt modelId="{FDE4C71E-E52D-48D4-A0F6-A8F5761CB703}" type="pres">
      <dgm:prSet presAssocID="{FFF76743-057B-4AB6-9477-039899594119}" presName="hierRoot2" presStyleCnt="0">
        <dgm:presLayoutVars>
          <dgm:hierBranch val="init"/>
        </dgm:presLayoutVars>
      </dgm:prSet>
      <dgm:spPr/>
    </dgm:pt>
    <dgm:pt modelId="{698E33B2-07B0-490D-951B-873B503DE39F}" type="pres">
      <dgm:prSet presAssocID="{FFF76743-057B-4AB6-9477-039899594119}" presName="rootComposite" presStyleCnt="0"/>
      <dgm:spPr/>
    </dgm:pt>
    <dgm:pt modelId="{C27F17B6-C1E2-4B95-9EA1-506B466147E9}" type="pres">
      <dgm:prSet presAssocID="{FFF76743-057B-4AB6-9477-039899594119}" presName="rootText" presStyleLbl="node3" presStyleIdx="12" presStyleCnt="28" custScaleX="117822" custScaleY="123025">
        <dgm:presLayoutVars>
          <dgm:chPref val="3"/>
        </dgm:presLayoutVars>
      </dgm:prSet>
      <dgm:spPr/>
    </dgm:pt>
    <dgm:pt modelId="{33BE3C83-CD92-4B0A-A243-FC9569B3BD0D}" type="pres">
      <dgm:prSet presAssocID="{FFF76743-057B-4AB6-9477-039899594119}" presName="rootConnector" presStyleLbl="node3" presStyleIdx="12" presStyleCnt="28"/>
      <dgm:spPr/>
    </dgm:pt>
    <dgm:pt modelId="{2933AAD2-6B5C-4F6E-B648-A72A2674125C}" type="pres">
      <dgm:prSet presAssocID="{FFF76743-057B-4AB6-9477-039899594119}" presName="hierChild4" presStyleCnt="0"/>
      <dgm:spPr/>
    </dgm:pt>
    <dgm:pt modelId="{8967A8EC-ECC1-41CF-A375-23D1653F6081}" type="pres">
      <dgm:prSet presAssocID="{FFF76743-057B-4AB6-9477-039899594119}" presName="hierChild5" presStyleCnt="0"/>
      <dgm:spPr/>
    </dgm:pt>
    <dgm:pt modelId="{551F8C98-B2B2-4102-A99E-B5CF67691CF2}" type="pres">
      <dgm:prSet presAssocID="{BAA922EA-6F7E-40F5-9D1E-6522C35CEB91}" presName="Name37" presStyleLbl="parChTrans1D3" presStyleIdx="13" presStyleCnt="28"/>
      <dgm:spPr/>
    </dgm:pt>
    <dgm:pt modelId="{35ADD897-BD73-47FC-A3DA-70716B66EACD}" type="pres">
      <dgm:prSet presAssocID="{E805C673-92D2-4D4D-86FF-5E937AABAE3A}" presName="hierRoot2" presStyleCnt="0">
        <dgm:presLayoutVars>
          <dgm:hierBranch val="init"/>
        </dgm:presLayoutVars>
      </dgm:prSet>
      <dgm:spPr/>
    </dgm:pt>
    <dgm:pt modelId="{4AE5E912-6CEE-4495-AF2B-1A1FE3834BAF}" type="pres">
      <dgm:prSet presAssocID="{E805C673-92D2-4D4D-86FF-5E937AABAE3A}" presName="rootComposite" presStyleCnt="0"/>
      <dgm:spPr/>
    </dgm:pt>
    <dgm:pt modelId="{CBAD961B-C075-4AEC-97DB-0DBA4AE7CDC9}" type="pres">
      <dgm:prSet presAssocID="{E805C673-92D2-4D4D-86FF-5E937AABAE3A}" presName="rootText" presStyleLbl="node3" presStyleIdx="13" presStyleCnt="28" custScaleX="108821">
        <dgm:presLayoutVars>
          <dgm:chPref val="3"/>
        </dgm:presLayoutVars>
      </dgm:prSet>
      <dgm:spPr/>
    </dgm:pt>
    <dgm:pt modelId="{819D84F0-AE3C-471B-8D6B-76A2940EA430}" type="pres">
      <dgm:prSet presAssocID="{E805C673-92D2-4D4D-86FF-5E937AABAE3A}" presName="rootConnector" presStyleLbl="node3" presStyleIdx="13" presStyleCnt="28"/>
      <dgm:spPr/>
    </dgm:pt>
    <dgm:pt modelId="{FB43D99D-7D7F-48CF-B0A3-A487725C34FE}" type="pres">
      <dgm:prSet presAssocID="{E805C673-92D2-4D4D-86FF-5E937AABAE3A}" presName="hierChild4" presStyleCnt="0"/>
      <dgm:spPr/>
    </dgm:pt>
    <dgm:pt modelId="{A656D364-6F80-4884-9450-87B99582B822}" type="pres">
      <dgm:prSet presAssocID="{E805C673-92D2-4D4D-86FF-5E937AABAE3A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3" presStyleCnt="12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3" presStyleCnt="8" custScaleX="113975" custLinFactNeighborY="-8780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3" presStyleCnt="8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14" presStyleCnt="28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14" presStyleCnt="28" custScaleX="104225" custScaleY="116753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14" presStyleCnt="28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D3DE9EDD-3281-48CD-84C7-0EF8F5D5E38E}" type="pres">
      <dgm:prSet presAssocID="{06C0CD65-B3BC-474A-8DC9-0632E6268001}" presName="Name37" presStyleLbl="parChTrans1D3" presStyleIdx="15" presStyleCnt="28"/>
      <dgm:spPr/>
    </dgm:pt>
    <dgm:pt modelId="{2500B265-6DCC-4C55-8154-DC7C32DF2CD5}" type="pres">
      <dgm:prSet presAssocID="{63063C9E-E05C-4D66-8705-DB3C2BA58171}" presName="hierRoot2" presStyleCnt="0">
        <dgm:presLayoutVars>
          <dgm:hierBranch val="init"/>
        </dgm:presLayoutVars>
      </dgm:prSet>
      <dgm:spPr/>
    </dgm:pt>
    <dgm:pt modelId="{B866AE1D-D8FD-4F1C-9A40-6D351BA5BD47}" type="pres">
      <dgm:prSet presAssocID="{63063C9E-E05C-4D66-8705-DB3C2BA58171}" presName="rootComposite" presStyleCnt="0"/>
      <dgm:spPr/>
    </dgm:pt>
    <dgm:pt modelId="{F15BD0CE-0F2E-4938-BDF1-B26D04DA1E9D}" type="pres">
      <dgm:prSet presAssocID="{63063C9E-E05C-4D66-8705-DB3C2BA58171}" presName="rootText" presStyleLbl="node3" presStyleIdx="15" presStyleCnt="28">
        <dgm:presLayoutVars>
          <dgm:chPref val="3"/>
        </dgm:presLayoutVars>
      </dgm:prSet>
      <dgm:spPr/>
    </dgm:pt>
    <dgm:pt modelId="{00CB6C64-4FDF-454F-AD75-000DB023CE76}" type="pres">
      <dgm:prSet presAssocID="{63063C9E-E05C-4D66-8705-DB3C2BA58171}" presName="rootConnector" presStyleLbl="node3" presStyleIdx="15" presStyleCnt="28"/>
      <dgm:spPr/>
    </dgm:pt>
    <dgm:pt modelId="{703EC0E3-98E6-4B69-8970-4E465DF0EC5B}" type="pres">
      <dgm:prSet presAssocID="{63063C9E-E05C-4D66-8705-DB3C2BA58171}" presName="hierChild4" presStyleCnt="0"/>
      <dgm:spPr/>
    </dgm:pt>
    <dgm:pt modelId="{8D93A69F-5DB5-47EC-A3CA-C6B2B0792DBB}" type="pres">
      <dgm:prSet presAssocID="{63063C9E-E05C-4D66-8705-DB3C2BA58171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16" presStyleCnt="28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16" presStyleCnt="28" custScaleY="112615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16" presStyleCnt="28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4" presStyleCnt="12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4" presStyleCnt="8" custLinFactNeighborY="-8780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4" presStyleCnt="8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17" presStyleCnt="28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17" presStyleCnt="28" custScaleX="116561" custScaleY="117871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17" presStyleCnt="28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18" presStyleCnt="28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18" presStyleCnt="28" custScaleX="111210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18" presStyleCnt="28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7E143813-DEAC-47A0-8273-767F07D7A437}" type="pres">
      <dgm:prSet presAssocID="{67516A8C-826C-4A0E-9138-315E28FD1D3D}" presName="Name37" presStyleLbl="parChTrans1D3" presStyleIdx="19" presStyleCnt="28"/>
      <dgm:spPr/>
    </dgm:pt>
    <dgm:pt modelId="{44675F9C-1CFC-4C0B-B6E8-29C4250E7749}" type="pres">
      <dgm:prSet presAssocID="{359658E8-5791-44AD-A30D-A2B7BBF11301}" presName="hierRoot2" presStyleCnt="0">
        <dgm:presLayoutVars>
          <dgm:hierBranch val="init"/>
        </dgm:presLayoutVars>
      </dgm:prSet>
      <dgm:spPr/>
    </dgm:pt>
    <dgm:pt modelId="{A9D84652-4D5D-4CE8-B654-8157BFF70D33}" type="pres">
      <dgm:prSet presAssocID="{359658E8-5791-44AD-A30D-A2B7BBF11301}" presName="rootComposite" presStyleCnt="0"/>
      <dgm:spPr/>
    </dgm:pt>
    <dgm:pt modelId="{01B49847-E5FF-4C0E-B02C-377744D870F5}" type="pres">
      <dgm:prSet presAssocID="{359658E8-5791-44AD-A30D-A2B7BBF11301}" presName="rootText" presStyleLbl="node3" presStyleIdx="19" presStyleCnt="28" custScaleX="113401">
        <dgm:presLayoutVars>
          <dgm:chPref val="3"/>
        </dgm:presLayoutVars>
      </dgm:prSet>
      <dgm:spPr/>
    </dgm:pt>
    <dgm:pt modelId="{14A11DF6-B239-425C-B2B2-E7C913D495F3}" type="pres">
      <dgm:prSet presAssocID="{359658E8-5791-44AD-A30D-A2B7BBF11301}" presName="rootConnector" presStyleLbl="node3" presStyleIdx="19" presStyleCnt="28"/>
      <dgm:spPr/>
    </dgm:pt>
    <dgm:pt modelId="{05C3B139-1CC1-47F7-AF87-DFBDFBD3437B}" type="pres">
      <dgm:prSet presAssocID="{359658E8-5791-44AD-A30D-A2B7BBF11301}" presName="hierChild4" presStyleCnt="0"/>
      <dgm:spPr/>
    </dgm:pt>
    <dgm:pt modelId="{2047D28B-56F5-43B1-AE2D-2AC474DC0F42}" type="pres">
      <dgm:prSet presAssocID="{359658E8-5791-44AD-A30D-A2B7BBF11301}" presName="hierChild5" presStyleCnt="0"/>
      <dgm:spPr/>
    </dgm:pt>
    <dgm:pt modelId="{ABFCFD3F-452B-4CD2-BB67-D4BE8D30B116}" type="pres">
      <dgm:prSet presAssocID="{06F76256-22A0-4A46-B363-CAE4C0C6AB8F}" presName="Name37" presStyleLbl="parChTrans1D3" presStyleIdx="20" presStyleCnt="28"/>
      <dgm:spPr/>
    </dgm:pt>
    <dgm:pt modelId="{6B0E6221-098D-4E20-8B94-41883CEA69A7}" type="pres">
      <dgm:prSet presAssocID="{841D5CEA-A4E0-49E2-B683-2DB5D778B1D7}" presName="hierRoot2" presStyleCnt="0">
        <dgm:presLayoutVars>
          <dgm:hierBranch val="init"/>
        </dgm:presLayoutVars>
      </dgm:prSet>
      <dgm:spPr/>
    </dgm:pt>
    <dgm:pt modelId="{15DC9596-6F03-47CE-965A-725AC848CA5F}" type="pres">
      <dgm:prSet presAssocID="{841D5CEA-A4E0-49E2-B683-2DB5D778B1D7}" presName="rootComposite" presStyleCnt="0"/>
      <dgm:spPr/>
    </dgm:pt>
    <dgm:pt modelId="{2FA9BEC6-65D9-4F36-8887-B337FB1C33E4}" type="pres">
      <dgm:prSet presAssocID="{841D5CEA-A4E0-49E2-B683-2DB5D778B1D7}" presName="rootText" presStyleLbl="node3" presStyleIdx="20" presStyleCnt="28" custScaleX="113401">
        <dgm:presLayoutVars>
          <dgm:chPref val="3"/>
        </dgm:presLayoutVars>
      </dgm:prSet>
      <dgm:spPr/>
    </dgm:pt>
    <dgm:pt modelId="{4C0D1948-50D5-4BFE-B5FD-F58B66791814}" type="pres">
      <dgm:prSet presAssocID="{841D5CEA-A4E0-49E2-B683-2DB5D778B1D7}" presName="rootConnector" presStyleLbl="node3" presStyleIdx="20" presStyleCnt="28"/>
      <dgm:spPr/>
    </dgm:pt>
    <dgm:pt modelId="{FDF234A3-915D-4C91-BF6F-A90EDB83FEDC}" type="pres">
      <dgm:prSet presAssocID="{841D5CEA-A4E0-49E2-B683-2DB5D778B1D7}" presName="hierChild4" presStyleCnt="0"/>
      <dgm:spPr/>
    </dgm:pt>
    <dgm:pt modelId="{AD968CF0-EB99-4D06-9F3E-01C096DC510A}" type="pres">
      <dgm:prSet presAssocID="{841D5CEA-A4E0-49E2-B683-2DB5D778B1D7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5" presStyleCnt="12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5" presStyleCnt="8" custLinFactNeighborY="-8780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5" presStyleCnt="8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21" presStyleCnt="28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21" presStyleCnt="28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21" presStyleCnt="28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22" presStyleCnt="28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22" presStyleCnt="28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22" presStyleCnt="28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F6D288D7-F623-40B8-86F2-5691B3A77B53}" type="pres">
      <dgm:prSet presAssocID="{CFA003AC-D94A-4FB5-BA25-AE57013D4548}" presName="Name37" presStyleLbl="parChTrans1D3" presStyleIdx="23" presStyleCnt="28"/>
      <dgm:spPr/>
    </dgm:pt>
    <dgm:pt modelId="{034EF4D6-D246-4338-8B7D-60DA41BBAB18}" type="pres">
      <dgm:prSet presAssocID="{2FA7C500-6510-41CB-B54B-2CFA98363C5F}" presName="hierRoot2" presStyleCnt="0">
        <dgm:presLayoutVars>
          <dgm:hierBranch val="init"/>
        </dgm:presLayoutVars>
      </dgm:prSet>
      <dgm:spPr/>
    </dgm:pt>
    <dgm:pt modelId="{9FD5B89C-48FE-4A74-8809-2139B87863B4}" type="pres">
      <dgm:prSet presAssocID="{2FA7C500-6510-41CB-B54B-2CFA98363C5F}" presName="rootComposite" presStyleCnt="0"/>
      <dgm:spPr/>
    </dgm:pt>
    <dgm:pt modelId="{5A3AF29F-DB0D-4A51-AA1F-0906720DFCCD}" type="pres">
      <dgm:prSet presAssocID="{2FA7C500-6510-41CB-B54B-2CFA98363C5F}" presName="rootText" presStyleLbl="node3" presStyleIdx="23" presStyleCnt="28">
        <dgm:presLayoutVars>
          <dgm:chPref val="3"/>
        </dgm:presLayoutVars>
      </dgm:prSet>
      <dgm:spPr/>
    </dgm:pt>
    <dgm:pt modelId="{572BA4B6-E515-433F-B7F7-50C68776F99C}" type="pres">
      <dgm:prSet presAssocID="{2FA7C500-6510-41CB-B54B-2CFA98363C5F}" presName="rootConnector" presStyleLbl="node3" presStyleIdx="23" presStyleCnt="28"/>
      <dgm:spPr/>
    </dgm:pt>
    <dgm:pt modelId="{8194E55C-954C-40D0-B031-15F3154566E1}" type="pres">
      <dgm:prSet presAssocID="{2FA7C500-6510-41CB-B54B-2CFA98363C5F}" presName="hierChild4" presStyleCnt="0"/>
      <dgm:spPr/>
    </dgm:pt>
    <dgm:pt modelId="{B562DA22-384C-4DDD-BC4D-C69E917C3CE9}" type="pres">
      <dgm:prSet presAssocID="{2FA7C500-6510-41CB-B54B-2CFA98363C5F}" presName="hierChild5" presStyleCnt="0"/>
      <dgm:spPr/>
    </dgm:pt>
    <dgm:pt modelId="{B94C92FA-8750-4B0B-A887-09009CFB9B98}" type="pres">
      <dgm:prSet presAssocID="{EB196C07-4C27-4D7E-A197-1314BBD1DDA5}" presName="Name37" presStyleLbl="parChTrans1D3" presStyleIdx="24" presStyleCnt="28"/>
      <dgm:spPr/>
    </dgm:pt>
    <dgm:pt modelId="{410A2D5B-46A5-45B0-BC2B-FB781DA56490}" type="pres">
      <dgm:prSet presAssocID="{E2AF08C4-E2A2-4857-990C-4DCD995870E1}" presName="hierRoot2" presStyleCnt="0">
        <dgm:presLayoutVars>
          <dgm:hierBranch val="init"/>
        </dgm:presLayoutVars>
      </dgm:prSet>
      <dgm:spPr/>
    </dgm:pt>
    <dgm:pt modelId="{B8384074-002C-48EA-BA25-94A1F6164B26}" type="pres">
      <dgm:prSet presAssocID="{E2AF08C4-E2A2-4857-990C-4DCD995870E1}" presName="rootComposite" presStyleCnt="0"/>
      <dgm:spPr/>
    </dgm:pt>
    <dgm:pt modelId="{E3B7A292-D246-431F-A06C-74CCAB318BD8}" type="pres">
      <dgm:prSet presAssocID="{E2AF08C4-E2A2-4857-990C-4DCD995870E1}" presName="rootText" presStyleLbl="node3" presStyleIdx="24" presStyleCnt="28">
        <dgm:presLayoutVars>
          <dgm:chPref val="3"/>
        </dgm:presLayoutVars>
      </dgm:prSet>
      <dgm:spPr/>
    </dgm:pt>
    <dgm:pt modelId="{DDC72F8E-150F-435B-9A4F-1F8957928E7A}" type="pres">
      <dgm:prSet presAssocID="{E2AF08C4-E2A2-4857-990C-4DCD995870E1}" presName="rootConnector" presStyleLbl="node3" presStyleIdx="24" presStyleCnt="28"/>
      <dgm:spPr/>
    </dgm:pt>
    <dgm:pt modelId="{76E016ED-6B30-4820-90C9-7465EC981D51}" type="pres">
      <dgm:prSet presAssocID="{E2AF08C4-E2A2-4857-990C-4DCD995870E1}" presName="hierChild4" presStyleCnt="0"/>
      <dgm:spPr/>
    </dgm:pt>
    <dgm:pt modelId="{C5D83A3D-2553-42E4-B090-644DB18CF6FB}" type="pres">
      <dgm:prSet presAssocID="{E2AF08C4-E2A2-4857-990C-4DCD995870E1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A0E3C8FD-88FA-4675-8512-4A08623CC5ED}" type="pres">
      <dgm:prSet presAssocID="{99C4A5D8-7DA9-408F-8A6D-5D68512BB70D}" presName="Name37" presStyleLbl="parChTrans1D2" presStyleIdx="6" presStyleCnt="12"/>
      <dgm:spPr/>
    </dgm:pt>
    <dgm:pt modelId="{873B2D85-ABC2-4031-9295-BD0C323980BA}" type="pres">
      <dgm:prSet presAssocID="{287AD33F-F0F5-4CA2-A5C0-795BBE2E638B}" presName="hierRoot2" presStyleCnt="0">
        <dgm:presLayoutVars>
          <dgm:hierBranch val="init"/>
        </dgm:presLayoutVars>
      </dgm:prSet>
      <dgm:spPr/>
    </dgm:pt>
    <dgm:pt modelId="{6576F6DD-820F-4955-9776-4EAD1548BA78}" type="pres">
      <dgm:prSet presAssocID="{287AD33F-F0F5-4CA2-A5C0-795BBE2E638B}" presName="rootComposite" presStyleCnt="0"/>
      <dgm:spPr/>
    </dgm:pt>
    <dgm:pt modelId="{4BE0561A-8DE6-41F4-9EE5-0D2C1B1F5977}" type="pres">
      <dgm:prSet presAssocID="{287AD33F-F0F5-4CA2-A5C0-795BBE2E638B}" presName="rootText" presStyleLbl="node2" presStyleIdx="6" presStyleCnt="8" custScaleX="126052" custScaleY="104210" custLinFactNeighborY="-8780">
        <dgm:presLayoutVars>
          <dgm:chPref val="3"/>
        </dgm:presLayoutVars>
      </dgm:prSet>
      <dgm:spPr/>
    </dgm:pt>
    <dgm:pt modelId="{E5C80E3E-A9D0-402C-9B4A-806432AAA046}" type="pres">
      <dgm:prSet presAssocID="{287AD33F-F0F5-4CA2-A5C0-795BBE2E638B}" presName="rootConnector" presStyleLbl="node2" presStyleIdx="6" presStyleCnt="8"/>
      <dgm:spPr/>
    </dgm:pt>
    <dgm:pt modelId="{0EE33FF9-C64B-432A-AB85-6FEB869FF6D3}" type="pres">
      <dgm:prSet presAssocID="{287AD33F-F0F5-4CA2-A5C0-795BBE2E638B}" presName="hierChild4" presStyleCnt="0"/>
      <dgm:spPr/>
    </dgm:pt>
    <dgm:pt modelId="{474C8C7A-C852-4165-9A37-49279597331B}" type="pres">
      <dgm:prSet presAssocID="{30023569-3320-40C3-A037-3A3B5A66013E}" presName="Name37" presStyleLbl="parChTrans1D3" presStyleIdx="25" presStyleCnt="28"/>
      <dgm:spPr/>
    </dgm:pt>
    <dgm:pt modelId="{5E579D17-6678-41BC-BCF3-D16D725E245D}" type="pres">
      <dgm:prSet presAssocID="{8AB3FB1A-979B-4144-B43B-B61FCA4F7282}" presName="hierRoot2" presStyleCnt="0">
        <dgm:presLayoutVars>
          <dgm:hierBranch val="init"/>
        </dgm:presLayoutVars>
      </dgm:prSet>
      <dgm:spPr/>
    </dgm:pt>
    <dgm:pt modelId="{3B6B8ECA-756B-443B-B9B9-55D1FC43E0F4}" type="pres">
      <dgm:prSet presAssocID="{8AB3FB1A-979B-4144-B43B-B61FCA4F7282}" presName="rootComposite" presStyleCnt="0"/>
      <dgm:spPr/>
    </dgm:pt>
    <dgm:pt modelId="{06E38647-1ECC-42FA-B02E-6C9EE7C2F115}" type="pres">
      <dgm:prSet presAssocID="{8AB3FB1A-979B-4144-B43B-B61FCA4F7282}" presName="rootText" presStyleLbl="node3" presStyleIdx="25" presStyleCnt="28">
        <dgm:presLayoutVars>
          <dgm:chPref val="3"/>
        </dgm:presLayoutVars>
      </dgm:prSet>
      <dgm:spPr/>
    </dgm:pt>
    <dgm:pt modelId="{BA1217A9-C0A5-4996-968A-FE506EF3EDAB}" type="pres">
      <dgm:prSet presAssocID="{8AB3FB1A-979B-4144-B43B-B61FCA4F7282}" presName="rootConnector" presStyleLbl="node3" presStyleIdx="25" presStyleCnt="28"/>
      <dgm:spPr/>
    </dgm:pt>
    <dgm:pt modelId="{327821E7-C2BD-4FBA-BFB8-CAEA464C4220}" type="pres">
      <dgm:prSet presAssocID="{8AB3FB1A-979B-4144-B43B-B61FCA4F7282}" presName="hierChild4" presStyleCnt="0"/>
      <dgm:spPr/>
    </dgm:pt>
    <dgm:pt modelId="{1549AA7A-2A13-4179-B8A0-B752DA39D811}" type="pres">
      <dgm:prSet presAssocID="{8AB3FB1A-979B-4144-B43B-B61FCA4F7282}" presName="hierChild5" presStyleCnt="0"/>
      <dgm:spPr/>
    </dgm:pt>
    <dgm:pt modelId="{B903E695-0884-4066-AF96-12FD0F3F4125}" type="pres">
      <dgm:prSet presAssocID="{42BD97EF-1A06-4D58-8EAE-FC1BB2385979}" presName="Name37" presStyleLbl="parChTrans1D3" presStyleIdx="26" presStyleCnt="28"/>
      <dgm:spPr/>
    </dgm:pt>
    <dgm:pt modelId="{81F7B889-1086-42B9-A59B-ED61E3441B4F}" type="pres">
      <dgm:prSet presAssocID="{0E887229-B4D3-4823-8E99-C69A545BC6A3}" presName="hierRoot2" presStyleCnt="0">
        <dgm:presLayoutVars>
          <dgm:hierBranch val="init"/>
        </dgm:presLayoutVars>
      </dgm:prSet>
      <dgm:spPr/>
    </dgm:pt>
    <dgm:pt modelId="{5586B03E-3925-4A1B-964C-6250638737CE}" type="pres">
      <dgm:prSet presAssocID="{0E887229-B4D3-4823-8E99-C69A545BC6A3}" presName="rootComposite" presStyleCnt="0"/>
      <dgm:spPr/>
    </dgm:pt>
    <dgm:pt modelId="{CBD3D74D-24A0-499E-B554-47C0407748EA}" type="pres">
      <dgm:prSet presAssocID="{0E887229-B4D3-4823-8E99-C69A545BC6A3}" presName="rootText" presStyleLbl="node3" presStyleIdx="26" presStyleCnt="28">
        <dgm:presLayoutVars>
          <dgm:chPref val="3"/>
        </dgm:presLayoutVars>
      </dgm:prSet>
      <dgm:spPr/>
    </dgm:pt>
    <dgm:pt modelId="{9B7D833A-9B62-4940-A2A5-5B92C2177E19}" type="pres">
      <dgm:prSet presAssocID="{0E887229-B4D3-4823-8E99-C69A545BC6A3}" presName="rootConnector" presStyleLbl="node3" presStyleIdx="26" presStyleCnt="28"/>
      <dgm:spPr/>
    </dgm:pt>
    <dgm:pt modelId="{0822212F-CC94-4B03-B119-A8F182DA2D1A}" type="pres">
      <dgm:prSet presAssocID="{0E887229-B4D3-4823-8E99-C69A545BC6A3}" presName="hierChild4" presStyleCnt="0"/>
      <dgm:spPr/>
    </dgm:pt>
    <dgm:pt modelId="{A5004A62-2FA2-4AE6-96BE-226C2D9FEE05}" type="pres">
      <dgm:prSet presAssocID="{0E887229-B4D3-4823-8E99-C69A545BC6A3}" presName="hierChild5" presStyleCnt="0"/>
      <dgm:spPr/>
    </dgm:pt>
    <dgm:pt modelId="{9D6F8848-C890-4F3A-9ED1-7F61C4F044A9}" type="pres">
      <dgm:prSet presAssocID="{287AD33F-F0F5-4CA2-A5C0-795BBE2E638B}" presName="hierChild5" presStyleCnt="0"/>
      <dgm:spPr/>
    </dgm:pt>
    <dgm:pt modelId="{584C573A-E599-46DF-A400-949851F5727C}" type="pres">
      <dgm:prSet presAssocID="{A1E0EE58-75B8-47F9-BA9A-182DA25ACFB5}" presName="Name37" presStyleLbl="parChTrans1D2" presStyleIdx="7" presStyleCnt="12"/>
      <dgm:spPr/>
    </dgm:pt>
    <dgm:pt modelId="{BB3AD7FB-BD3E-4FD3-AD53-17D452CAD4CF}" type="pres">
      <dgm:prSet presAssocID="{94C9AD59-53AB-4DFE-8216-C64824EE7283}" presName="hierRoot2" presStyleCnt="0">
        <dgm:presLayoutVars>
          <dgm:hierBranch val="init"/>
        </dgm:presLayoutVars>
      </dgm:prSet>
      <dgm:spPr/>
    </dgm:pt>
    <dgm:pt modelId="{C87BD1E2-920F-4503-BBC9-8D23B73DBDF2}" type="pres">
      <dgm:prSet presAssocID="{94C9AD59-53AB-4DFE-8216-C64824EE7283}" presName="rootComposite" presStyleCnt="0"/>
      <dgm:spPr/>
    </dgm:pt>
    <dgm:pt modelId="{F9B31A21-ABF6-4080-9BFF-F79CC1E5954A}" type="pres">
      <dgm:prSet presAssocID="{94C9AD59-53AB-4DFE-8216-C64824EE7283}" presName="rootText" presStyleLbl="node2" presStyleIdx="7" presStyleCnt="8" custScaleX="165165" custScaleY="131010" custLinFactNeighborY="-8780">
        <dgm:presLayoutVars>
          <dgm:chPref val="3"/>
        </dgm:presLayoutVars>
      </dgm:prSet>
      <dgm:spPr/>
    </dgm:pt>
    <dgm:pt modelId="{B462219A-00D9-49D3-83C8-8D9F2929063D}" type="pres">
      <dgm:prSet presAssocID="{94C9AD59-53AB-4DFE-8216-C64824EE7283}" presName="rootConnector" presStyleLbl="node2" presStyleIdx="7" presStyleCnt="8"/>
      <dgm:spPr/>
    </dgm:pt>
    <dgm:pt modelId="{D938E30E-33F1-4385-8EC8-695E2B409154}" type="pres">
      <dgm:prSet presAssocID="{94C9AD59-53AB-4DFE-8216-C64824EE7283}" presName="hierChild4" presStyleCnt="0"/>
      <dgm:spPr/>
    </dgm:pt>
    <dgm:pt modelId="{0EB2EF46-98B8-4E21-AD3B-078F42B04F6C}" type="pres">
      <dgm:prSet presAssocID="{541D8A11-6EDE-4543-82E9-95445C56638B}" presName="Name37" presStyleLbl="parChTrans1D3" presStyleIdx="27" presStyleCnt="28"/>
      <dgm:spPr/>
    </dgm:pt>
    <dgm:pt modelId="{367EA336-0ECE-4C66-BEB1-DEA221E872C0}" type="pres">
      <dgm:prSet presAssocID="{730CAE5D-00E9-4180-881E-E88FD1358F2E}" presName="hierRoot2" presStyleCnt="0">
        <dgm:presLayoutVars>
          <dgm:hierBranch val="init"/>
        </dgm:presLayoutVars>
      </dgm:prSet>
      <dgm:spPr/>
    </dgm:pt>
    <dgm:pt modelId="{415E6230-9266-475D-9FDD-4B76CA15089C}" type="pres">
      <dgm:prSet presAssocID="{730CAE5D-00E9-4180-881E-E88FD1358F2E}" presName="rootComposite" presStyleCnt="0"/>
      <dgm:spPr/>
    </dgm:pt>
    <dgm:pt modelId="{830EF56D-2EE8-4C01-A9A4-B32A0E361494}" type="pres">
      <dgm:prSet presAssocID="{730CAE5D-00E9-4180-881E-E88FD1358F2E}" presName="rootText" presStyleLbl="node3" presStyleIdx="27" presStyleCnt="28">
        <dgm:presLayoutVars>
          <dgm:chPref val="3"/>
        </dgm:presLayoutVars>
      </dgm:prSet>
      <dgm:spPr/>
    </dgm:pt>
    <dgm:pt modelId="{C7E3177D-38BC-40F6-8061-9CACE85CAAC7}" type="pres">
      <dgm:prSet presAssocID="{730CAE5D-00E9-4180-881E-E88FD1358F2E}" presName="rootConnector" presStyleLbl="node3" presStyleIdx="27" presStyleCnt="28"/>
      <dgm:spPr/>
    </dgm:pt>
    <dgm:pt modelId="{599BAECF-9AD5-4229-921A-B0D751A28EC7}" type="pres">
      <dgm:prSet presAssocID="{730CAE5D-00E9-4180-881E-E88FD1358F2E}" presName="hierChild4" presStyleCnt="0"/>
      <dgm:spPr/>
    </dgm:pt>
    <dgm:pt modelId="{54DBECE7-2130-4B48-AE83-F482E9EF0B9C}" type="pres">
      <dgm:prSet presAssocID="{730CAE5D-00E9-4180-881E-E88FD1358F2E}" presName="hierChild5" presStyleCnt="0"/>
      <dgm:spPr/>
    </dgm:pt>
    <dgm:pt modelId="{813B59D0-3A00-450F-A563-2342FE02F3AD}" type="pres">
      <dgm:prSet presAssocID="{94C9AD59-53AB-4DFE-8216-C64824EE7283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8" presStyleCnt="12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4" custScaleX="166026" custLinFactNeighborX="-43369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4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9" presStyleCnt="12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4" custScaleX="155295" custLinFactNeighborX="37588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4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  <dgm:pt modelId="{E8D67F48-A4A3-48B7-931C-8BCBA0AA96D2}" type="pres">
      <dgm:prSet presAssocID="{8E0DC5EC-21E0-4782-8FBD-618C8BE3264A}" presName="Name111" presStyleLbl="parChTrans1D2" presStyleIdx="10" presStyleCnt="12"/>
      <dgm:spPr/>
    </dgm:pt>
    <dgm:pt modelId="{91DC58F7-F1AE-41CD-B7C5-3E1A8124A370}" type="pres">
      <dgm:prSet presAssocID="{E5AEA43F-25C9-4387-B383-04F0775BFE30}" presName="hierRoot3" presStyleCnt="0">
        <dgm:presLayoutVars>
          <dgm:hierBranch val="init"/>
        </dgm:presLayoutVars>
      </dgm:prSet>
      <dgm:spPr/>
    </dgm:pt>
    <dgm:pt modelId="{4FA6CF6D-EB03-4445-B027-168EF37880D1}" type="pres">
      <dgm:prSet presAssocID="{E5AEA43F-25C9-4387-B383-04F0775BFE30}" presName="rootComposite3" presStyleCnt="0"/>
      <dgm:spPr/>
    </dgm:pt>
    <dgm:pt modelId="{B18709FD-C961-458C-87D4-EEF58F63B5A8}" type="pres">
      <dgm:prSet presAssocID="{E5AEA43F-25C9-4387-B383-04F0775BFE30}" presName="rootText3" presStyleLbl="asst1" presStyleIdx="2" presStyleCnt="4" custScaleX="141293" custLinFactNeighborX="25344" custLinFactNeighborY="-24145">
        <dgm:presLayoutVars>
          <dgm:chPref val="3"/>
        </dgm:presLayoutVars>
      </dgm:prSet>
      <dgm:spPr/>
    </dgm:pt>
    <dgm:pt modelId="{576D463E-B9C0-4252-AAC7-E1D900247645}" type="pres">
      <dgm:prSet presAssocID="{E5AEA43F-25C9-4387-B383-04F0775BFE30}" presName="rootConnector3" presStyleLbl="asst1" presStyleIdx="2" presStyleCnt="4"/>
      <dgm:spPr/>
    </dgm:pt>
    <dgm:pt modelId="{EE97B4E4-F79B-47D8-A041-FB8CC1B9D30D}" type="pres">
      <dgm:prSet presAssocID="{E5AEA43F-25C9-4387-B383-04F0775BFE30}" presName="hierChild6" presStyleCnt="0"/>
      <dgm:spPr/>
    </dgm:pt>
    <dgm:pt modelId="{29DBBDF9-9028-450D-90A9-D62C02AD2901}" type="pres">
      <dgm:prSet presAssocID="{E5AEA43F-25C9-4387-B383-04F0775BFE30}" presName="hierChild7" presStyleCnt="0"/>
      <dgm:spPr/>
    </dgm:pt>
    <dgm:pt modelId="{D5D123A6-5D10-4996-845A-3A874CDA02EE}" type="pres">
      <dgm:prSet presAssocID="{B6709B58-8609-48CD-B33A-76E96D638FC2}" presName="Name111" presStyleLbl="parChTrans1D2" presStyleIdx="11" presStyleCnt="12"/>
      <dgm:spPr/>
    </dgm:pt>
    <dgm:pt modelId="{33130DE4-5ADA-4108-8DF0-3FA121C2573A}" type="pres">
      <dgm:prSet presAssocID="{E2E70AFB-9862-4687-A1EE-968C23B6DCC9}" presName="hierRoot3" presStyleCnt="0">
        <dgm:presLayoutVars>
          <dgm:hierBranch val="init"/>
        </dgm:presLayoutVars>
      </dgm:prSet>
      <dgm:spPr/>
    </dgm:pt>
    <dgm:pt modelId="{57E736DD-611A-4745-A234-00D368CDFA15}" type="pres">
      <dgm:prSet presAssocID="{E2E70AFB-9862-4687-A1EE-968C23B6DCC9}" presName="rootComposite3" presStyleCnt="0"/>
      <dgm:spPr/>
    </dgm:pt>
    <dgm:pt modelId="{CB2F13A1-C6C3-46D8-A3E8-6EC51BB70B57}" type="pres">
      <dgm:prSet presAssocID="{E2E70AFB-9862-4687-A1EE-968C23B6DCC9}" presName="rootText3" presStyleLbl="asst1" presStyleIdx="3" presStyleCnt="4" custScaleX="135246" custLinFactNeighborY="-24145">
        <dgm:presLayoutVars>
          <dgm:chPref val="3"/>
        </dgm:presLayoutVars>
      </dgm:prSet>
      <dgm:spPr/>
    </dgm:pt>
    <dgm:pt modelId="{78F8C495-CA2D-4E82-8BCD-44F93E46097D}" type="pres">
      <dgm:prSet presAssocID="{E2E70AFB-9862-4687-A1EE-968C23B6DCC9}" presName="rootConnector3" presStyleLbl="asst1" presStyleIdx="3" presStyleCnt="4"/>
      <dgm:spPr/>
    </dgm:pt>
    <dgm:pt modelId="{DDC96AAC-F1ED-484F-A198-B63BF4E77FB9}" type="pres">
      <dgm:prSet presAssocID="{E2E70AFB-9862-4687-A1EE-968C23B6DCC9}" presName="hierChild6" presStyleCnt="0"/>
      <dgm:spPr/>
    </dgm:pt>
    <dgm:pt modelId="{6C794F8D-40D5-4E70-B8CB-24748F179D43}" type="pres">
      <dgm:prSet presAssocID="{E2E70AFB-9862-4687-A1EE-968C23B6DCC9}" presName="hierChild7" presStyleCnt="0"/>
      <dgm:spPr/>
    </dgm:pt>
  </dgm:ptLst>
  <dgm:cxnLst>
    <dgm:cxn modelId="{F81A6902-FC3F-4AF7-A663-4CFB1FD28A46}" srcId="{9E543093-51AF-482F-A54F-41BA2B290BE8}" destId="{1D0D897A-720B-4E4E-993D-28795D6B33A1}" srcOrd="2" destOrd="0" parTransId="{F8145040-84CE-4624-87DF-201F02A4D00A}" sibTransId="{341EFAC8-D214-40FB-B3FB-4A782C673B5A}"/>
    <dgm:cxn modelId="{5C5CEC02-7884-4179-AA78-DCF9B7784EFD}" type="presOf" srcId="{B6709B58-8609-48CD-B33A-76E96D638FC2}" destId="{D5D123A6-5D10-4996-845A-3A874CDA02EE}" srcOrd="0" destOrd="0" presId="urn:microsoft.com/office/officeart/2005/8/layout/orgChart1"/>
    <dgm:cxn modelId="{25C5CE03-FD5F-4F9D-9742-92568C7ACC0C}" type="presOf" srcId="{EB196C07-4C27-4D7E-A197-1314BBD1DDA5}" destId="{B94C92FA-8750-4B0B-A887-09009CFB9B98}" srcOrd="0" destOrd="0" presId="urn:microsoft.com/office/officeart/2005/8/layout/orgChart1"/>
    <dgm:cxn modelId="{E6C16E04-D9F9-4CD8-A966-190DFC7F6D65}" srcId="{140C7BE8-953D-46B7-BBBC-CEFCFC1C4A44}" destId="{841D5CEA-A4E0-49E2-B683-2DB5D778B1D7}" srcOrd="3" destOrd="0" parTransId="{06F76256-22A0-4A46-B363-CAE4C0C6AB8F}" sibTransId="{FB2DDCD2-07D6-4DF5-AD36-F327D2340FFD}"/>
    <dgm:cxn modelId="{015E6A05-CD88-4672-A3BE-3F0008936A7D}" type="presOf" srcId="{8D5113F3-44D1-49C5-8D08-D5A26A6995E0}" destId="{80E936D7-71D1-4B95-81AE-026805451B69}" srcOrd="1" destOrd="0" presId="urn:microsoft.com/office/officeart/2005/8/layout/orgChart1"/>
    <dgm:cxn modelId="{F990F109-2C7C-4958-A384-453C1B4C9644}" type="presOf" srcId="{7564F4A0-8D16-490D-907E-8ED95FA1220B}" destId="{62289886-03F6-4FB4-9DEF-38ED189E144E}" srcOrd="1" destOrd="0" presId="urn:microsoft.com/office/officeart/2005/8/layout/orgChart1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A2CE7A10-BF12-4E38-9442-6976FF0B1F66}" srcId="{BDA3E80D-83D1-43CB-89EA-5529CB9AAA78}" destId="{94C9AD59-53AB-4DFE-8216-C64824EE7283}" srcOrd="10" destOrd="0" parTransId="{A1E0EE58-75B8-47F9-BA9A-182DA25ACFB5}" sibTransId="{B81960D3-743A-4CF6-A002-6AF1837F4E6F}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23D45714-3B8F-4A0F-A2B9-FF6CE8735DB4}" type="presOf" srcId="{4505245D-33F0-45C8-98B7-079941A08B53}" destId="{5B0AED84-CF00-430B-B965-B2C9EE2A2840}" srcOrd="0" destOrd="0" presId="urn:microsoft.com/office/officeart/2005/8/layout/orgChart1"/>
    <dgm:cxn modelId="{C644B915-0F58-46AC-B1FF-F4F33B725011}" type="presOf" srcId="{63063C9E-E05C-4D66-8705-DB3C2BA58171}" destId="{00CB6C64-4FDF-454F-AD75-000DB023CE76}" srcOrd="1" destOrd="0" presId="urn:microsoft.com/office/officeart/2005/8/layout/orgChart1"/>
    <dgm:cxn modelId="{E63CF316-988A-4D6F-8BF5-D7858977347D}" type="presOf" srcId="{8AB3FB1A-979B-4144-B43B-B61FCA4F7282}" destId="{BA1217A9-C0A5-4996-968A-FE506EF3EDAB}" srcOrd="1" destOrd="0" presId="urn:microsoft.com/office/officeart/2005/8/layout/orgChart1"/>
    <dgm:cxn modelId="{3EFF3B17-B3F2-4B58-82C6-5BF527ED026A}" srcId="{9E543093-51AF-482F-A54F-41BA2B290BE8}" destId="{8FA730C7-1996-43C0-8E7C-21A3FCC5CB82}" srcOrd="5" destOrd="0" parTransId="{752057E2-C88C-4504-8710-3668E51DFB6D}" sibTransId="{68AEDEE5-6601-4177-A713-7A7BC8C983C7}"/>
    <dgm:cxn modelId="{F0D66318-3794-44FE-85BF-EFBA60BFF7B9}" type="presOf" srcId="{841D5CEA-A4E0-49E2-B683-2DB5D778B1D7}" destId="{2FA9BEC6-65D9-4F36-8887-B337FB1C33E4}" srcOrd="0" destOrd="0" presId="urn:microsoft.com/office/officeart/2005/8/layout/orgChart1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A6DF2619-6801-4905-AB12-9353827042DB}" srcId="{BDA3E80D-83D1-43CB-89EA-5529CB9AAA78}" destId="{287AD33F-F0F5-4CA2-A5C0-795BBE2E638B}" srcOrd="9" destOrd="0" parTransId="{99C4A5D8-7DA9-408F-8A6D-5D68512BB70D}" sibTransId="{38688D75-8683-4C2D-8D13-B4E29235115C}"/>
    <dgm:cxn modelId="{04A3211B-3883-4653-B001-45E33C35F9E9}" type="presOf" srcId="{9E32D8D0-4218-4149-BD58-382108430661}" destId="{3E745A87-0A75-4241-A07E-3FCE1323079B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C5220424-052C-45F3-B2F9-08A506C1479D}" type="presOf" srcId="{0E887229-B4D3-4823-8E99-C69A545BC6A3}" destId="{CBD3D74D-24A0-499E-B554-47C0407748EA}" srcOrd="0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E35F6D24-318A-4EAD-8B26-CB530935CD9F}" type="presOf" srcId="{0E887229-B4D3-4823-8E99-C69A545BC6A3}" destId="{9B7D833A-9B62-4940-A2A5-5B92C2177E19}" srcOrd="1" destOrd="0" presId="urn:microsoft.com/office/officeart/2005/8/layout/orgChart1"/>
    <dgm:cxn modelId="{8206DD27-5801-41F7-AF42-F1CA4944D0FF}" type="presOf" srcId="{9A87B3E7-8173-457F-A011-918CB2B5EB79}" destId="{0C4D3D70-48A7-46A0-B2CB-8E23DC5A9EE6}" srcOrd="0" destOrd="0" presId="urn:microsoft.com/office/officeart/2005/8/layout/orgChart1"/>
    <dgm:cxn modelId="{F6CD4528-EEA5-4F95-9E4B-4132CD766FB0}" type="presOf" srcId="{2FA7C500-6510-41CB-B54B-2CFA98363C5F}" destId="{5A3AF29F-DB0D-4A51-AA1F-0906720DFCCD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DF10C32A-D239-4A66-AA3F-F09D1D6959EA}" type="presOf" srcId="{522FCDFA-75EC-42F5-9470-CDFE12334B46}" destId="{D350832A-6911-4506-A561-F967D033700E}" srcOrd="0" destOrd="0" presId="urn:microsoft.com/office/officeart/2005/8/layout/orgChart1"/>
    <dgm:cxn modelId="{E351C32B-C121-41C2-A065-B2406DECF100}" type="presOf" srcId="{730CAE5D-00E9-4180-881E-E88FD1358F2E}" destId="{830EF56D-2EE8-4C01-A9A4-B32A0E361494}" srcOrd="0" destOrd="0" presId="urn:microsoft.com/office/officeart/2005/8/layout/orgChart1"/>
    <dgm:cxn modelId="{4B7A1D30-9766-4B66-82FC-989978F3F240}" type="presOf" srcId="{9E32D8D0-4218-4149-BD58-382108430661}" destId="{E2EE8EAF-A4B0-4C98-8D6D-181FE76CA78B}" srcOrd="1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2" destOrd="0" parTransId="{5AC1D850-6AE5-4AB4-956F-DCCF850FE0A3}" sibTransId="{780907FE-2876-4E95-AB0C-17F0421E1145}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235CD430-A200-4C3F-96AB-52BD518C3960}" srcId="{94C9AD59-53AB-4DFE-8216-C64824EE7283}" destId="{730CAE5D-00E9-4180-881E-E88FD1358F2E}" srcOrd="0" destOrd="0" parTransId="{541D8A11-6EDE-4543-82E9-95445C56638B}" sibTransId="{213CEA96-650E-43E9-A6ED-0D578DFD1BBF}"/>
    <dgm:cxn modelId="{D4967431-9A3B-4B86-A599-7A8D4A558DB5}" type="presOf" srcId="{541D8A11-6EDE-4543-82E9-95445C56638B}" destId="{0EB2EF46-98B8-4E21-AD3B-078F42B04F6C}" srcOrd="0" destOrd="0" presId="urn:microsoft.com/office/officeart/2005/8/layout/orgChart1"/>
    <dgm:cxn modelId="{196BBB31-5BED-4AA0-8F82-79437D04B663}" type="presOf" srcId="{30023569-3320-40C3-A037-3A3B5A66013E}" destId="{474C8C7A-C852-4165-9A37-49279597331B}" srcOrd="0" destOrd="0" presId="urn:microsoft.com/office/officeart/2005/8/layout/orgChart1"/>
    <dgm:cxn modelId="{EAE20132-9CF2-4BC3-99A7-FFF896205840}" type="presOf" srcId="{752057E2-C88C-4504-8710-3668E51DFB6D}" destId="{5E76DD1A-4A84-4F46-BEE9-C122FEF45A43}" srcOrd="0" destOrd="0" presId="urn:microsoft.com/office/officeart/2005/8/layout/orgChart1"/>
    <dgm:cxn modelId="{D54E6E32-B0E9-458A-A4BD-456098E5ECD3}" srcId="{BDA3E80D-83D1-43CB-89EA-5529CB9AAA78}" destId="{897542E0-B2F5-4EE4-8EE3-85C4B385D779}" srcOrd="8" destOrd="0" parTransId="{B9002353-9289-432A-9056-1107332AFC5B}" sibTransId="{CA9930E5-FB80-4A01-A1CD-1E377103E439}"/>
    <dgm:cxn modelId="{61529632-6C00-44E0-B8E1-B09C45E498D4}" type="presOf" srcId="{8FA730C7-1996-43C0-8E7C-21A3FCC5CB82}" destId="{F9D2F3C6-EB9A-4C22-9621-BB59A782B793}" srcOrd="0" destOrd="0" presId="urn:microsoft.com/office/officeart/2005/8/layout/orgChart1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B7E9B437-94A6-4AE5-9036-298BCDB5762D}" type="presOf" srcId="{E2E70AFB-9862-4687-A1EE-968C23B6DCC9}" destId="{CB2F13A1-C6C3-46D8-A3E8-6EC51BB70B57}" srcOrd="0" destOrd="0" presId="urn:microsoft.com/office/officeart/2005/8/layout/orgChart1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A4D75939-0CB5-4FEC-A597-0A8605B9F105}" type="presOf" srcId="{FD6354AE-0E0D-4746-8C8F-72B718BAE5B4}" destId="{8BEDBD6B-1E57-4C63-B39D-13C6A0E58CFE}" srcOrd="1" destOrd="0" presId="urn:microsoft.com/office/officeart/2005/8/layout/orgChart1"/>
    <dgm:cxn modelId="{87A7633A-C662-43EF-B5CC-B10106CF9A8C}" type="presOf" srcId="{BAA922EA-6F7E-40F5-9D1E-6522C35CEB91}" destId="{551F8C98-B2B2-4102-A99E-B5CF67691CF2}" srcOrd="0" destOrd="0" presId="urn:microsoft.com/office/officeart/2005/8/layout/orgChart1"/>
    <dgm:cxn modelId="{CFBCAF3B-227F-4AFB-97E9-18572C4FB837}" type="presOf" srcId="{522FCDFA-75EC-42F5-9470-CDFE12334B46}" destId="{9A7B4AD5-BC73-49A4-8470-15E98CD8109B}" srcOrd="1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2BC0183E-421E-401E-9A64-5033322932D3}" type="presOf" srcId="{2FA7C500-6510-41CB-B54B-2CFA98363C5F}" destId="{572BA4B6-E515-433F-B7F7-50C68776F99C}" srcOrd="1" destOrd="0" presId="urn:microsoft.com/office/officeart/2005/8/layout/orgChart1"/>
    <dgm:cxn modelId="{3AB74560-441E-421A-88D1-E6CB1B39F30F}" type="presOf" srcId="{541092FB-525E-4359-A036-1E2F863DBC45}" destId="{EA9380D7-3366-4556-8086-AEF6EFEA4D19}" srcOrd="0" destOrd="0" presId="urn:microsoft.com/office/officeart/2005/8/layout/orgChart1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0F003861-53DB-44E4-B0B8-764709438B43}" type="presOf" srcId="{287AD33F-F0F5-4CA2-A5C0-795BBE2E638B}" destId="{4BE0561A-8DE6-41F4-9EE5-0D2C1B1F5977}" srcOrd="0" destOrd="0" presId="urn:microsoft.com/office/officeart/2005/8/layout/orgChart1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14562843-34B2-4037-B9B2-E2332D2CD11E}" type="presOf" srcId="{D5C9C9D1-604B-4925-B2FF-5E3EBBE1DAAF}" destId="{2994FFDB-CB36-4419-8799-1117B4C45D05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2F00CC65-2B21-4CC2-B5D9-EAB20BFD303C}" type="presOf" srcId="{88E06C40-96DC-4D4B-BC8C-0C30B390CB3E}" destId="{0F5E245C-84CA-4A39-84A3-4C0A474E6F38}" srcOrd="1" destOrd="0" presId="urn:microsoft.com/office/officeart/2005/8/layout/orgChart1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95B79C49-FE7C-45BF-B719-8188A48B5289}" srcId="{897542E0-B2F5-4EE4-8EE3-85C4B385D779}" destId="{E2AF08C4-E2A2-4857-990C-4DCD995870E1}" srcOrd="3" destOrd="0" parTransId="{EB196C07-4C27-4D7E-A197-1314BBD1DDA5}" sibTransId="{7C926C2C-83F9-4583-A21F-43DCAEC3E858}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5238054C-4FB8-49EF-BF6B-A0FD5A807245}" type="presOf" srcId="{3597990C-A619-4A95-BF17-4AF48E938703}" destId="{3AC5CE0A-D1C5-4051-B635-95FF2D91BAFC}" srcOrd="0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6FC57D6D-6B96-4E57-A68A-A26AA6ACE380}" type="presOf" srcId="{94C9AD59-53AB-4DFE-8216-C64824EE7283}" destId="{F9B31A21-ABF6-4080-9BFF-F79CC1E5954A}" srcOrd="0" destOrd="0" presId="urn:microsoft.com/office/officeart/2005/8/layout/orgChart1"/>
    <dgm:cxn modelId="{C824EB4D-328E-46FB-8732-8EBF66A713F5}" srcId="{BDA3E80D-83D1-43CB-89EA-5529CB9AAA78}" destId="{E2E70AFB-9862-4687-A1EE-968C23B6DCC9}" srcOrd="11" destOrd="0" parTransId="{B6709B58-8609-48CD-B33A-76E96D638FC2}" sibTransId="{4E05D129-B81B-44E5-AD30-DB8B5CE7682F}"/>
    <dgm:cxn modelId="{7B2D426E-58D7-41DB-8317-6D5DF62646A1}" srcId="{287AD33F-F0F5-4CA2-A5C0-795BBE2E638B}" destId="{0E887229-B4D3-4823-8E99-C69A545BC6A3}" srcOrd="1" destOrd="0" parTransId="{42BD97EF-1A06-4D58-8EAE-FC1BB2385979}" sibTransId="{97A171C0-080A-4245-946B-2555A56F971A}"/>
    <dgm:cxn modelId="{9D7DDE4E-FA42-43F9-AFEA-70DB1FD1E078}" srcId="{9E543093-51AF-482F-A54F-41BA2B290BE8}" destId="{3597990C-A619-4A95-BF17-4AF48E938703}" srcOrd="1" destOrd="0" parTransId="{9A87B3E7-8173-457F-A011-918CB2B5EB79}" sibTransId="{B48BB87B-B547-48FF-813D-115A36A0E12A}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3E4EC070-0E17-42C9-B53D-C1FD7ACC497D}" type="presOf" srcId="{8E0DC5EC-21E0-4782-8FBD-618C8BE3264A}" destId="{E8D67F48-A4A3-48B7-931C-8BCBA0AA96D2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BA480551-BA23-4B9E-B131-CAEE35144A10}" type="presOf" srcId="{8AB3FB1A-979B-4144-B43B-B61FCA4F7282}" destId="{06E38647-1ECC-42FA-B02E-6C9EE7C2F115}" srcOrd="0" destOrd="0" presId="urn:microsoft.com/office/officeart/2005/8/layout/orgChart1"/>
    <dgm:cxn modelId="{7F0D3751-11AB-427D-A75B-43171FE34270}" type="presOf" srcId="{06C0CD65-B3BC-474A-8DC9-0632E6268001}" destId="{D3DE9EDD-3281-48CD-84C7-0EF8F5D5E38E}" srcOrd="0" destOrd="0" presId="urn:microsoft.com/office/officeart/2005/8/layout/orgChart1"/>
    <dgm:cxn modelId="{F0241072-1338-4D20-ABBF-1245160D1410}" srcId="{897542E0-B2F5-4EE4-8EE3-85C4B385D779}" destId="{2FA7C500-6510-41CB-B54B-2CFA98363C5F}" srcOrd="2" destOrd="0" parTransId="{CFA003AC-D94A-4FB5-BA25-AE57013D4548}" sibTransId="{7F3AB037-A5EB-41E7-809D-DA1A1B4FB2E8}"/>
    <dgm:cxn modelId="{41843472-62AF-4DA4-ACE5-E2F547EA5744}" type="presOf" srcId="{42BD97EF-1A06-4D58-8EAE-FC1BB2385979}" destId="{B903E695-0884-4066-AF96-12FD0F3F4125}" srcOrd="0" destOrd="0" presId="urn:microsoft.com/office/officeart/2005/8/layout/orgChart1"/>
    <dgm:cxn modelId="{68CE3675-138A-4E75-B2E7-22AF53AF1329}" srcId="{9E543093-51AF-482F-A54F-41BA2B290BE8}" destId="{4505245D-33F0-45C8-98B7-079941A08B53}" srcOrd="3" destOrd="0" parTransId="{86F1D165-FAA0-4252-A2D4-5CFA4FA972B5}" sibTransId="{B4CE75AD-FE7E-491A-A794-32C0887B06BE}"/>
    <dgm:cxn modelId="{8EE18655-CD61-446C-90B2-3E452557806D}" srcId="{3A9BC52B-E42D-4E47-9B73-E9B7E19108F2}" destId="{9E32D8D0-4218-4149-BD58-382108430661}" srcOrd="1" destOrd="0" parTransId="{3B7D5620-441C-488A-A33A-0BDF8CC8073E}" sibTransId="{C1CCBCCE-BC4F-460A-84C0-8F8FB2CB48B2}"/>
    <dgm:cxn modelId="{4824B675-00C1-4BDD-BD43-E59AB6E20C11}" type="presOf" srcId="{730CAE5D-00E9-4180-881E-E88FD1358F2E}" destId="{C7E3177D-38BC-40F6-8061-9CACE85CAAC7}" srcOrd="1" destOrd="0" presId="urn:microsoft.com/office/officeart/2005/8/layout/orgChart1"/>
    <dgm:cxn modelId="{18877A56-6D5C-4B9C-92B3-4B825ADED66E}" srcId="{287AD33F-F0F5-4CA2-A5C0-795BBE2E638B}" destId="{8AB3FB1A-979B-4144-B43B-B61FCA4F7282}" srcOrd="0" destOrd="0" parTransId="{30023569-3320-40C3-A037-3A3B5A66013E}" sibTransId="{A7088452-CBE9-49E8-A301-DECECB07B507}"/>
    <dgm:cxn modelId="{94BDB956-A31C-4A64-B68A-A7F57344BFB1}" srcId="{F93FE123-64C2-48E7-BB7C-78C89C6C6BF9}" destId="{F554F3ED-509F-434E-9414-96A5C7204449}" srcOrd="2" destOrd="0" parTransId="{25962EFF-7E61-48E6-88D8-61D9DDBA6AD8}" sibTransId="{0795AE4A-255D-4D4A-93BD-F5327A47AD31}"/>
    <dgm:cxn modelId="{3EFFF177-6213-4305-B37D-A7B6C045B1C0}" type="presOf" srcId="{3597990C-A619-4A95-BF17-4AF48E938703}" destId="{7CA48B13-8313-4C50-9C2C-E14C46E18CDB}" srcOrd="1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DA791D7B-1ACC-4D71-8CE2-2C5850102398}" type="presOf" srcId="{FFF76743-057B-4AB6-9477-039899594119}" destId="{33BE3C83-CD92-4B0A-A243-FC9569B3BD0D}" srcOrd="1" destOrd="0" presId="urn:microsoft.com/office/officeart/2005/8/layout/orgChart1"/>
    <dgm:cxn modelId="{A18BF97B-523F-4661-A1E7-62527BF4A518}" type="presOf" srcId="{F8145040-84CE-4624-87DF-201F02A4D00A}" destId="{383460A8-47B4-456E-A06E-8135E31B3DB5}" srcOrd="0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7" destOrd="0" parTransId="{2705112C-0791-4250-B875-ED990730F6C5}" sibTransId="{1A6AB38F-66D1-4BA9-8AAD-B524F0DC4142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F998A882-5489-4498-8F1A-674A45451DEA}" type="presOf" srcId="{3B7D5620-441C-488A-A33A-0BDF8CC8073E}" destId="{6C27A811-6102-4CDF-8B5D-9F4135CED59B}" srcOrd="0" destOrd="0" presId="urn:microsoft.com/office/officeart/2005/8/layout/orgChart1"/>
    <dgm:cxn modelId="{2B95F382-C0E8-43C1-A467-68E9B40B98A3}" srcId="{9E543093-51AF-482F-A54F-41BA2B290BE8}" destId="{88E06C40-96DC-4D4B-BC8C-0C30B390CB3E}" srcOrd="0" destOrd="0" parTransId="{018B78BD-B31E-4C32-8E0C-EBD453F6B883}" sibTransId="{15B1626C-BB30-4D77-AF8E-6E1B56262CFC}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58B66989-4290-4304-BC84-394107040232}" type="presOf" srcId="{B4DEEB40-0DA0-47EA-9B1F-565BB0D4F122}" destId="{84BF238D-CEF7-4D57-9B28-4A590B241548}" srcOrd="0" destOrd="0" presId="urn:microsoft.com/office/officeart/2005/8/layout/orgChart1"/>
    <dgm:cxn modelId="{1A62AE89-7E1D-48E7-8561-0E644BEDC340}" type="presOf" srcId="{E2AF08C4-E2A2-4857-990C-4DCD995870E1}" destId="{DDC72F8E-150F-435B-9A4F-1F8957928E7A}" srcOrd="1" destOrd="0" presId="urn:microsoft.com/office/officeart/2005/8/layout/orgChart1"/>
    <dgm:cxn modelId="{96A3968A-7FE6-4FF6-A5B0-D3DA196C3D9D}" srcId="{3A9BC52B-E42D-4E47-9B73-E9B7E19108F2}" destId="{522FCDFA-75EC-42F5-9470-CDFE12334B46}" srcOrd="4" destOrd="0" parTransId="{93D88299-9343-4D19-904C-1B75D9B86A41}" sibTransId="{E365FBAF-0184-4BD0-92A0-E3F326D8429D}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1D8A7A8F-1E71-4188-BEB7-1E66AEEA8556}" type="presOf" srcId="{63063C9E-E05C-4D66-8705-DB3C2BA58171}" destId="{F15BD0CE-0F2E-4938-BDF1-B26D04DA1E9D}" srcOrd="0" destOrd="0" presId="urn:microsoft.com/office/officeart/2005/8/layout/orgChart1"/>
    <dgm:cxn modelId="{5177BB92-0483-4935-922A-94DC7F139BD8}" type="presOf" srcId="{841D5CEA-A4E0-49E2-B683-2DB5D778B1D7}" destId="{4C0D1948-50D5-4BFE-B5FD-F58B66791814}" srcOrd="1" destOrd="0" presId="urn:microsoft.com/office/officeart/2005/8/layout/orgChart1"/>
    <dgm:cxn modelId="{F9DADB9A-C54C-4EFC-AE41-EC61CF1B5802}" type="presOf" srcId="{67516A8C-826C-4A0E-9138-315E28FD1D3D}" destId="{7E143813-DEAC-47A0-8273-767F07D7A437}" srcOrd="0" destOrd="0" presId="urn:microsoft.com/office/officeart/2005/8/layout/orgChart1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FEA76A9E-5318-4E10-A1DF-AF0B0361C496}" type="presOf" srcId="{E2AF08C4-E2A2-4857-990C-4DCD995870E1}" destId="{E3B7A292-D246-431F-A06C-74CCAB318BD8}" srcOrd="0" destOrd="0" presId="urn:microsoft.com/office/officeart/2005/8/layout/orgChart1"/>
    <dgm:cxn modelId="{A1C0759F-46DF-46BE-8CFD-2D016BD45C3F}" srcId="{9E543093-51AF-482F-A54F-41BA2B290BE8}" destId="{FD6354AE-0E0D-4746-8C8F-72B718BAE5B4}" srcOrd="4" destOrd="0" parTransId="{7F147E9E-7532-4FA8-902F-58B75CEACCCE}" sibTransId="{5FECAADB-CDF5-4558-8D0F-13B7158CBA90}"/>
    <dgm:cxn modelId="{563766A4-04BD-455F-89F9-4E02BF1D6603}" type="presOf" srcId="{93D88299-9343-4D19-904C-1B75D9B86A41}" destId="{69AF7652-E118-4855-ACC9-452536A42045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5A60AEA6-3BA8-4832-883D-8CDDF4EF2B39}" type="presOf" srcId="{4692CE5D-89F8-4C04-A68F-1E7DD05C94E3}" destId="{52572D84-A55D-4676-A281-7F8F10B3CE56}" srcOrd="0" destOrd="0" presId="urn:microsoft.com/office/officeart/2005/8/layout/orgChart1"/>
    <dgm:cxn modelId="{F7A084AB-8A6C-446F-84D1-77FDD5C90D7D}" type="presOf" srcId="{7564F4A0-8D16-490D-907E-8ED95FA1220B}" destId="{5DB3D4AA-09BF-4D9E-AAC4-C4A221E771D8}" srcOrd="0" destOrd="0" presId="urn:microsoft.com/office/officeart/2005/8/layout/orgChart1"/>
    <dgm:cxn modelId="{2D3089AB-5E45-45F1-A9A9-B3E95A3EF398}" type="presOf" srcId="{359658E8-5791-44AD-A30D-A2B7BBF11301}" destId="{01B49847-E5FF-4C0E-B02C-377744D870F5}" srcOrd="0" destOrd="0" presId="urn:microsoft.com/office/officeart/2005/8/layout/orgChart1"/>
    <dgm:cxn modelId="{82DDB5AC-7EA2-42FB-9590-E59EA5CA3F44}" srcId="{BDA3E80D-83D1-43CB-89EA-5529CB9AAA78}" destId="{F93FE123-64C2-48E7-BB7C-78C89C6C6BF9}" srcOrd="6" destOrd="0" parTransId="{E591C46F-C3C1-4334-AD6A-48CD500503EB}" sibTransId="{44494D52-5C85-4BCC-BD10-DF728B666320}"/>
    <dgm:cxn modelId="{B3EE5DAD-2295-4A8A-B5CC-B27B03AC9966}" type="presOf" srcId="{E2E70AFB-9862-4687-A1EE-968C23B6DCC9}" destId="{78F8C495-CA2D-4E82-8BCD-44F93E46097D}" srcOrd="1" destOrd="0" presId="urn:microsoft.com/office/officeart/2005/8/layout/orgChart1"/>
    <dgm:cxn modelId="{15312FB0-1214-4FB5-9B73-81857DA8E338}" type="presOf" srcId="{86F1D165-FAA0-4252-A2D4-5CFA4FA972B5}" destId="{5DE4416C-17C7-42A9-A3AD-79D1C5E9A791}" srcOrd="0" destOrd="0" presId="urn:microsoft.com/office/officeart/2005/8/layout/orgChart1"/>
    <dgm:cxn modelId="{5BB3D4B0-6FC1-4AC0-A424-69335964D333}" type="presOf" srcId="{287AD33F-F0F5-4CA2-A5C0-795BBE2E638B}" destId="{E5C80E3E-A9D0-402C-9B4A-806432AAA046}" srcOrd="1" destOrd="0" presId="urn:microsoft.com/office/officeart/2005/8/layout/orgChart1"/>
    <dgm:cxn modelId="{0A882DB3-1EF5-4F44-AA76-861761B2ED2A}" type="presOf" srcId="{88E06C40-96DC-4D4B-BC8C-0C30B390CB3E}" destId="{5701B72A-98C3-43CA-9882-2BCEEC40F442}" srcOrd="0" destOrd="0" presId="urn:microsoft.com/office/officeart/2005/8/layout/orgChart1"/>
    <dgm:cxn modelId="{259858B4-3D4F-49C4-AA84-005BD70FAFD6}" type="presOf" srcId="{1D0D897A-720B-4E4E-993D-28795D6B33A1}" destId="{296388E1-EA6E-4E90-BD0F-28B7C1D1585B}" srcOrd="0" destOrd="0" presId="urn:microsoft.com/office/officeart/2005/8/layout/orgChart1"/>
    <dgm:cxn modelId="{B8B3CDB4-AC51-473C-8749-CA6113378C01}" srcId="{BDA3E80D-83D1-43CB-89EA-5529CB9AAA78}" destId="{7D8A1772-F4D4-4657-90BE-B299B52DCFE4}" srcOrd="4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0AB12EB6-E165-45C9-B200-1B6CDB8EC658}" type="presOf" srcId="{E805C673-92D2-4D4D-86FF-5E937AABAE3A}" destId="{CBAD961B-C075-4AEC-97DB-0DBA4AE7CDC9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F27260B8-582B-404E-A06A-C65881FCDC6A}" type="presOf" srcId="{018B78BD-B31E-4C32-8E0C-EBD453F6B883}" destId="{A39CBD37-BE0C-483B-AC0E-521CDA8DDACF}" srcOrd="0" destOrd="0" presId="urn:microsoft.com/office/officeart/2005/8/layout/orgChart1"/>
    <dgm:cxn modelId="{92ABF9BC-C858-4437-9AF3-ED180521321A}" type="presOf" srcId="{FD6354AE-0E0D-4746-8C8F-72B718BAE5B4}" destId="{3B6F644C-485D-4B70-9EBE-5F458289EAEA}" srcOrd="0" destOrd="0" presId="urn:microsoft.com/office/officeart/2005/8/layout/orgChart1"/>
    <dgm:cxn modelId="{91A1E6BF-741F-480B-9F69-111CD933251D}" type="presOf" srcId="{8FA730C7-1996-43C0-8E7C-21A3FCC5CB82}" destId="{A8760910-096A-4933-8457-A23F514CF0CD}" srcOrd="1" destOrd="0" presId="urn:microsoft.com/office/officeart/2005/8/layout/orgChart1"/>
    <dgm:cxn modelId="{0BA7E6C0-1040-4D81-B489-F8ECAD98A951}" srcId="{BDA3E80D-83D1-43CB-89EA-5529CB9AAA78}" destId="{E5AEA43F-25C9-4387-B383-04F0775BFE30}" srcOrd="5" destOrd="0" parTransId="{8E0DC5EC-21E0-4782-8FBD-618C8BE3264A}" sibTransId="{8DB57107-7FC2-4B97-955F-C2BAAA609FFC}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CE2110C7-2649-4262-81F0-05753ECC77B2}" type="presOf" srcId="{D5CFB72B-294C-44FF-A6C4-A09480A5EAB4}" destId="{00208CD5-80BA-49A0-A9D8-7682CB1D0231}" srcOrd="0" destOrd="0" presId="urn:microsoft.com/office/officeart/2005/8/layout/orgChart1"/>
    <dgm:cxn modelId="{2F253FC8-3559-47B8-9613-4303264B7BE4}" type="presOf" srcId="{D5CFB72B-294C-44FF-A6C4-A09480A5EAB4}" destId="{5B63AFE0-714B-4222-B8C0-C406361FD761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763EB1C9-C3B0-4692-9A0E-5FEE964DC9B8}" srcId="{3A9BC52B-E42D-4E47-9B73-E9B7E19108F2}" destId="{D5CFB72B-294C-44FF-A6C4-A09480A5EAB4}" srcOrd="5" destOrd="0" parTransId="{541092FB-525E-4359-A036-1E2F863DBC45}" sibTransId="{B61AC988-8C8F-4835-8A78-C0641BBC4F85}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235513D2-4036-4E45-A0FC-D025F064AF50}" type="presOf" srcId="{94C9AD59-53AB-4DFE-8216-C64824EE7283}" destId="{B462219A-00D9-49D3-83C8-8D9F2929063D}" srcOrd="1" destOrd="0" presId="urn:microsoft.com/office/officeart/2005/8/layout/orgChart1"/>
    <dgm:cxn modelId="{755759D3-A418-41DC-BD4B-3349925B2CDD}" type="presOf" srcId="{359658E8-5791-44AD-A30D-A2B7BBF11301}" destId="{14A11DF6-B239-425C-B2B2-E7C913D495F3}" srcOrd="1" destOrd="0" presId="urn:microsoft.com/office/officeart/2005/8/layout/orgChart1"/>
    <dgm:cxn modelId="{387C81D4-1A4A-413D-9388-0A1D98E61C5D}" type="presOf" srcId="{99C4A5D8-7DA9-408F-8A6D-5D68512BB70D}" destId="{A0E3C8FD-88FA-4675-8512-4A08623CC5ED}" srcOrd="0" destOrd="0" presId="urn:microsoft.com/office/officeart/2005/8/layout/orgChart1"/>
    <dgm:cxn modelId="{053AA7D4-C355-49F7-9569-E1BD08599BEC}" srcId="{1A95DD40-0793-4AFF-A9DD-159E3D55C96B}" destId="{FFF76743-057B-4AB6-9477-039899594119}" srcOrd="0" destOrd="0" parTransId="{D5C9C9D1-604B-4925-B2FF-5E3EBBE1DAAF}" sibTransId="{16071E0F-6D79-4717-9813-8E87262120F5}"/>
    <dgm:cxn modelId="{810A09D6-43D6-4DE0-8C47-B466CF5D7CAE}" srcId="{1A95DD40-0793-4AFF-A9DD-159E3D55C96B}" destId="{E805C673-92D2-4D4D-86FF-5E937AABAE3A}" srcOrd="1" destOrd="0" parTransId="{BAA922EA-6F7E-40F5-9D1E-6522C35CEB91}" sibTransId="{C6893843-F7E5-4A0F-A5B3-3BD39EDF6824}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61425AD9-AC9B-443E-AF35-705387CCE341}" type="presOf" srcId="{7F147E9E-7532-4FA8-902F-58B75CEACCCE}" destId="{106F574B-0A1D-48D9-B2DD-E8F1DE5D7BAD}" srcOrd="0" destOrd="0" presId="urn:microsoft.com/office/officeart/2005/8/layout/orgChart1"/>
    <dgm:cxn modelId="{1FD502DA-4515-4420-86F7-326D3E9F4E48}" type="presOf" srcId="{A1E0EE58-75B8-47F9-BA9A-182DA25ACFB5}" destId="{584C573A-E599-46DF-A400-949851F5727C}" srcOrd="0" destOrd="0" presId="urn:microsoft.com/office/officeart/2005/8/layout/orgChart1"/>
    <dgm:cxn modelId="{88A2EBDC-CC22-48A8-BE84-4A1F82C08517}" type="presOf" srcId="{4505245D-33F0-45C8-98B7-079941A08B53}" destId="{4DA02725-595F-4DE1-A363-239C03E8BD73}" srcOrd="1" destOrd="0" presId="urn:microsoft.com/office/officeart/2005/8/layout/orgChart1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24711BE7-80A3-4E1A-BEC2-4DDB7F59ED7C}" srcId="{140C7BE8-953D-46B7-BBBC-CEFCFC1C4A44}" destId="{70466ED9-BB8A-4C0E-BB0E-63D84C59124C}" srcOrd="1" destOrd="0" parTransId="{CA5C73BC-41E8-4FFD-AB29-9E0644637AB1}" sibTransId="{C79640DE-8F9F-4422-A93F-F3C80957056A}"/>
    <dgm:cxn modelId="{9E1CA6E7-89CB-4A9B-99B9-9461893E5181}" srcId="{BDA3E80D-83D1-43CB-89EA-5529CB9AAA78}" destId="{1A95DD40-0793-4AFF-A9DD-159E3D55C96B}" srcOrd="3" destOrd="0" parTransId="{45DDB93D-9EFB-4128-A28A-2E2244F4E1C0}" sibTransId="{3D4DCA69-CF03-4958-8F2F-B72D1C4FD8FB}"/>
    <dgm:cxn modelId="{65A4DFE9-471E-4B37-A37F-F373725DC926}" type="presOf" srcId="{E5AEA43F-25C9-4387-B383-04F0775BFE30}" destId="{B18709FD-C961-458C-87D4-EEF58F63B5A8}" srcOrd="0" destOrd="0" presId="urn:microsoft.com/office/officeart/2005/8/layout/orgChart1"/>
    <dgm:cxn modelId="{471E16EA-222E-452F-9E1D-559A5FC6DDFB}" type="presOf" srcId="{E805C673-92D2-4D4D-86FF-5E937AABAE3A}" destId="{819D84F0-AE3C-471B-8D6B-76A2940EA430}" srcOrd="1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8054A5EA-23AD-4F2F-8E5F-FDD94E287C9B}" type="presOf" srcId="{E5AEA43F-25C9-4387-B383-04F0775BFE30}" destId="{576D463E-B9C0-4252-AAC7-E1D900247645}" srcOrd="1" destOrd="0" presId="urn:microsoft.com/office/officeart/2005/8/layout/orgChart1"/>
    <dgm:cxn modelId="{5471FAEB-0D5F-4ED9-AEA4-25CCC758EB0C}" srcId="{140C7BE8-953D-46B7-BBBC-CEFCFC1C4A44}" destId="{359658E8-5791-44AD-A30D-A2B7BBF11301}" srcOrd="2" destOrd="0" parTransId="{67516A8C-826C-4A0E-9138-315E28FD1D3D}" sibTransId="{2A405053-B89B-4CC2-B2E0-D5E8A64A9D94}"/>
    <dgm:cxn modelId="{BB0134ED-B66B-4BB4-B000-F00E6659092F}" srcId="{F93FE123-64C2-48E7-BB7C-78C89C6C6BF9}" destId="{63063C9E-E05C-4D66-8705-DB3C2BA58171}" srcOrd="1" destOrd="0" parTransId="{06C0CD65-B3BC-474A-8DC9-0632E6268001}" sibTransId="{23F9BA77-519E-4262-BA59-B55F65BA9AA6}"/>
    <dgm:cxn modelId="{A4D4C2ED-B1F0-4D3A-BC13-A0AC42C3DBEA}" type="presOf" srcId="{8D5113F3-44D1-49C5-8D08-D5A26A6995E0}" destId="{94F90BA9-ECFB-49A7-B569-78E06281A027}" srcOrd="0" destOrd="0" presId="urn:microsoft.com/office/officeart/2005/8/layout/orgChart1"/>
    <dgm:cxn modelId="{7C111EEF-F295-439B-8889-2F1C1BD25076}" type="presOf" srcId="{1D0D897A-720B-4E4E-993D-28795D6B33A1}" destId="{F315E4FC-D635-4F2B-8D4D-0F39920B4BE3}" srcOrd="1" destOrd="0" presId="urn:microsoft.com/office/officeart/2005/8/layout/orgChart1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64B7B4F0-57D5-49F9-ABC6-46186D23F474}" type="presOf" srcId="{06F76256-22A0-4A46-B363-CAE4C0C6AB8F}" destId="{ABFCFD3F-452B-4CD2-BB67-D4BE8D30B116}" srcOrd="0" destOrd="0" presId="urn:microsoft.com/office/officeart/2005/8/layout/orgChart1"/>
    <dgm:cxn modelId="{738612F2-6A02-4C46-9D7A-89C1EF145558}" type="presOf" srcId="{FFF76743-057B-4AB6-9477-039899594119}" destId="{C27F17B6-C1E2-4B95-9EA1-506B466147E9}" srcOrd="0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493C2DF5-4A9D-420A-9ECE-774B7C4587C0}" srcId="{3A9BC52B-E42D-4E47-9B73-E9B7E19108F2}" destId="{7564F4A0-8D16-490D-907E-8ED95FA1220B}" srcOrd="3" destOrd="0" parTransId="{B4DEEB40-0DA0-47EA-9B1F-565BB0D4F122}" sibTransId="{8FB8FCB9-AE6D-4EC3-8269-A2B3ACF857EA}"/>
    <dgm:cxn modelId="{85FEEAF6-A6D1-4C80-9EA6-0E165C3BBE87}" type="presOf" srcId="{CFA003AC-D94A-4FB5-BA25-AE57013D4548}" destId="{F6D288D7-F623-40B8-86F2-5691B3A77B53}" srcOrd="0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62C5D0F9-FB50-44B0-9D48-106DAC598945}" srcId="{3A9BC52B-E42D-4E47-9B73-E9B7E19108F2}" destId="{8D5113F3-44D1-49C5-8D08-D5A26A6995E0}" srcOrd="2" destOrd="0" parTransId="{4692CE5D-89F8-4C04-A68F-1E7DD05C94E3}" sibTransId="{3ADEB185-853B-4C9F-929F-14AC63D931A0}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D1D78548-7D77-4946-9C94-236A56ED1A91}" type="presParOf" srcId="{1AE3AE86-6140-492A-A11F-E9F65F76A19E}" destId="{A39CBD37-BE0C-483B-AC0E-521CDA8DDACF}" srcOrd="0" destOrd="0" presId="urn:microsoft.com/office/officeart/2005/8/layout/orgChart1"/>
    <dgm:cxn modelId="{EB8F037F-73F3-475F-B4DC-48BAE3153487}" type="presParOf" srcId="{1AE3AE86-6140-492A-A11F-E9F65F76A19E}" destId="{EC7290E3-AFFD-478E-B860-1F57184E6DFA}" srcOrd="1" destOrd="0" presId="urn:microsoft.com/office/officeart/2005/8/layout/orgChart1"/>
    <dgm:cxn modelId="{5C1B7F46-A3F6-4436-BA39-BED23F3660E3}" type="presParOf" srcId="{EC7290E3-AFFD-478E-B860-1F57184E6DFA}" destId="{B27FDAC8-E56D-4D67-9693-12BA6AB1BC83}" srcOrd="0" destOrd="0" presId="urn:microsoft.com/office/officeart/2005/8/layout/orgChart1"/>
    <dgm:cxn modelId="{53701783-A445-4335-824C-0790F148ADA5}" type="presParOf" srcId="{B27FDAC8-E56D-4D67-9693-12BA6AB1BC83}" destId="{5701B72A-98C3-43CA-9882-2BCEEC40F442}" srcOrd="0" destOrd="0" presId="urn:microsoft.com/office/officeart/2005/8/layout/orgChart1"/>
    <dgm:cxn modelId="{EF526346-6DA7-4775-955F-064D290B3A99}" type="presParOf" srcId="{B27FDAC8-E56D-4D67-9693-12BA6AB1BC83}" destId="{0F5E245C-84CA-4A39-84A3-4C0A474E6F38}" srcOrd="1" destOrd="0" presId="urn:microsoft.com/office/officeart/2005/8/layout/orgChart1"/>
    <dgm:cxn modelId="{D2ACC3F2-345A-445A-8E45-10F2D569C421}" type="presParOf" srcId="{EC7290E3-AFFD-478E-B860-1F57184E6DFA}" destId="{4257568B-9FFA-4F0D-B913-F7BB3F8425AC}" srcOrd="1" destOrd="0" presId="urn:microsoft.com/office/officeart/2005/8/layout/orgChart1"/>
    <dgm:cxn modelId="{9A6E607C-2433-40D9-8B3C-B79C7D9EFD91}" type="presParOf" srcId="{EC7290E3-AFFD-478E-B860-1F57184E6DFA}" destId="{5B9A6EEA-0F6D-4B12-96E8-6DD237EE651B}" srcOrd="2" destOrd="0" presId="urn:microsoft.com/office/officeart/2005/8/layout/orgChart1"/>
    <dgm:cxn modelId="{9E89DDDE-D433-4FD3-9384-814BE07B5B55}" type="presParOf" srcId="{1AE3AE86-6140-492A-A11F-E9F65F76A19E}" destId="{0C4D3D70-48A7-46A0-B2CB-8E23DC5A9EE6}" srcOrd="2" destOrd="0" presId="urn:microsoft.com/office/officeart/2005/8/layout/orgChart1"/>
    <dgm:cxn modelId="{F4BB194B-869F-4C4E-9DD8-4F2484EB78D0}" type="presParOf" srcId="{1AE3AE86-6140-492A-A11F-E9F65F76A19E}" destId="{BA96C1BA-E886-43F2-8037-0A2C3D562727}" srcOrd="3" destOrd="0" presId="urn:microsoft.com/office/officeart/2005/8/layout/orgChart1"/>
    <dgm:cxn modelId="{C6F40F39-4716-4AB6-9FC2-34F994343D81}" type="presParOf" srcId="{BA96C1BA-E886-43F2-8037-0A2C3D562727}" destId="{8B2DE95B-CD77-41F0-84CD-A3A4064BB56B}" srcOrd="0" destOrd="0" presId="urn:microsoft.com/office/officeart/2005/8/layout/orgChart1"/>
    <dgm:cxn modelId="{CA29477E-94B2-4807-9BF8-258AC2072179}" type="presParOf" srcId="{8B2DE95B-CD77-41F0-84CD-A3A4064BB56B}" destId="{3AC5CE0A-D1C5-4051-B635-95FF2D91BAFC}" srcOrd="0" destOrd="0" presId="urn:microsoft.com/office/officeart/2005/8/layout/orgChart1"/>
    <dgm:cxn modelId="{337250C2-DD1D-44E3-8C0A-9DCF995705CC}" type="presParOf" srcId="{8B2DE95B-CD77-41F0-84CD-A3A4064BB56B}" destId="{7CA48B13-8313-4C50-9C2C-E14C46E18CDB}" srcOrd="1" destOrd="0" presId="urn:microsoft.com/office/officeart/2005/8/layout/orgChart1"/>
    <dgm:cxn modelId="{87E0EA34-59EE-4D69-A004-0DB44D472125}" type="presParOf" srcId="{BA96C1BA-E886-43F2-8037-0A2C3D562727}" destId="{9E4BE6BB-EE4E-4187-8B6E-35CD4D69CC1B}" srcOrd="1" destOrd="0" presId="urn:microsoft.com/office/officeart/2005/8/layout/orgChart1"/>
    <dgm:cxn modelId="{CDEE0D66-33B6-4CA3-99C2-83EB9E329D52}" type="presParOf" srcId="{BA96C1BA-E886-43F2-8037-0A2C3D562727}" destId="{346D3DAD-35A1-46F7-8C5C-42E27421E026}" srcOrd="2" destOrd="0" presId="urn:microsoft.com/office/officeart/2005/8/layout/orgChart1"/>
    <dgm:cxn modelId="{922A78C8-6CAA-4B04-8DB3-D46239985769}" type="presParOf" srcId="{1AE3AE86-6140-492A-A11F-E9F65F76A19E}" destId="{383460A8-47B4-456E-A06E-8135E31B3DB5}" srcOrd="4" destOrd="0" presId="urn:microsoft.com/office/officeart/2005/8/layout/orgChart1"/>
    <dgm:cxn modelId="{D23E94F7-03DE-4511-AF9A-9808F51B6AD8}" type="presParOf" srcId="{1AE3AE86-6140-492A-A11F-E9F65F76A19E}" destId="{037BB7DF-DBDE-4F84-B9FB-B460284C9D1A}" srcOrd="5" destOrd="0" presId="urn:microsoft.com/office/officeart/2005/8/layout/orgChart1"/>
    <dgm:cxn modelId="{9A46F098-1B43-47A1-8E7C-8EDCCED6B2C3}" type="presParOf" srcId="{037BB7DF-DBDE-4F84-B9FB-B460284C9D1A}" destId="{1DC8EED3-A51E-4B04-8DD0-8B696639DF7F}" srcOrd="0" destOrd="0" presId="urn:microsoft.com/office/officeart/2005/8/layout/orgChart1"/>
    <dgm:cxn modelId="{1B03CCBF-B04D-4465-9D9D-997BD7A44C45}" type="presParOf" srcId="{1DC8EED3-A51E-4B04-8DD0-8B696639DF7F}" destId="{296388E1-EA6E-4E90-BD0F-28B7C1D1585B}" srcOrd="0" destOrd="0" presId="urn:microsoft.com/office/officeart/2005/8/layout/orgChart1"/>
    <dgm:cxn modelId="{F1B37973-7595-4E61-8D50-9133B4441CE9}" type="presParOf" srcId="{1DC8EED3-A51E-4B04-8DD0-8B696639DF7F}" destId="{F315E4FC-D635-4F2B-8D4D-0F39920B4BE3}" srcOrd="1" destOrd="0" presId="urn:microsoft.com/office/officeart/2005/8/layout/orgChart1"/>
    <dgm:cxn modelId="{BB42675A-1C0C-461A-BB84-35A43BAD0A5E}" type="presParOf" srcId="{037BB7DF-DBDE-4F84-B9FB-B460284C9D1A}" destId="{CA3A83E3-288C-4BBC-9B82-5BBC34568F9C}" srcOrd="1" destOrd="0" presId="urn:microsoft.com/office/officeart/2005/8/layout/orgChart1"/>
    <dgm:cxn modelId="{DEB79F15-BEB8-41F7-95FA-B98D3552A6CF}" type="presParOf" srcId="{037BB7DF-DBDE-4F84-B9FB-B460284C9D1A}" destId="{9EC4F40D-0EBF-4EAC-9675-2ACD064BC04A}" srcOrd="2" destOrd="0" presId="urn:microsoft.com/office/officeart/2005/8/layout/orgChart1"/>
    <dgm:cxn modelId="{B3B1701B-66EA-4666-A6C5-174638E88B8D}" type="presParOf" srcId="{1AE3AE86-6140-492A-A11F-E9F65F76A19E}" destId="{5DE4416C-17C7-42A9-A3AD-79D1C5E9A791}" srcOrd="6" destOrd="0" presId="urn:microsoft.com/office/officeart/2005/8/layout/orgChart1"/>
    <dgm:cxn modelId="{06238AC1-3949-4E08-8C99-A0B9C45912EC}" type="presParOf" srcId="{1AE3AE86-6140-492A-A11F-E9F65F76A19E}" destId="{3FB19AB0-76A7-4664-9290-D48208B2659F}" srcOrd="7" destOrd="0" presId="urn:microsoft.com/office/officeart/2005/8/layout/orgChart1"/>
    <dgm:cxn modelId="{DC70BD2E-B9CF-43D7-9076-BEB595B3AEDE}" type="presParOf" srcId="{3FB19AB0-76A7-4664-9290-D48208B2659F}" destId="{974D8F49-0247-4CDA-AD90-EA9BA4C443E2}" srcOrd="0" destOrd="0" presId="urn:microsoft.com/office/officeart/2005/8/layout/orgChart1"/>
    <dgm:cxn modelId="{295250AE-DAF5-4B8B-91CD-424EC644C6D2}" type="presParOf" srcId="{974D8F49-0247-4CDA-AD90-EA9BA4C443E2}" destId="{5B0AED84-CF00-430B-B965-B2C9EE2A2840}" srcOrd="0" destOrd="0" presId="urn:microsoft.com/office/officeart/2005/8/layout/orgChart1"/>
    <dgm:cxn modelId="{B18963BB-6CBA-4748-BBDE-0A28C791D1C9}" type="presParOf" srcId="{974D8F49-0247-4CDA-AD90-EA9BA4C443E2}" destId="{4DA02725-595F-4DE1-A363-239C03E8BD73}" srcOrd="1" destOrd="0" presId="urn:microsoft.com/office/officeart/2005/8/layout/orgChart1"/>
    <dgm:cxn modelId="{E4757ED3-7AD9-4655-98B1-9176C1B5599F}" type="presParOf" srcId="{3FB19AB0-76A7-4664-9290-D48208B2659F}" destId="{BDF8F337-E27C-4682-AA53-D549E662857A}" srcOrd="1" destOrd="0" presId="urn:microsoft.com/office/officeart/2005/8/layout/orgChart1"/>
    <dgm:cxn modelId="{D1E83728-30F1-498A-90FB-0E1BC930846D}" type="presParOf" srcId="{3FB19AB0-76A7-4664-9290-D48208B2659F}" destId="{208D6344-894E-4D99-AD8A-5FA2A570CFC6}" srcOrd="2" destOrd="0" presId="urn:microsoft.com/office/officeart/2005/8/layout/orgChart1"/>
    <dgm:cxn modelId="{AC88AA3D-3FE6-4AED-B525-7D4F24CF3E1E}" type="presParOf" srcId="{1AE3AE86-6140-492A-A11F-E9F65F76A19E}" destId="{106F574B-0A1D-48D9-B2DD-E8F1DE5D7BAD}" srcOrd="8" destOrd="0" presId="urn:microsoft.com/office/officeart/2005/8/layout/orgChart1"/>
    <dgm:cxn modelId="{18B7A8E8-F9E9-4DC4-A46E-FBD9ED6D11AC}" type="presParOf" srcId="{1AE3AE86-6140-492A-A11F-E9F65F76A19E}" destId="{CC40D075-DD29-47E9-95A5-5AA4E9492BAC}" srcOrd="9" destOrd="0" presId="urn:microsoft.com/office/officeart/2005/8/layout/orgChart1"/>
    <dgm:cxn modelId="{0A5C3A0E-4981-47B8-AACD-147DF41B572F}" type="presParOf" srcId="{CC40D075-DD29-47E9-95A5-5AA4E9492BAC}" destId="{CFBF6ABD-95CF-4AF4-BE1E-41ECD98BCB5F}" srcOrd="0" destOrd="0" presId="urn:microsoft.com/office/officeart/2005/8/layout/orgChart1"/>
    <dgm:cxn modelId="{8674E034-DD9C-4893-A355-9B77494E09D3}" type="presParOf" srcId="{CFBF6ABD-95CF-4AF4-BE1E-41ECD98BCB5F}" destId="{3B6F644C-485D-4B70-9EBE-5F458289EAEA}" srcOrd="0" destOrd="0" presId="urn:microsoft.com/office/officeart/2005/8/layout/orgChart1"/>
    <dgm:cxn modelId="{3DC99716-2747-4421-B76E-FCD7B289D52F}" type="presParOf" srcId="{CFBF6ABD-95CF-4AF4-BE1E-41ECD98BCB5F}" destId="{8BEDBD6B-1E57-4C63-B39D-13C6A0E58CFE}" srcOrd="1" destOrd="0" presId="urn:microsoft.com/office/officeart/2005/8/layout/orgChart1"/>
    <dgm:cxn modelId="{0445F51F-83EF-4A05-8BD2-FAB8A85FCF75}" type="presParOf" srcId="{CC40D075-DD29-47E9-95A5-5AA4E9492BAC}" destId="{C60EBB5F-1BD8-464A-82F7-A3993E9EF8CB}" srcOrd="1" destOrd="0" presId="urn:microsoft.com/office/officeart/2005/8/layout/orgChart1"/>
    <dgm:cxn modelId="{BD7AD49A-F64F-45F1-807E-C5274813C1C6}" type="presParOf" srcId="{CC40D075-DD29-47E9-95A5-5AA4E9492BAC}" destId="{0E099C7F-533E-484F-9539-0C2886AB556F}" srcOrd="2" destOrd="0" presId="urn:microsoft.com/office/officeart/2005/8/layout/orgChart1"/>
    <dgm:cxn modelId="{FF28F56D-B810-4AE5-A145-EC971CDC8DFB}" type="presParOf" srcId="{1AE3AE86-6140-492A-A11F-E9F65F76A19E}" destId="{5E76DD1A-4A84-4F46-BEE9-C122FEF45A43}" srcOrd="10" destOrd="0" presId="urn:microsoft.com/office/officeart/2005/8/layout/orgChart1"/>
    <dgm:cxn modelId="{47FABB3C-E293-42CE-A0A8-5C032EEC7AD1}" type="presParOf" srcId="{1AE3AE86-6140-492A-A11F-E9F65F76A19E}" destId="{975690B8-ACA6-4F00-BB53-5E5475485A60}" srcOrd="11" destOrd="0" presId="urn:microsoft.com/office/officeart/2005/8/layout/orgChart1"/>
    <dgm:cxn modelId="{F20CF6F9-AB04-4C06-B2DB-C8ECF15BF754}" type="presParOf" srcId="{975690B8-ACA6-4F00-BB53-5E5475485A60}" destId="{B0CA9338-D0F3-4B09-BA45-22A121037005}" srcOrd="0" destOrd="0" presId="urn:microsoft.com/office/officeart/2005/8/layout/orgChart1"/>
    <dgm:cxn modelId="{84E95F19-A31B-4332-909A-16DFE7C5C514}" type="presParOf" srcId="{B0CA9338-D0F3-4B09-BA45-22A121037005}" destId="{F9D2F3C6-EB9A-4C22-9621-BB59A782B793}" srcOrd="0" destOrd="0" presId="urn:microsoft.com/office/officeart/2005/8/layout/orgChart1"/>
    <dgm:cxn modelId="{074DC8C0-0DC9-41E2-85F5-144FF58D0575}" type="presParOf" srcId="{B0CA9338-D0F3-4B09-BA45-22A121037005}" destId="{A8760910-096A-4933-8457-A23F514CF0CD}" srcOrd="1" destOrd="0" presId="urn:microsoft.com/office/officeart/2005/8/layout/orgChart1"/>
    <dgm:cxn modelId="{7A2394DA-9F4C-4C3A-A23A-3FE805D4D1F1}" type="presParOf" srcId="{975690B8-ACA6-4F00-BB53-5E5475485A60}" destId="{CB3430D4-915F-491D-A130-5B77C30F4919}" srcOrd="1" destOrd="0" presId="urn:microsoft.com/office/officeart/2005/8/layout/orgChart1"/>
    <dgm:cxn modelId="{A2D0364C-EACA-45AC-BAB0-AC721F26EA78}" type="presParOf" srcId="{975690B8-ACA6-4F00-BB53-5E5475485A60}" destId="{CE2B3CB5-87F2-4E0C-88EE-AB843C0D8712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E3A2D788-4BDB-4306-8DE1-0F0BDFCFF675}" type="presParOf" srcId="{702F29B1-99E5-4896-B101-A66FF14B51F6}" destId="{B71F6333-D23C-4EC2-9267-E9A3826C993D}" srcOrd="2" destOrd="0" presId="urn:microsoft.com/office/officeart/2005/8/layout/orgChart1"/>
    <dgm:cxn modelId="{7086632C-5806-4DE1-B9A3-82289A55AEA4}" type="presParOf" srcId="{702F29B1-99E5-4896-B101-A66FF14B51F6}" destId="{51990EDA-0367-4D88-990E-8597E6563A36}" srcOrd="3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03E96BBF-A676-4FB8-8AF2-0ABBCE263E90}" type="presParOf" srcId="{7B862720-FA0B-4893-9E2B-972DF9D5EA5B}" destId="{6C27A811-6102-4CDF-8B5D-9F4135CED59B}" srcOrd="2" destOrd="0" presId="urn:microsoft.com/office/officeart/2005/8/layout/orgChart1"/>
    <dgm:cxn modelId="{A24C543E-1AA6-4C65-9F09-CBE3A2EDB537}" type="presParOf" srcId="{7B862720-FA0B-4893-9E2B-972DF9D5EA5B}" destId="{E0C16EBD-1868-434F-BB81-66F7C3F1D498}" srcOrd="3" destOrd="0" presId="urn:microsoft.com/office/officeart/2005/8/layout/orgChart1"/>
    <dgm:cxn modelId="{618FDA11-ED72-4AD5-9E25-5F9B75B52541}" type="presParOf" srcId="{E0C16EBD-1868-434F-BB81-66F7C3F1D498}" destId="{C127F63F-246E-4090-A88E-006E70057603}" srcOrd="0" destOrd="0" presId="urn:microsoft.com/office/officeart/2005/8/layout/orgChart1"/>
    <dgm:cxn modelId="{D7E33543-38D6-48D2-ACA2-417658B4C0F3}" type="presParOf" srcId="{C127F63F-246E-4090-A88E-006E70057603}" destId="{3E745A87-0A75-4241-A07E-3FCE1323079B}" srcOrd="0" destOrd="0" presId="urn:microsoft.com/office/officeart/2005/8/layout/orgChart1"/>
    <dgm:cxn modelId="{1AE1DBF0-657D-41A0-8080-5C061706A7F3}" type="presParOf" srcId="{C127F63F-246E-4090-A88E-006E70057603}" destId="{E2EE8EAF-A4B0-4C98-8D6D-181FE76CA78B}" srcOrd="1" destOrd="0" presId="urn:microsoft.com/office/officeart/2005/8/layout/orgChart1"/>
    <dgm:cxn modelId="{B5D53A06-98BA-48DF-BD1B-F4C905A4498B}" type="presParOf" srcId="{E0C16EBD-1868-434F-BB81-66F7C3F1D498}" destId="{B6A357E2-758B-45F5-A456-53C2D22910AD}" srcOrd="1" destOrd="0" presId="urn:microsoft.com/office/officeart/2005/8/layout/orgChart1"/>
    <dgm:cxn modelId="{B0FF8162-701F-4B6E-AD71-84468C68F5ED}" type="presParOf" srcId="{E0C16EBD-1868-434F-BB81-66F7C3F1D498}" destId="{226994CA-6C0F-4520-A29D-EC9F0B97F96B}" srcOrd="2" destOrd="0" presId="urn:microsoft.com/office/officeart/2005/8/layout/orgChart1"/>
    <dgm:cxn modelId="{8C1A7635-2C70-4604-9EC1-3381EC66AA52}" type="presParOf" srcId="{7B862720-FA0B-4893-9E2B-972DF9D5EA5B}" destId="{52572D84-A55D-4676-A281-7F8F10B3CE56}" srcOrd="4" destOrd="0" presId="urn:microsoft.com/office/officeart/2005/8/layout/orgChart1"/>
    <dgm:cxn modelId="{2A361310-2FF5-4707-8AC4-E8DC3FC3835B}" type="presParOf" srcId="{7B862720-FA0B-4893-9E2B-972DF9D5EA5B}" destId="{AA37368F-6349-41A1-A232-98264362209E}" srcOrd="5" destOrd="0" presId="urn:microsoft.com/office/officeart/2005/8/layout/orgChart1"/>
    <dgm:cxn modelId="{ADB23D1B-10D0-433A-995B-C3C3432B7209}" type="presParOf" srcId="{AA37368F-6349-41A1-A232-98264362209E}" destId="{66087B46-0E54-405B-BDE6-FFA48891B54B}" srcOrd="0" destOrd="0" presId="urn:microsoft.com/office/officeart/2005/8/layout/orgChart1"/>
    <dgm:cxn modelId="{60DDE51E-1E1F-45AA-BACA-9A10F86DDA49}" type="presParOf" srcId="{66087B46-0E54-405B-BDE6-FFA48891B54B}" destId="{94F90BA9-ECFB-49A7-B569-78E06281A027}" srcOrd="0" destOrd="0" presId="urn:microsoft.com/office/officeart/2005/8/layout/orgChart1"/>
    <dgm:cxn modelId="{8DA6D14E-DCF2-44A6-A244-293B87D19D47}" type="presParOf" srcId="{66087B46-0E54-405B-BDE6-FFA48891B54B}" destId="{80E936D7-71D1-4B95-81AE-026805451B69}" srcOrd="1" destOrd="0" presId="urn:microsoft.com/office/officeart/2005/8/layout/orgChart1"/>
    <dgm:cxn modelId="{75936CEA-452B-4B5F-AD0B-21B58DF6F9C8}" type="presParOf" srcId="{AA37368F-6349-41A1-A232-98264362209E}" destId="{C8E1836E-573B-4B97-B54F-8996E9D17163}" srcOrd="1" destOrd="0" presId="urn:microsoft.com/office/officeart/2005/8/layout/orgChart1"/>
    <dgm:cxn modelId="{D1875075-BF7C-4EDD-81E2-796CB95C455B}" type="presParOf" srcId="{AA37368F-6349-41A1-A232-98264362209E}" destId="{32D9150E-8A2F-4BF4-AE23-F5D29DE3B1EA}" srcOrd="2" destOrd="0" presId="urn:microsoft.com/office/officeart/2005/8/layout/orgChart1"/>
    <dgm:cxn modelId="{937ADC50-B125-417B-9C23-946BD4EF9BF7}" type="presParOf" srcId="{7B862720-FA0B-4893-9E2B-972DF9D5EA5B}" destId="{84BF238D-CEF7-4D57-9B28-4A590B241548}" srcOrd="6" destOrd="0" presId="urn:microsoft.com/office/officeart/2005/8/layout/orgChart1"/>
    <dgm:cxn modelId="{6441B592-3B02-4BFF-956E-96D9B50EE2F7}" type="presParOf" srcId="{7B862720-FA0B-4893-9E2B-972DF9D5EA5B}" destId="{BBC72B8F-9FD7-4418-9146-B2D21A8CE588}" srcOrd="7" destOrd="0" presId="urn:microsoft.com/office/officeart/2005/8/layout/orgChart1"/>
    <dgm:cxn modelId="{D6175475-8BBD-4F04-B858-1738788765FE}" type="presParOf" srcId="{BBC72B8F-9FD7-4418-9146-B2D21A8CE588}" destId="{FD5A1B3B-68AB-4724-A690-17C8E18A28C8}" srcOrd="0" destOrd="0" presId="urn:microsoft.com/office/officeart/2005/8/layout/orgChart1"/>
    <dgm:cxn modelId="{C74EEE4B-DB05-4FAF-A434-9AC39AA32600}" type="presParOf" srcId="{FD5A1B3B-68AB-4724-A690-17C8E18A28C8}" destId="{5DB3D4AA-09BF-4D9E-AAC4-C4A221E771D8}" srcOrd="0" destOrd="0" presId="urn:microsoft.com/office/officeart/2005/8/layout/orgChart1"/>
    <dgm:cxn modelId="{2DB26897-1907-4889-B43D-B914073AF02F}" type="presParOf" srcId="{FD5A1B3B-68AB-4724-A690-17C8E18A28C8}" destId="{62289886-03F6-4FB4-9DEF-38ED189E144E}" srcOrd="1" destOrd="0" presId="urn:microsoft.com/office/officeart/2005/8/layout/orgChart1"/>
    <dgm:cxn modelId="{827DAF9C-347F-4F88-9907-00945D022F2E}" type="presParOf" srcId="{BBC72B8F-9FD7-4418-9146-B2D21A8CE588}" destId="{4A0F7B82-905F-4048-BAD9-79AD1B90478C}" srcOrd="1" destOrd="0" presId="urn:microsoft.com/office/officeart/2005/8/layout/orgChart1"/>
    <dgm:cxn modelId="{C4AF7054-2F49-49EB-8A66-DF84E88ED36D}" type="presParOf" srcId="{BBC72B8F-9FD7-4418-9146-B2D21A8CE588}" destId="{24E666AE-2AC9-4DDC-A09F-DBBEB0801F1E}" srcOrd="2" destOrd="0" presId="urn:microsoft.com/office/officeart/2005/8/layout/orgChart1"/>
    <dgm:cxn modelId="{4FFF01A0-A8D8-4403-A865-21FE4C1E81C3}" type="presParOf" srcId="{7B862720-FA0B-4893-9E2B-972DF9D5EA5B}" destId="{69AF7652-E118-4855-ACC9-452536A42045}" srcOrd="8" destOrd="0" presId="urn:microsoft.com/office/officeart/2005/8/layout/orgChart1"/>
    <dgm:cxn modelId="{89D3D622-84C2-4758-8DAB-EE51680E4757}" type="presParOf" srcId="{7B862720-FA0B-4893-9E2B-972DF9D5EA5B}" destId="{AF6843C7-C10B-40A2-AA1C-074693072D48}" srcOrd="9" destOrd="0" presId="urn:microsoft.com/office/officeart/2005/8/layout/orgChart1"/>
    <dgm:cxn modelId="{64DD4118-5854-4FF7-8610-15FB73F9DB80}" type="presParOf" srcId="{AF6843C7-C10B-40A2-AA1C-074693072D48}" destId="{CAF72E8D-7960-43F3-B844-9A6D9A298F49}" srcOrd="0" destOrd="0" presId="urn:microsoft.com/office/officeart/2005/8/layout/orgChart1"/>
    <dgm:cxn modelId="{288543C3-EDBA-4CA0-9813-4718D0674DC4}" type="presParOf" srcId="{CAF72E8D-7960-43F3-B844-9A6D9A298F49}" destId="{D350832A-6911-4506-A561-F967D033700E}" srcOrd="0" destOrd="0" presId="urn:microsoft.com/office/officeart/2005/8/layout/orgChart1"/>
    <dgm:cxn modelId="{794B323D-5DB7-4F51-A8E9-D3A1AE186CAF}" type="presParOf" srcId="{CAF72E8D-7960-43F3-B844-9A6D9A298F49}" destId="{9A7B4AD5-BC73-49A4-8470-15E98CD8109B}" srcOrd="1" destOrd="0" presId="urn:microsoft.com/office/officeart/2005/8/layout/orgChart1"/>
    <dgm:cxn modelId="{736DF8DF-0241-4CEF-A1E2-332FA9C06E31}" type="presParOf" srcId="{AF6843C7-C10B-40A2-AA1C-074693072D48}" destId="{DED0289B-3252-404B-88CE-2B921F6908EE}" srcOrd="1" destOrd="0" presId="urn:microsoft.com/office/officeart/2005/8/layout/orgChart1"/>
    <dgm:cxn modelId="{7F11CA2A-DB5A-43E7-A60A-E85A891234E3}" type="presParOf" srcId="{AF6843C7-C10B-40A2-AA1C-074693072D48}" destId="{F400CC78-83F4-42DD-B534-4442E3CED4E3}" srcOrd="2" destOrd="0" presId="urn:microsoft.com/office/officeart/2005/8/layout/orgChart1"/>
    <dgm:cxn modelId="{D5BA8E16-B6D5-4426-BA1E-E54696D16C4F}" type="presParOf" srcId="{7B862720-FA0B-4893-9E2B-972DF9D5EA5B}" destId="{EA9380D7-3366-4556-8086-AEF6EFEA4D19}" srcOrd="10" destOrd="0" presId="urn:microsoft.com/office/officeart/2005/8/layout/orgChart1"/>
    <dgm:cxn modelId="{A8D67B85-E98B-4517-B97A-DF09C5AA3057}" type="presParOf" srcId="{7B862720-FA0B-4893-9E2B-972DF9D5EA5B}" destId="{9A3C2551-7CCA-4407-9C44-134750565A77}" srcOrd="11" destOrd="0" presId="urn:microsoft.com/office/officeart/2005/8/layout/orgChart1"/>
    <dgm:cxn modelId="{B95761F3-F889-444F-BA30-7C82461EE019}" type="presParOf" srcId="{9A3C2551-7CCA-4407-9C44-134750565A77}" destId="{578B2293-F366-472B-81DD-6AE5CFD3579D}" srcOrd="0" destOrd="0" presId="urn:microsoft.com/office/officeart/2005/8/layout/orgChart1"/>
    <dgm:cxn modelId="{9B91002D-19BB-4CE1-B4B0-EA240D33E1C7}" type="presParOf" srcId="{578B2293-F366-472B-81DD-6AE5CFD3579D}" destId="{00208CD5-80BA-49A0-A9D8-7682CB1D0231}" srcOrd="0" destOrd="0" presId="urn:microsoft.com/office/officeart/2005/8/layout/orgChart1"/>
    <dgm:cxn modelId="{F567D0F2-EB2F-49C2-8576-29353205726A}" type="presParOf" srcId="{578B2293-F366-472B-81DD-6AE5CFD3579D}" destId="{5B63AFE0-714B-4222-B8C0-C406361FD761}" srcOrd="1" destOrd="0" presId="urn:microsoft.com/office/officeart/2005/8/layout/orgChart1"/>
    <dgm:cxn modelId="{DFF6B260-B68D-4778-AE6E-B7DD4F16C68E}" type="presParOf" srcId="{9A3C2551-7CCA-4407-9C44-134750565A77}" destId="{1803C265-2C05-46E0-BF34-BBB07D9385A0}" srcOrd="1" destOrd="0" presId="urn:microsoft.com/office/officeart/2005/8/layout/orgChart1"/>
    <dgm:cxn modelId="{34CB5DBF-E331-40E6-8F66-282651CF2E0E}" type="presParOf" srcId="{9A3C2551-7CCA-4407-9C44-134750565A77}" destId="{DC82A49A-766E-4452-B221-491718174DF4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4" destOrd="0" presId="urn:microsoft.com/office/officeart/2005/8/layout/orgChart1"/>
    <dgm:cxn modelId="{B214A4F8-103A-482B-8524-CCED292D7BE6}" type="presParOf" srcId="{702F29B1-99E5-4896-B101-A66FF14B51F6}" destId="{FF08BDA0-A682-4884-9E7F-74783F6F0578}" srcOrd="5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78813A14-47B9-48E8-8626-C1908E36165B}" type="presParOf" srcId="{E474A6EE-A417-44C1-A518-D891C508A90A}" destId="{2994FFDB-CB36-4419-8799-1117B4C45D05}" srcOrd="0" destOrd="0" presId="urn:microsoft.com/office/officeart/2005/8/layout/orgChart1"/>
    <dgm:cxn modelId="{89D6218A-5E6B-4CD5-8667-3AECBCD11D39}" type="presParOf" srcId="{E474A6EE-A417-44C1-A518-D891C508A90A}" destId="{FDE4C71E-E52D-48D4-A0F6-A8F5761CB703}" srcOrd="1" destOrd="0" presId="urn:microsoft.com/office/officeart/2005/8/layout/orgChart1"/>
    <dgm:cxn modelId="{1DE3EA9A-AA66-4216-822C-6B22F00602D7}" type="presParOf" srcId="{FDE4C71E-E52D-48D4-A0F6-A8F5761CB703}" destId="{698E33B2-07B0-490D-951B-873B503DE39F}" srcOrd="0" destOrd="0" presId="urn:microsoft.com/office/officeart/2005/8/layout/orgChart1"/>
    <dgm:cxn modelId="{FDC2D8A7-63A8-40CD-B9BC-84B72EF4CBC9}" type="presParOf" srcId="{698E33B2-07B0-490D-951B-873B503DE39F}" destId="{C27F17B6-C1E2-4B95-9EA1-506B466147E9}" srcOrd="0" destOrd="0" presId="urn:microsoft.com/office/officeart/2005/8/layout/orgChart1"/>
    <dgm:cxn modelId="{6BAF6E69-D170-44B5-AC1F-92014A46CB1D}" type="presParOf" srcId="{698E33B2-07B0-490D-951B-873B503DE39F}" destId="{33BE3C83-CD92-4B0A-A243-FC9569B3BD0D}" srcOrd="1" destOrd="0" presId="urn:microsoft.com/office/officeart/2005/8/layout/orgChart1"/>
    <dgm:cxn modelId="{75B9D078-5933-4541-8467-7E919ECEFA81}" type="presParOf" srcId="{FDE4C71E-E52D-48D4-A0F6-A8F5761CB703}" destId="{2933AAD2-6B5C-4F6E-B648-A72A2674125C}" srcOrd="1" destOrd="0" presId="urn:microsoft.com/office/officeart/2005/8/layout/orgChart1"/>
    <dgm:cxn modelId="{0112F58D-2699-4DD3-B6DC-339C615E4F31}" type="presParOf" srcId="{FDE4C71E-E52D-48D4-A0F6-A8F5761CB703}" destId="{8967A8EC-ECC1-41CF-A375-23D1653F6081}" srcOrd="2" destOrd="0" presId="urn:microsoft.com/office/officeart/2005/8/layout/orgChart1"/>
    <dgm:cxn modelId="{B4BF50AE-F0B3-4694-AF24-B9603ECB7160}" type="presParOf" srcId="{E474A6EE-A417-44C1-A518-D891C508A90A}" destId="{551F8C98-B2B2-4102-A99E-B5CF67691CF2}" srcOrd="2" destOrd="0" presId="urn:microsoft.com/office/officeart/2005/8/layout/orgChart1"/>
    <dgm:cxn modelId="{8BEB825C-3486-42E1-92B0-4622BD356A0A}" type="presParOf" srcId="{E474A6EE-A417-44C1-A518-D891C508A90A}" destId="{35ADD897-BD73-47FC-A3DA-70716B66EACD}" srcOrd="3" destOrd="0" presId="urn:microsoft.com/office/officeart/2005/8/layout/orgChart1"/>
    <dgm:cxn modelId="{BA35F7A3-7782-4872-BE48-3C07E4FF50EE}" type="presParOf" srcId="{35ADD897-BD73-47FC-A3DA-70716B66EACD}" destId="{4AE5E912-6CEE-4495-AF2B-1A1FE3834BAF}" srcOrd="0" destOrd="0" presId="urn:microsoft.com/office/officeart/2005/8/layout/orgChart1"/>
    <dgm:cxn modelId="{FED1523C-421D-4936-AF01-0C3A55F55729}" type="presParOf" srcId="{4AE5E912-6CEE-4495-AF2B-1A1FE3834BAF}" destId="{CBAD961B-C075-4AEC-97DB-0DBA4AE7CDC9}" srcOrd="0" destOrd="0" presId="urn:microsoft.com/office/officeart/2005/8/layout/orgChart1"/>
    <dgm:cxn modelId="{C186DFB9-71AC-43FB-9462-E9A00CB907F8}" type="presParOf" srcId="{4AE5E912-6CEE-4495-AF2B-1A1FE3834BAF}" destId="{819D84F0-AE3C-471B-8D6B-76A2940EA430}" srcOrd="1" destOrd="0" presId="urn:microsoft.com/office/officeart/2005/8/layout/orgChart1"/>
    <dgm:cxn modelId="{09091F60-C217-4C31-AD63-B8ED7093CF4D}" type="presParOf" srcId="{35ADD897-BD73-47FC-A3DA-70716B66EACD}" destId="{FB43D99D-7D7F-48CF-B0A3-A487725C34FE}" srcOrd="1" destOrd="0" presId="urn:microsoft.com/office/officeart/2005/8/layout/orgChart1"/>
    <dgm:cxn modelId="{686B8BA2-2C2B-42E6-B752-D9FD745D6C20}" type="presParOf" srcId="{35ADD897-BD73-47FC-A3DA-70716B66EACD}" destId="{A656D364-6F80-4884-9450-87B99582B822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79C889CF-5A8F-451E-8280-91A187B7FC9B}" type="presParOf" srcId="{702F29B1-99E5-4896-B101-A66FF14B51F6}" destId="{FD9A2F87-5594-4B1C-959F-6AF063EC5722}" srcOrd="6" destOrd="0" presId="urn:microsoft.com/office/officeart/2005/8/layout/orgChart1"/>
    <dgm:cxn modelId="{1576BFE1-5BA0-42F0-9F72-FD164C02F3AA}" type="presParOf" srcId="{702F29B1-99E5-4896-B101-A66FF14B51F6}" destId="{72FC4307-AF73-410D-9740-C0206929B210}" srcOrd="7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6EAF6F92-5827-4A36-9F43-2554CCCA70B2}" type="presParOf" srcId="{14671578-2E54-4AEE-AAD1-B1C890C0F542}" destId="{D3DE9EDD-3281-48CD-84C7-0EF8F5D5E38E}" srcOrd="2" destOrd="0" presId="urn:microsoft.com/office/officeart/2005/8/layout/orgChart1"/>
    <dgm:cxn modelId="{87A78326-844E-4309-BF7B-CF1C89C303C3}" type="presParOf" srcId="{14671578-2E54-4AEE-AAD1-B1C890C0F542}" destId="{2500B265-6DCC-4C55-8154-DC7C32DF2CD5}" srcOrd="3" destOrd="0" presId="urn:microsoft.com/office/officeart/2005/8/layout/orgChart1"/>
    <dgm:cxn modelId="{2B5EAB50-3C56-4CC2-8AD6-9E9A678B2B10}" type="presParOf" srcId="{2500B265-6DCC-4C55-8154-DC7C32DF2CD5}" destId="{B866AE1D-D8FD-4F1C-9A40-6D351BA5BD47}" srcOrd="0" destOrd="0" presId="urn:microsoft.com/office/officeart/2005/8/layout/orgChart1"/>
    <dgm:cxn modelId="{A58A6BFC-2EA5-47E8-98CC-0FAD002A84B9}" type="presParOf" srcId="{B866AE1D-D8FD-4F1C-9A40-6D351BA5BD47}" destId="{F15BD0CE-0F2E-4938-BDF1-B26D04DA1E9D}" srcOrd="0" destOrd="0" presId="urn:microsoft.com/office/officeart/2005/8/layout/orgChart1"/>
    <dgm:cxn modelId="{ECC03BE0-D565-43A2-A21A-B9B5E160A633}" type="presParOf" srcId="{B866AE1D-D8FD-4F1C-9A40-6D351BA5BD47}" destId="{00CB6C64-4FDF-454F-AD75-000DB023CE76}" srcOrd="1" destOrd="0" presId="urn:microsoft.com/office/officeart/2005/8/layout/orgChart1"/>
    <dgm:cxn modelId="{394C725B-3BAB-437C-9E9C-B98980D308AD}" type="presParOf" srcId="{2500B265-6DCC-4C55-8154-DC7C32DF2CD5}" destId="{703EC0E3-98E6-4B69-8970-4E465DF0EC5B}" srcOrd="1" destOrd="0" presId="urn:microsoft.com/office/officeart/2005/8/layout/orgChart1"/>
    <dgm:cxn modelId="{720D2E19-1184-4A8D-A392-8391D0AF2752}" type="presParOf" srcId="{2500B265-6DCC-4C55-8154-DC7C32DF2CD5}" destId="{8D93A69F-5DB5-47EC-A3CA-C6B2B0792DBB}" srcOrd="2" destOrd="0" presId="urn:microsoft.com/office/officeart/2005/8/layout/orgChart1"/>
    <dgm:cxn modelId="{F78BA671-6E6B-46D2-952C-0CCA38781266}" type="presParOf" srcId="{14671578-2E54-4AEE-AAD1-B1C890C0F542}" destId="{9BE1465B-C014-46BE-AA8A-69E4F7987327}" srcOrd="4" destOrd="0" presId="urn:microsoft.com/office/officeart/2005/8/layout/orgChart1"/>
    <dgm:cxn modelId="{E3A9145D-005B-4D92-B9DD-85CBDED49DA5}" type="presParOf" srcId="{14671578-2E54-4AEE-AAD1-B1C890C0F542}" destId="{9559C66C-0EE9-400E-AE2A-3C29BEF6B278}" srcOrd="5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5D185199-4449-4FC4-A417-ADDB32F0F1FA}" type="presParOf" srcId="{702F29B1-99E5-4896-B101-A66FF14B51F6}" destId="{203CECAF-4583-4381-A15F-0B63A7CD1DC8}" srcOrd="8" destOrd="0" presId="urn:microsoft.com/office/officeart/2005/8/layout/orgChart1"/>
    <dgm:cxn modelId="{93B7AB06-19F1-4685-82BF-A131907775F0}" type="presParOf" srcId="{702F29B1-99E5-4896-B101-A66FF14B51F6}" destId="{8AA23E7D-C409-4F33-A40C-76801715EDE1}" srcOrd="9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E4C03691-6BD3-45EA-A947-2C540E9AC4D9}" type="presParOf" srcId="{4A709BA3-FD33-4520-B014-71D7F5D35A41}" destId="{C0684F0C-8EC3-4A0A-9CBE-845D8DC75645}" srcOrd="2" destOrd="0" presId="urn:microsoft.com/office/officeart/2005/8/layout/orgChart1"/>
    <dgm:cxn modelId="{B86E2B4D-D865-42B5-AC8A-395320F7B203}" type="presParOf" srcId="{4A709BA3-FD33-4520-B014-71D7F5D35A41}" destId="{15CB99E6-896A-4C55-8403-599A038043E8}" srcOrd="3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8D67116B-3640-439A-B920-B667BF3F1497}" type="presParOf" srcId="{4A709BA3-FD33-4520-B014-71D7F5D35A41}" destId="{7E143813-DEAC-47A0-8273-767F07D7A437}" srcOrd="4" destOrd="0" presId="urn:microsoft.com/office/officeart/2005/8/layout/orgChart1"/>
    <dgm:cxn modelId="{8B0B05DC-BE86-4FCA-8CD9-6809B2D49D20}" type="presParOf" srcId="{4A709BA3-FD33-4520-B014-71D7F5D35A41}" destId="{44675F9C-1CFC-4C0B-B6E8-29C4250E7749}" srcOrd="5" destOrd="0" presId="urn:microsoft.com/office/officeart/2005/8/layout/orgChart1"/>
    <dgm:cxn modelId="{0615658D-B6F4-4C52-BD15-53BD1DD349BB}" type="presParOf" srcId="{44675F9C-1CFC-4C0B-B6E8-29C4250E7749}" destId="{A9D84652-4D5D-4CE8-B654-8157BFF70D33}" srcOrd="0" destOrd="0" presId="urn:microsoft.com/office/officeart/2005/8/layout/orgChart1"/>
    <dgm:cxn modelId="{F8DA4F78-1986-42C8-99C4-218196A0E3DF}" type="presParOf" srcId="{A9D84652-4D5D-4CE8-B654-8157BFF70D33}" destId="{01B49847-E5FF-4C0E-B02C-377744D870F5}" srcOrd="0" destOrd="0" presId="urn:microsoft.com/office/officeart/2005/8/layout/orgChart1"/>
    <dgm:cxn modelId="{AE8B42D6-C050-4BFA-8ACA-3045D3726152}" type="presParOf" srcId="{A9D84652-4D5D-4CE8-B654-8157BFF70D33}" destId="{14A11DF6-B239-425C-B2B2-E7C913D495F3}" srcOrd="1" destOrd="0" presId="urn:microsoft.com/office/officeart/2005/8/layout/orgChart1"/>
    <dgm:cxn modelId="{A011B175-B20B-47C6-91BC-513FA2A99C55}" type="presParOf" srcId="{44675F9C-1CFC-4C0B-B6E8-29C4250E7749}" destId="{05C3B139-1CC1-47F7-AF87-DFBDFBD3437B}" srcOrd="1" destOrd="0" presId="urn:microsoft.com/office/officeart/2005/8/layout/orgChart1"/>
    <dgm:cxn modelId="{07769F0E-C483-48BD-B19E-E980D3A7482A}" type="presParOf" srcId="{44675F9C-1CFC-4C0B-B6E8-29C4250E7749}" destId="{2047D28B-56F5-43B1-AE2D-2AC474DC0F42}" srcOrd="2" destOrd="0" presId="urn:microsoft.com/office/officeart/2005/8/layout/orgChart1"/>
    <dgm:cxn modelId="{C310F487-F466-4AD2-9468-3A952B94732B}" type="presParOf" srcId="{4A709BA3-FD33-4520-B014-71D7F5D35A41}" destId="{ABFCFD3F-452B-4CD2-BB67-D4BE8D30B116}" srcOrd="6" destOrd="0" presId="urn:microsoft.com/office/officeart/2005/8/layout/orgChart1"/>
    <dgm:cxn modelId="{07ACA8C8-EFF4-40C9-B293-9866F8CA6247}" type="presParOf" srcId="{4A709BA3-FD33-4520-B014-71D7F5D35A41}" destId="{6B0E6221-098D-4E20-8B94-41883CEA69A7}" srcOrd="7" destOrd="0" presId="urn:microsoft.com/office/officeart/2005/8/layout/orgChart1"/>
    <dgm:cxn modelId="{69BF0633-868A-49AF-AA7C-DED23CB41CAF}" type="presParOf" srcId="{6B0E6221-098D-4E20-8B94-41883CEA69A7}" destId="{15DC9596-6F03-47CE-965A-725AC848CA5F}" srcOrd="0" destOrd="0" presId="urn:microsoft.com/office/officeart/2005/8/layout/orgChart1"/>
    <dgm:cxn modelId="{8251C2D4-D1F0-4C42-903A-9EFD76693EEF}" type="presParOf" srcId="{15DC9596-6F03-47CE-965A-725AC848CA5F}" destId="{2FA9BEC6-65D9-4F36-8887-B337FB1C33E4}" srcOrd="0" destOrd="0" presId="urn:microsoft.com/office/officeart/2005/8/layout/orgChart1"/>
    <dgm:cxn modelId="{8FDA8BE7-1ABA-4B20-A45D-3AAC2F8C85AB}" type="presParOf" srcId="{15DC9596-6F03-47CE-965A-725AC848CA5F}" destId="{4C0D1948-50D5-4BFE-B5FD-F58B66791814}" srcOrd="1" destOrd="0" presId="urn:microsoft.com/office/officeart/2005/8/layout/orgChart1"/>
    <dgm:cxn modelId="{D8E7EDA7-629D-40A2-80D7-575F3178644B}" type="presParOf" srcId="{6B0E6221-098D-4E20-8B94-41883CEA69A7}" destId="{FDF234A3-915D-4C91-BF6F-A90EDB83FEDC}" srcOrd="1" destOrd="0" presId="urn:microsoft.com/office/officeart/2005/8/layout/orgChart1"/>
    <dgm:cxn modelId="{58670729-6002-49A5-A8B2-BE6B4A5B08B3}" type="presParOf" srcId="{6B0E6221-098D-4E20-8B94-41883CEA69A7}" destId="{AD968CF0-EB99-4D06-9F3E-01C096DC510A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10" destOrd="0" presId="urn:microsoft.com/office/officeart/2005/8/layout/orgChart1"/>
    <dgm:cxn modelId="{CEFAC0D3-EBEA-4792-B0A5-20C33C1BF7FE}" type="presParOf" srcId="{702F29B1-99E5-4896-B101-A66FF14B51F6}" destId="{5A9F857C-6022-4AF7-BE3C-4795AB9766EF}" srcOrd="11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0C270B6D-FAC7-468E-96C4-74032293C6A8}" type="presParOf" srcId="{A98ED857-9544-4D5D-BFA5-CE9AE5B76A55}" destId="{F6D288D7-F623-40B8-86F2-5691B3A77B53}" srcOrd="4" destOrd="0" presId="urn:microsoft.com/office/officeart/2005/8/layout/orgChart1"/>
    <dgm:cxn modelId="{164B6077-D4AB-45DF-9F00-A50452581CD0}" type="presParOf" srcId="{A98ED857-9544-4D5D-BFA5-CE9AE5B76A55}" destId="{034EF4D6-D246-4338-8B7D-60DA41BBAB18}" srcOrd="5" destOrd="0" presId="urn:microsoft.com/office/officeart/2005/8/layout/orgChart1"/>
    <dgm:cxn modelId="{5C104EBC-B2A0-4ECE-81D0-DFFFAB0F2464}" type="presParOf" srcId="{034EF4D6-D246-4338-8B7D-60DA41BBAB18}" destId="{9FD5B89C-48FE-4A74-8809-2139B87863B4}" srcOrd="0" destOrd="0" presId="urn:microsoft.com/office/officeart/2005/8/layout/orgChart1"/>
    <dgm:cxn modelId="{94CA53CB-6D23-4E18-9039-C6D961D52585}" type="presParOf" srcId="{9FD5B89C-48FE-4A74-8809-2139B87863B4}" destId="{5A3AF29F-DB0D-4A51-AA1F-0906720DFCCD}" srcOrd="0" destOrd="0" presId="urn:microsoft.com/office/officeart/2005/8/layout/orgChart1"/>
    <dgm:cxn modelId="{AD9ED660-715C-4E4E-9D81-40A6624B677C}" type="presParOf" srcId="{9FD5B89C-48FE-4A74-8809-2139B87863B4}" destId="{572BA4B6-E515-433F-B7F7-50C68776F99C}" srcOrd="1" destOrd="0" presId="urn:microsoft.com/office/officeart/2005/8/layout/orgChart1"/>
    <dgm:cxn modelId="{9A1E639D-3551-4E6B-AD32-DEFEFED868DC}" type="presParOf" srcId="{034EF4D6-D246-4338-8B7D-60DA41BBAB18}" destId="{8194E55C-954C-40D0-B031-15F3154566E1}" srcOrd="1" destOrd="0" presId="urn:microsoft.com/office/officeart/2005/8/layout/orgChart1"/>
    <dgm:cxn modelId="{8C05C77F-7F56-40EC-97BF-EBD325AEA33B}" type="presParOf" srcId="{034EF4D6-D246-4338-8B7D-60DA41BBAB18}" destId="{B562DA22-384C-4DDD-BC4D-C69E917C3CE9}" srcOrd="2" destOrd="0" presId="urn:microsoft.com/office/officeart/2005/8/layout/orgChart1"/>
    <dgm:cxn modelId="{50C10AEB-0D28-4BC1-AA0C-124C95011C90}" type="presParOf" srcId="{A98ED857-9544-4D5D-BFA5-CE9AE5B76A55}" destId="{B94C92FA-8750-4B0B-A887-09009CFB9B98}" srcOrd="6" destOrd="0" presId="urn:microsoft.com/office/officeart/2005/8/layout/orgChart1"/>
    <dgm:cxn modelId="{A98FF450-588D-44D0-95A9-DBBB290AEF24}" type="presParOf" srcId="{A98ED857-9544-4D5D-BFA5-CE9AE5B76A55}" destId="{410A2D5B-46A5-45B0-BC2B-FB781DA56490}" srcOrd="7" destOrd="0" presId="urn:microsoft.com/office/officeart/2005/8/layout/orgChart1"/>
    <dgm:cxn modelId="{939564AF-B808-48B1-8C9E-1E103B167DB7}" type="presParOf" srcId="{410A2D5B-46A5-45B0-BC2B-FB781DA56490}" destId="{B8384074-002C-48EA-BA25-94A1F6164B26}" srcOrd="0" destOrd="0" presId="urn:microsoft.com/office/officeart/2005/8/layout/orgChart1"/>
    <dgm:cxn modelId="{9F8C55A0-3226-485A-8B80-3C6EBE33703C}" type="presParOf" srcId="{B8384074-002C-48EA-BA25-94A1F6164B26}" destId="{E3B7A292-D246-431F-A06C-74CCAB318BD8}" srcOrd="0" destOrd="0" presId="urn:microsoft.com/office/officeart/2005/8/layout/orgChart1"/>
    <dgm:cxn modelId="{6E36BC80-921D-472E-B694-CCE85513DA4B}" type="presParOf" srcId="{B8384074-002C-48EA-BA25-94A1F6164B26}" destId="{DDC72F8E-150F-435B-9A4F-1F8957928E7A}" srcOrd="1" destOrd="0" presId="urn:microsoft.com/office/officeart/2005/8/layout/orgChart1"/>
    <dgm:cxn modelId="{0BBC6819-272F-4711-A9BA-0E9E23C42BCF}" type="presParOf" srcId="{410A2D5B-46A5-45B0-BC2B-FB781DA56490}" destId="{76E016ED-6B30-4820-90C9-7465EC981D51}" srcOrd="1" destOrd="0" presId="urn:microsoft.com/office/officeart/2005/8/layout/orgChart1"/>
    <dgm:cxn modelId="{7BA809B9-F785-407B-A4A0-6B5A811B7D19}" type="presParOf" srcId="{410A2D5B-46A5-45B0-BC2B-FB781DA56490}" destId="{C5D83A3D-2553-42E4-B090-644DB18CF6FB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930B84DF-2DE5-4038-97AB-257273683FF4}" type="presParOf" srcId="{702F29B1-99E5-4896-B101-A66FF14B51F6}" destId="{A0E3C8FD-88FA-4675-8512-4A08623CC5ED}" srcOrd="12" destOrd="0" presId="urn:microsoft.com/office/officeart/2005/8/layout/orgChart1"/>
    <dgm:cxn modelId="{A5E7B828-B986-4F8B-B6B7-F0A1A6A722E4}" type="presParOf" srcId="{702F29B1-99E5-4896-B101-A66FF14B51F6}" destId="{873B2D85-ABC2-4031-9295-BD0C323980BA}" srcOrd="13" destOrd="0" presId="urn:microsoft.com/office/officeart/2005/8/layout/orgChart1"/>
    <dgm:cxn modelId="{2B5F07E6-E003-4D81-BE5E-9BC7720A5696}" type="presParOf" srcId="{873B2D85-ABC2-4031-9295-BD0C323980BA}" destId="{6576F6DD-820F-4955-9776-4EAD1548BA78}" srcOrd="0" destOrd="0" presId="urn:microsoft.com/office/officeart/2005/8/layout/orgChart1"/>
    <dgm:cxn modelId="{CEFB8B5A-0B62-4AAA-816F-D5467FFB6902}" type="presParOf" srcId="{6576F6DD-820F-4955-9776-4EAD1548BA78}" destId="{4BE0561A-8DE6-41F4-9EE5-0D2C1B1F5977}" srcOrd="0" destOrd="0" presId="urn:microsoft.com/office/officeart/2005/8/layout/orgChart1"/>
    <dgm:cxn modelId="{A10545A8-14CA-46D7-B5DB-C374726275B8}" type="presParOf" srcId="{6576F6DD-820F-4955-9776-4EAD1548BA78}" destId="{E5C80E3E-A9D0-402C-9B4A-806432AAA046}" srcOrd="1" destOrd="0" presId="urn:microsoft.com/office/officeart/2005/8/layout/orgChart1"/>
    <dgm:cxn modelId="{B8AD1CF1-4D09-489C-95AC-8319F1A2E6CB}" type="presParOf" srcId="{873B2D85-ABC2-4031-9295-BD0C323980BA}" destId="{0EE33FF9-C64B-432A-AB85-6FEB869FF6D3}" srcOrd="1" destOrd="0" presId="urn:microsoft.com/office/officeart/2005/8/layout/orgChart1"/>
    <dgm:cxn modelId="{45EFC450-6E5E-4218-89AF-D1D92912D23E}" type="presParOf" srcId="{0EE33FF9-C64B-432A-AB85-6FEB869FF6D3}" destId="{474C8C7A-C852-4165-9A37-49279597331B}" srcOrd="0" destOrd="0" presId="urn:microsoft.com/office/officeart/2005/8/layout/orgChart1"/>
    <dgm:cxn modelId="{24865B3C-AC56-4EDB-B066-DD37F23840C6}" type="presParOf" srcId="{0EE33FF9-C64B-432A-AB85-6FEB869FF6D3}" destId="{5E579D17-6678-41BC-BCF3-D16D725E245D}" srcOrd="1" destOrd="0" presId="urn:microsoft.com/office/officeart/2005/8/layout/orgChart1"/>
    <dgm:cxn modelId="{33EBA404-07D8-4E3C-8FC9-4C19177B50D1}" type="presParOf" srcId="{5E579D17-6678-41BC-BCF3-D16D725E245D}" destId="{3B6B8ECA-756B-443B-B9B9-55D1FC43E0F4}" srcOrd="0" destOrd="0" presId="urn:microsoft.com/office/officeart/2005/8/layout/orgChart1"/>
    <dgm:cxn modelId="{6C61B94D-FED5-42CD-8F48-639962C09C5A}" type="presParOf" srcId="{3B6B8ECA-756B-443B-B9B9-55D1FC43E0F4}" destId="{06E38647-1ECC-42FA-B02E-6C9EE7C2F115}" srcOrd="0" destOrd="0" presId="urn:microsoft.com/office/officeart/2005/8/layout/orgChart1"/>
    <dgm:cxn modelId="{C8EF0A68-0D55-4903-9EEF-D0843B010029}" type="presParOf" srcId="{3B6B8ECA-756B-443B-B9B9-55D1FC43E0F4}" destId="{BA1217A9-C0A5-4996-968A-FE506EF3EDAB}" srcOrd="1" destOrd="0" presId="urn:microsoft.com/office/officeart/2005/8/layout/orgChart1"/>
    <dgm:cxn modelId="{CBD11C66-2B81-4D07-A097-B7F64E0FF5DD}" type="presParOf" srcId="{5E579D17-6678-41BC-BCF3-D16D725E245D}" destId="{327821E7-C2BD-4FBA-BFB8-CAEA464C4220}" srcOrd="1" destOrd="0" presId="urn:microsoft.com/office/officeart/2005/8/layout/orgChart1"/>
    <dgm:cxn modelId="{4ECEDA8A-044C-437C-86C1-7BD4B3A2E707}" type="presParOf" srcId="{5E579D17-6678-41BC-BCF3-D16D725E245D}" destId="{1549AA7A-2A13-4179-B8A0-B752DA39D811}" srcOrd="2" destOrd="0" presId="urn:microsoft.com/office/officeart/2005/8/layout/orgChart1"/>
    <dgm:cxn modelId="{BF6B75A4-6A90-45A7-B535-7ADE249E0F6C}" type="presParOf" srcId="{0EE33FF9-C64B-432A-AB85-6FEB869FF6D3}" destId="{B903E695-0884-4066-AF96-12FD0F3F4125}" srcOrd="2" destOrd="0" presId="urn:microsoft.com/office/officeart/2005/8/layout/orgChart1"/>
    <dgm:cxn modelId="{A23D2D86-65CB-49ED-AC02-22EAAA5F38BB}" type="presParOf" srcId="{0EE33FF9-C64B-432A-AB85-6FEB869FF6D3}" destId="{81F7B889-1086-42B9-A59B-ED61E3441B4F}" srcOrd="3" destOrd="0" presId="urn:microsoft.com/office/officeart/2005/8/layout/orgChart1"/>
    <dgm:cxn modelId="{30409B38-CE3C-4E91-B04A-8DDDD91CA510}" type="presParOf" srcId="{81F7B889-1086-42B9-A59B-ED61E3441B4F}" destId="{5586B03E-3925-4A1B-964C-6250638737CE}" srcOrd="0" destOrd="0" presId="urn:microsoft.com/office/officeart/2005/8/layout/orgChart1"/>
    <dgm:cxn modelId="{B3A00614-17FD-4460-A85A-E647D0D155C6}" type="presParOf" srcId="{5586B03E-3925-4A1B-964C-6250638737CE}" destId="{CBD3D74D-24A0-499E-B554-47C0407748EA}" srcOrd="0" destOrd="0" presId="urn:microsoft.com/office/officeart/2005/8/layout/orgChart1"/>
    <dgm:cxn modelId="{E778D4A0-6BBC-4560-BBBB-F753F2A349C7}" type="presParOf" srcId="{5586B03E-3925-4A1B-964C-6250638737CE}" destId="{9B7D833A-9B62-4940-A2A5-5B92C2177E19}" srcOrd="1" destOrd="0" presId="urn:microsoft.com/office/officeart/2005/8/layout/orgChart1"/>
    <dgm:cxn modelId="{C440A4DE-DA30-456C-A930-CBF1756E1ECA}" type="presParOf" srcId="{81F7B889-1086-42B9-A59B-ED61E3441B4F}" destId="{0822212F-CC94-4B03-B119-A8F182DA2D1A}" srcOrd="1" destOrd="0" presId="urn:microsoft.com/office/officeart/2005/8/layout/orgChart1"/>
    <dgm:cxn modelId="{D359B7A5-922B-4D96-A787-8ACD650D9601}" type="presParOf" srcId="{81F7B889-1086-42B9-A59B-ED61E3441B4F}" destId="{A5004A62-2FA2-4AE6-96BE-226C2D9FEE05}" srcOrd="2" destOrd="0" presId="urn:microsoft.com/office/officeart/2005/8/layout/orgChart1"/>
    <dgm:cxn modelId="{6974B3F2-EED2-4ECC-8DE3-5D86645888B5}" type="presParOf" srcId="{873B2D85-ABC2-4031-9295-BD0C323980BA}" destId="{9D6F8848-C890-4F3A-9ED1-7F61C4F044A9}" srcOrd="2" destOrd="0" presId="urn:microsoft.com/office/officeart/2005/8/layout/orgChart1"/>
    <dgm:cxn modelId="{CF615CB3-B232-4926-ACAB-C0F79F82DC64}" type="presParOf" srcId="{702F29B1-99E5-4896-B101-A66FF14B51F6}" destId="{584C573A-E599-46DF-A400-949851F5727C}" srcOrd="14" destOrd="0" presId="urn:microsoft.com/office/officeart/2005/8/layout/orgChart1"/>
    <dgm:cxn modelId="{B34869A5-2B53-44A0-B894-A9B47CD657B8}" type="presParOf" srcId="{702F29B1-99E5-4896-B101-A66FF14B51F6}" destId="{BB3AD7FB-BD3E-4FD3-AD53-17D452CAD4CF}" srcOrd="15" destOrd="0" presId="urn:microsoft.com/office/officeart/2005/8/layout/orgChart1"/>
    <dgm:cxn modelId="{FAB66D89-21A1-4656-A406-9651BE6C61B6}" type="presParOf" srcId="{BB3AD7FB-BD3E-4FD3-AD53-17D452CAD4CF}" destId="{C87BD1E2-920F-4503-BBC9-8D23B73DBDF2}" srcOrd="0" destOrd="0" presId="urn:microsoft.com/office/officeart/2005/8/layout/orgChart1"/>
    <dgm:cxn modelId="{B75A2A60-5D8B-485E-B1A8-6827F51DC805}" type="presParOf" srcId="{C87BD1E2-920F-4503-BBC9-8D23B73DBDF2}" destId="{F9B31A21-ABF6-4080-9BFF-F79CC1E5954A}" srcOrd="0" destOrd="0" presId="urn:microsoft.com/office/officeart/2005/8/layout/orgChart1"/>
    <dgm:cxn modelId="{5C3044BC-2C01-45BC-89DD-2489639E878E}" type="presParOf" srcId="{C87BD1E2-920F-4503-BBC9-8D23B73DBDF2}" destId="{B462219A-00D9-49D3-83C8-8D9F2929063D}" srcOrd="1" destOrd="0" presId="urn:microsoft.com/office/officeart/2005/8/layout/orgChart1"/>
    <dgm:cxn modelId="{D58C33DE-9E38-4B0F-9304-B43E88A8D37F}" type="presParOf" srcId="{BB3AD7FB-BD3E-4FD3-AD53-17D452CAD4CF}" destId="{D938E30E-33F1-4385-8EC8-695E2B409154}" srcOrd="1" destOrd="0" presId="urn:microsoft.com/office/officeart/2005/8/layout/orgChart1"/>
    <dgm:cxn modelId="{404F31D3-CCC9-463A-8BF4-285CC592C2A8}" type="presParOf" srcId="{D938E30E-33F1-4385-8EC8-695E2B409154}" destId="{0EB2EF46-98B8-4E21-AD3B-078F42B04F6C}" srcOrd="0" destOrd="0" presId="urn:microsoft.com/office/officeart/2005/8/layout/orgChart1"/>
    <dgm:cxn modelId="{9457BC33-4656-4FC2-8FD2-43BB1756C96F}" type="presParOf" srcId="{D938E30E-33F1-4385-8EC8-695E2B409154}" destId="{367EA336-0ECE-4C66-BEB1-DEA221E872C0}" srcOrd="1" destOrd="0" presId="urn:microsoft.com/office/officeart/2005/8/layout/orgChart1"/>
    <dgm:cxn modelId="{E2D3BEE2-1C9F-458D-9673-A092D6D74F9C}" type="presParOf" srcId="{367EA336-0ECE-4C66-BEB1-DEA221E872C0}" destId="{415E6230-9266-475D-9FDD-4B76CA15089C}" srcOrd="0" destOrd="0" presId="urn:microsoft.com/office/officeart/2005/8/layout/orgChart1"/>
    <dgm:cxn modelId="{726EDE34-1C1D-4C59-B6D6-B00F6474C258}" type="presParOf" srcId="{415E6230-9266-475D-9FDD-4B76CA15089C}" destId="{830EF56D-2EE8-4C01-A9A4-B32A0E361494}" srcOrd="0" destOrd="0" presId="urn:microsoft.com/office/officeart/2005/8/layout/orgChart1"/>
    <dgm:cxn modelId="{D68B608A-C44F-4FAE-94B2-22A619F3031F}" type="presParOf" srcId="{415E6230-9266-475D-9FDD-4B76CA15089C}" destId="{C7E3177D-38BC-40F6-8061-9CACE85CAAC7}" srcOrd="1" destOrd="0" presId="urn:microsoft.com/office/officeart/2005/8/layout/orgChart1"/>
    <dgm:cxn modelId="{25A660C7-E779-4E29-B9F0-9747DC41DD70}" type="presParOf" srcId="{367EA336-0ECE-4C66-BEB1-DEA221E872C0}" destId="{599BAECF-9AD5-4229-921A-B0D751A28EC7}" srcOrd="1" destOrd="0" presId="urn:microsoft.com/office/officeart/2005/8/layout/orgChart1"/>
    <dgm:cxn modelId="{0B845D98-D7AC-4FAD-AD4F-3F15C2E6340C}" type="presParOf" srcId="{367EA336-0ECE-4C66-BEB1-DEA221E872C0}" destId="{54DBECE7-2130-4B48-AE83-F482E9EF0B9C}" srcOrd="2" destOrd="0" presId="urn:microsoft.com/office/officeart/2005/8/layout/orgChart1"/>
    <dgm:cxn modelId="{D9CDDE02-2214-4F30-9FE5-1506A75AA36D}" type="presParOf" srcId="{BB3AD7FB-BD3E-4FD3-AD53-17D452CAD4CF}" destId="{813B59D0-3A00-450F-A563-2342FE02F3AD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  <dgm:cxn modelId="{DBAC557E-9CD3-4296-9F14-07FF0C2E95DC}" type="presParOf" srcId="{F688486B-8119-4C85-A9EF-A98B394E5AAD}" destId="{E8D67F48-A4A3-48B7-931C-8BCBA0AA96D2}" srcOrd="4" destOrd="0" presId="urn:microsoft.com/office/officeart/2005/8/layout/orgChart1"/>
    <dgm:cxn modelId="{709F952C-7EC6-468A-AF13-2CCE6D2EC344}" type="presParOf" srcId="{F688486B-8119-4C85-A9EF-A98B394E5AAD}" destId="{91DC58F7-F1AE-41CD-B7C5-3E1A8124A370}" srcOrd="5" destOrd="0" presId="urn:microsoft.com/office/officeart/2005/8/layout/orgChart1"/>
    <dgm:cxn modelId="{0F2F2652-A31A-4A67-BE81-4AB41C8AAC80}" type="presParOf" srcId="{91DC58F7-F1AE-41CD-B7C5-3E1A8124A370}" destId="{4FA6CF6D-EB03-4445-B027-168EF37880D1}" srcOrd="0" destOrd="0" presId="urn:microsoft.com/office/officeart/2005/8/layout/orgChart1"/>
    <dgm:cxn modelId="{6A4A021D-F576-4BC9-8BFD-4C654FBC8EEA}" type="presParOf" srcId="{4FA6CF6D-EB03-4445-B027-168EF37880D1}" destId="{B18709FD-C961-458C-87D4-EEF58F63B5A8}" srcOrd="0" destOrd="0" presId="urn:microsoft.com/office/officeart/2005/8/layout/orgChart1"/>
    <dgm:cxn modelId="{92618A0F-2F73-4498-A149-83D23EFBC11E}" type="presParOf" srcId="{4FA6CF6D-EB03-4445-B027-168EF37880D1}" destId="{576D463E-B9C0-4252-AAC7-E1D900247645}" srcOrd="1" destOrd="0" presId="urn:microsoft.com/office/officeart/2005/8/layout/orgChart1"/>
    <dgm:cxn modelId="{961B773C-A5E9-4C3F-882E-36F4CC5EE8B7}" type="presParOf" srcId="{91DC58F7-F1AE-41CD-B7C5-3E1A8124A370}" destId="{EE97B4E4-F79B-47D8-A041-FB8CC1B9D30D}" srcOrd="1" destOrd="0" presId="urn:microsoft.com/office/officeart/2005/8/layout/orgChart1"/>
    <dgm:cxn modelId="{7057D270-0473-459A-A13A-34BBE12354F9}" type="presParOf" srcId="{91DC58F7-F1AE-41CD-B7C5-3E1A8124A370}" destId="{29DBBDF9-9028-450D-90A9-D62C02AD2901}" srcOrd="2" destOrd="0" presId="urn:microsoft.com/office/officeart/2005/8/layout/orgChart1"/>
    <dgm:cxn modelId="{B9FC26C7-1876-4477-AA97-3838325821BC}" type="presParOf" srcId="{F688486B-8119-4C85-A9EF-A98B394E5AAD}" destId="{D5D123A6-5D10-4996-845A-3A874CDA02EE}" srcOrd="6" destOrd="0" presId="urn:microsoft.com/office/officeart/2005/8/layout/orgChart1"/>
    <dgm:cxn modelId="{8B23AB6E-F9A4-44F7-B6E5-E80DB7A39CBC}" type="presParOf" srcId="{F688486B-8119-4C85-A9EF-A98B394E5AAD}" destId="{33130DE4-5ADA-4108-8DF0-3FA121C2573A}" srcOrd="7" destOrd="0" presId="urn:microsoft.com/office/officeart/2005/8/layout/orgChart1"/>
    <dgm:cxn modelId="{4C8DFF81-129A-444C-8ABB-D48C0FAB4F8D}" type="presParOf" srcId="{33130DE4-5ADA-4108-8DF0-3FA121C2573A}" destId="{57E736DD-611A-4745-A234-00D368CDFA15}" srcOrd="0" destOrd="0" presId="urn:microsoft.com/office/officeart/2005/8/layout/orgChart1"/>
    <dgm:cxn modelId="{EAB3E59A-BFF8-4730-B498-1A95E8BBD5A9}" type="presParOf" srcId="{57E736DD-611A-4745-A234-00D368CDFA15}" destId="{CB2F13A1-C6C3-46D8-A3E8-6EC51BB70B57}" srcOrd="0" destOrd="0" presId="urn:microsoft.com/office/officeart/2005/8/layout/orgChart1"/>
    <dgm:cxn modelId="{313597DC-524A-43AB-8FB9-D283FB940C68}" type="presParOf" srcId="{57E736DD-611A-4745-A234-00D368CDFA15}" destId="{78F8C495-CA2D-4E82-8BCD-44F93E46097D}" srcOrd="1" destOrd="0" presId="urn:microsoft.com/office/officeart/2005/8/layout/orgChart1"/>
    <dgm:cxn modelId="{EFF23265-A075-4664-9D43-19B1E722916B}" type="presParOf" srcId="{33130DE4-5ADA-4108-8DF0-3FA121C2573A}" destId="{DDC96AAC-F1ED-484F-A198-B63BF4E77FB9}" srcOrd="1" destOrd="0" presId="urn:microsoft.com/office/officeart/2005/8/layout/orgChart1"/>
    <dgm:cxn modelId="{46749716-BE82-4500-A19E-A6343F407D86}" type="presParOf" srcId="{33130DE4-5ADA-4108-8DF0-3FA121C2573A}" destId="{6C794F8D-40D5-4E70-B8CB-24748F179D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 custT="1"/>
      <dgm:spPr/>
      <dgm:t>
        <a:bodyPr/>
        <a:lstStyle/>
        <a:p>
          <a:r>
            <a:rPr lang="pt-BR" sz="900" dirty="0"/>
            <a:t>SECRETARIA MUNICIPAL DE EDUCAÇÃO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 custT="1"/>
      <dgm:spPr/>
      <dgm:t>
        <a:bodyPr/>
        <a:lstStyle/>
        <a:p>
          <a:r>
            <a:rPr lang="pt-BR" sz="900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 custT="1"/>
      <dgm:spPr/>
      <dgm:t>
        <a:bodyPr/>
        <a:lstStyle/>
        <a:p>
          <a:r>
            <a:rPr lang="pt-BR" sz="900" dirty="0"/>
            <a:t>Divisão Administrativa, Controle e Execução Orçamentária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 custT="1"/>
      <dgm:spPr/>
      <dgm:t>
        <a:bodyPr/>
        <a:lstStyle/>
        <a:p>
          <a:r>
            <a:rPr lang="pt-BR" sz="900" dirty="0"/>
            <a:t>Divisão de Planejamento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24B5B830-1763-45BE-ACDB-5A4D9C7D822C}">
      <dgm:prSet custT="1"/>
      <dgm:spPr/>
      <dgm:t>
        <a:bodyPr/>
        <a:lstStyle/>
        <a:p>
          <a:r>
            <a:rPr lang="pt-BR" sz="900" dirty="0"/>
            <a:t>Setor de Protocolo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FFF76743-057B-4AB6-9477-039899594119}">
      <dgm:prSet custT="1"/>
      <dgm:spPr/>
      <dgm:t>
        <a:bodyPr/>
        <a:lstStyle/>
        <a:p>
          <a:r>
            <a:rPr lang="pt-BR" sz="900" dirty="0"/>
            <a:t>Setor de Demanda Escolar</a:t>
          </a:r>
        </a:p>
      </dgm:t>
    </dgm:pt>
    <dgm:pt modelId="{D5C9C9D1-604B-4925-B2FF-5E3EBBE1DAAF}" type="parTrans" cxnId="{053AA7D4-C355-49F7-9569-E1BD08599BEC}">
      <dgm:prSet/>
      <dgm:spPr/>
      <dgm:t>
        <a:bodyPr/>
        <a:lstStyle/>
        <a:p>
          <a:endParaRPr lang="pt-BR"/>
        </a:p>
      </dgm:t>
    </dgm:pt>
    <dgm:pt modelId="{16071E0F-6D79-4717-9813-8E87262120F5}" type="sibTrans" cxnId="{053AA7D4-C355-49F7-9569-E1BD08599BEC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 custT="1"/>
      <dgm:spPr/>
      <dgm:t>
        <a:bodyPr/>
        <a:lstStyle/>
        <a:p>
          <a:r>
            <a:rPr lang="pt-BR" sz="900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F93FE123-64C2-48E7-BB7C-78C89C6C6BF9}">
      <dgm:prSet custT="1"/>
      <dgm:spPr/>
      <dgm:t>
        <a:bodyPr/>
        <a:lstStyle/>
        <a:p>
          <a:r>
            <a:rPr lang="pt-BR" sz="900" dirty="0"/>
            <a:t>Divisão de Oficinas Pedagógicas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 custT="1"/>
      <dgm:spPr/>
      <dgm:t>
        <a:bodyPr/>
        <a:lstStyle/>
        <a:p>
          <a:r>
            <a:rPr lang="pt-BR" sz="900" dirty="0"/>
            <a:t>Divisão de Supervisão Escolar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 custT="1"/>
      <dgm:spPr/>
      <dgm:t>
        <a:bodyPr/>
        <a:lstStyle/>
        <a:p>
          <a:r>
            <a:rPr lang="pt-BR" sz="900" dirty="0"/>
            <a:t>Divisão de Implantação Tecnológica e Controle Educacional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7564F4A0-8D16-490D-907E-8ED95FA1220B}">
      <dgm:prSet custT="1"/>
      <dgm:spPr/>
      <dgm:t>
        <a:bodyPr/>
        <a:lstStyle/>
        <a:p>
          <a:r>
            <a:rPr lang="pt-BR" sz="900" dirty="0"/>
            <a:t>Setor de Apoio Administrativo e Monitoramento de Contratos</a:t>
          </a:r>
        </a:p>
      </dgm:t>
    </dgm:pt>
    <dgm:pt modelId="{B4DEEB40-0DA0-47EA-9B1F-565BB0D4F122}" type="parTrans" cxnId="{493C2DF5-4A9D-420A-9ECE-774B7C4587C0}">
      <dgm:prSet/>
      <dgm:spPr/>
      <dgm:t>
        <a:bodyPr/>
        <a:lstStyle/>
        <a:p>
          <a:endParaRPr lang="pt-BR"/>
        </a:p>
      </dgm:t>
    </dgm:pt>
    <dgm:pt modelId="{8FB8FCB9-AE6D-4EC3-8269-A2B3ACF857EA}" type="sibTrans" cxnId="{493C2DF5-4A9D-420A-9ECE-774B7C4587C0}">
      <dgm:prSet/>
      <dgm:spPr/>
      <dgm:t>
        <a:bodyPr/>
        <a:lstStyle/>
        <a:p>
          <a:endParaRPr lang="pt-BR"/>
        </a:p>
      </dgm:t>
    </dgm:pt>
    <dgm:pt modelId="{E805C673-92D2-4D4D-86FF-5E937AABAE3A}">
      <dgm:prSet custT="1"/>
      <dgm:spPr/>
      <dgm:t>
        <a:bodyPr/>
        <a:lstStyle/>
        <a:p>
          <a:r>
            <a:rPr lang="pt-BR" sz="900" dirty="0"/>
            <a:t>Setor de Transporte Escolar</a:t>
          </a:r>
        </a:p>
      </dgm:t>
    </dgm:pt>
    <dgm:pt modelId="{BAA922EA-6F7E-40F5-9D1E-6522C35CEB91}" type="parTrans" cxnId="{810A09D6-43D6-4DE0-8C47-B466CF5D7CAE}">
      <dgm:prSet/>
      <dgm:spPr/>
      <dgm:t>
        <a:bodyPr/>
        <a:lstStyle/>
        <a:p>
          <a:endParaRPr lang="pt-BR"/>
        </a:p>
      </dgm:t>
    </dgm:pt>
    <dgm:pt modelId="{C6893843-F7E5-4A0F-A5B3-3BD39EDF6824}" type="sibTrans" cxnId="{810A09D6-43D6-4DE0-8C47-B466CF5D7CAE}">
      <dgm:prSet/>
      <dgm:spPr/>
      <dgm:t>
        <a:bodyPr/>
        <a:lstStyle/>
        <a:p>
          <a:endParaRPr lang="pt-BR"/>
        </a:p>
      </dgm:t>
    </dgm:pt>
    <dgm:pt modelId="{B98BD5CF-836F-4EF1-BC31-4D5548C74E29}">
      <dgm:prSet custT="1"/>
      <dgm:spPr/>
      <dgm:t>
        <a:bodyPr/>
        <a:lstStyle/>
        <a:p>
          <a:r>
            <a:rPr lang="pt-BR" sz="900" dirty="0"/>
            <a:t>Setor de Ensino Infantil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0D2EFA40-5299-4765-9373-A4D0A32096A9}">
      <dgm:prSet custT="1"/>
      <dgm:spPr/>
      <dgm:t>
        <a:bodyPr/>
        <a:lstStyle/>
        <a:p>
          <a:r>
            <a:rPr lang="pt-BR" sz="900" dirty="0"/>
            <a:t>Setor de Supervisão de Ensino I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 custT="1"/>
      <dgm:spPr/>
      <dgm:t>
        <a:bodyPr/>
        <a:lstStyle/>
        <a:p>
          <a:r>
            <a:rPr lang="pt-BR" sz="900" dirty="0"/>
            <a:t>Setor de Implementação de Soluções Tecnológicas e Gestão do Conecta + Olímpia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F554F3ED-509F-434E-9414-96A5C7204449}">
      <dgm:prSet custT="1"/>
      <dgm:spPr/>
      <dgm:t>
        <a:bodyPr/>
        <a:lstStyle/>
        <a:p>
          <a:r>
            <a:rPr lang="pt-BR" sz="900" dirty="0"/>
            <a:t>Setor de Ensino Fundamental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70466ED9-BB8A-4C0E-BB0E-63D84C59124C}">
      <dgm:prSet custT="1"/>
      <dgm:spPr/>
      <dgm:t>
        <a:bodyPr/>
        <a:lstStyle/>
        <a:p>
          <a:r>
            <a:rPr lang="pt-BR" sz="900" dirty="0"/>
            <a:t>Setor de Supervisão de Ensino II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359658E8-5791-44AD-A30D-A2B7BBF11301}">
      <dgm:prSet custT="1"/>
      <dgm:spPr/>
      <dgm:t>
        <a:bodyPr/>
        <a:lstStyle/>
        <a:p>
          <a:r>
            <a:rPr lang="pt-BR" sz="900" dirty="0"/>
            <a:t>Setor de Supervisão de Ensino III</a:t>
          </a:r>
        </a:p>
      </dgm:t>
    </dgm:pt>
    <dgm:pt modelId="{67516A8C-826C-4A0E-9138-315E28FD1D3D}" type="parTrans" cxnId="{5471FAEB-0D5F-4ED9-AEA4-25CCC758EB0C}">
      <dgm:prSet/>
      <dgm:spPr/>
      <dgm:t>
        <a:bodyPr/>
        <a:lstStyle/>
        <a:p>
          <a:endParaRPr lang="pt-BR"/>
        </a:p>
      </dgm:t>
    </dgm:pt>
    <dgm:pt modelId="{2A405053-B89B-4CC2-B2E0-D5E8A64A9D94}" type="sibTrans" cxnId="{5471FAEB-0D5F-4ED9-AEA4-25CCC758EB0C}">
      <dgm:prSet/>
      <dgm:spPr/>
      <dgm:t>
        <a:bodyPr/>
        <a:lstStyle/>
        <a:p>
          <a:endParaRPr lang="pt-BR"/>
        </a:p>
      </dgm:t>
    </dgm:pt>
    <dgm:pt modelId="{841D5CEA-A4E0-49E2-B683-2DB5D778B1D7}">
      <dgm:prSet custT="1"/>
      <dgm:spPr/>
      <dgm:t>
        <a:bodyPr/>
        <a:lstStyle/>
        <a:p>
          <a:r>
            <a:rPr lang="pt-BR" sz="900" dirty="0"/>
            <a:t>Setor de Supervisão de Ensino IV</a:t>
          </a:r>
        </a:p>
      </dgm:t>
    </dgm:pt>
    <dgm:pt modelId="{06F76256-22A0-4A46-B363-CAE4C0C6AB8F}" type="parTrans" cxnId="{E6C16E04-D9F9-4CD8-A966-190DFC7F6D65}">
      <dgm:prSet/>
      <dgm:spPr/>
      <dgm:t>
        <a:bodyPr/>
        <a:lstStyle/>
        <a:p>
          <a:endParaRPr lang="pt-BR"/>
        </a:p>
      </dgm:t>
    </dgm:pt>
    <dgm:pt modelId="{FB2DDCD2-07D6-4DF5-AD36-F327D2340FFD}" type="sibTrans" cxnId="{E6C16E04-D9F9-4CD8-A966-190DFC7F6D65}">
      <dgm:prSet/>
      <dgm:spPr/>
      <dgm:t>
        <a:bodyPr/>
        <a:lstStyle/>
        <a:p>
          <a:endParaRPr lang="pt-BR"/>
        </a:p>
      </dgm:t>
    </dgm:pt>
    <dgm:pt modelId="{58AC23B3-3CBD-4683-A7A9-DBC7DC8B6E65}">
      <dgm:prSet custT="1"/>
      <dgm:spPr/>
      <dgm:t>
        <a:bodyPr/>
        <a:lstStyle/>
        <a:p>
          <a:r>
            <a:rPr lang="pt-BR" sz="900" dirty="0"/>
            <a:t>Setor de Formação e Capacitação Digital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EFC8D954-2662-49D0-920C-73167FEE5300}">
      <dgm:prSet custT="1"/>
      <dgm:spPr/>
      <dgm:t>
        <a:bodyPr/>
        <a:lstStyle/>
        <a:p>
          <a:r>
            <a:rPr lang="pt-BR" sz="900" dirty="0"/>
            <a:t>Setor de Supervisão de Ensino V</a:t>
          </a:r>
        </a:p>
      </dgm:t>
    </dgm:pt>
    <dgm:pt modelId="{697D1D63-7547-41D2-9E67-F5FF261AF50F}" type="parTrans" cxnId="{4030FD9B-A4E9-4CF0-B846-5FF3D964308C}">
      <dgm:prSet/>
      <dgm:spPr/>
      <dgm:t>
        <a:bodyPr/>
        <a:lstStyle/>
        <a:p>
          <a:endParaRPr lang="pt-BR"/>
        </a:p>
      </dgm:t>
    </dgm:pt>
    <dgm:pt modelId="{0411A341-CBB1-406B-9F20-26B936A6A59E}" type="sibTrans" cxnId="{4030FD9B-A4E9-4CF0-B846-5FF3D964308C}">
      <dgm:prSet/>
      <dgm:spPr/>
      <dgm:t>
        <a:bodyPr/>
        <a:lstStyle/>
        <a:p>
          <a:endParaRPr lang="pt-BR"/>
        </a:p>
      </dgm:t>
    </dgm:pt>
    <dgm:pt modelId="{356A378B-577E-4945-B5F9-713675122244}">
      <dgm:prSet custT="1"/>
      <dgm:spPr/>
      <dgm:t>
        <a:bodyPr/>
        <a:lstStyle/>
        <a:p>
          <a:r>
            <a:rPr lang="pt-BR" sz="900" dirty="0"/>
            <a:t>Setor de Supervisão de Ensino VI</a:t>
          </a:r>
        </a:p>
      </dgm:t>
    </dgm:pt>
    <dgm:pt modelId="{61274151-6A36-4F7F-8D10-FD61FA78C2E7}" type="parTrans" cxnId="{7D4C89A0-7BB1-4A3A-948B-931B6E360C97}">
      <dgm:prSet/>
      <dgm:spPr/>
      <dgm:t>
        <a:bodyPr/>
        <a:lstStyle/>
        <a:p>
          <a:endParaRPr lang="pt-BR"/>
        </a:p>
      </dgm:t>
    </dgm:pt>
    <dgm:pt modelId="{4E60C2BD-4CF1-4D4D-96D2-FEB7B1460548}" type="sibTrans" cxnId="{7D4C89A0-7BB1-4A3A-948B-931B6E360C97}">
      <dgm:prSet/>
      <dgm:spPr/>
      <dgm:t>
        <a:bodyPr/>
        <a:lstStyle/>
        <a:p>
          <a:endParaRPr lang="pt-BR"/>
        </a:p>
      </dgm:t>
    </dgm:pt>
    <dgm:pt modelId="{3BB5567E-2DB0-4379-8DA7-EE659B81E0F5}">
      <dgm:prSet custT="1"/>
      <dgm:spPr/>
      <dgm:t>
        <a:bodyPr/>
        <a:lstStyle/>
        <a:p>
          <a:r>
            <a:rPr lang="pt-BR" sz="900" dirty="0"/>
            <a:t>Setor de Educação Especial e Inclusiva</a:t>
          </a:r>
        </a:p>
      </dgm:t>
    </dgm:pt>
    <dgm:pt modelId="{13E466B1-1020-42EB-9122-9B9D1565A48F}" type="parTrans" cxnId="{344CA453-67BA-4E96-B74E-936F1489A282}">
      <dgm:prSet/>
      <dgm:spPr/>
      <dgm:t>
        <a:bodyPr/>
        <a:lstStyle/>
        <a:p>
          <a:endParaRPr lang="pt-BR"/>
        </a:p>
      </dgm:t>
    </dgm:pt>
    <dgm:pt modelId="{D36AEE23-F491-4E64-9DFE-DD781F141FC2}" type="sibTrans" cxnId="{344CA453-67BA-4E96-B74E-936F1489A282}">
      <dgm:prSet/>
      <dgm:spPr/>
      <dgm:t>
        <a:bodyPr/>
        <a:lstStyle/>
        <a:p>
          <a:endParaRPr lang="pt-BR"/>
        </a:p>
      </dgm:t>
    </dgm:pt>
    <dgm:pt modelId="{62EF0AE8-418A-492D-A60A-ACBA660E4E6C}">
      <dgm:prSet custT="1"/>
      <dgm:spPr/>
      <dgm:t>
        <a:bodyPr/>
        <a:lstStyle/>
        <a:p>
          <a:r>
            <a:rPr lang="pt-BR" sz="900" dirty="0"/>
            <a:t>Setor de Manutenção de Prédios e Suprimentos</a:t>
          </a:r>
        </a:p>
      </dgm:t>
    </dgm:pt>
    <dgm:pt modelId="{9F114192-86F4-4CD7-B493-B82B0CFDEF3C}" type="parTrans" cxnId="{A6BA460B-BC8C-4FE6-92BE-8702898A95E4}">
      <dgm:prSet/>
      <dgm:spPr/>
      <dgm:t>
        <a:bodyPr/>
        <a:lstStyle/>
        <a:p>
          <a:endParaRPr lang="pt-BR"/>
        </a:p>
      </dgm:t>
    </dgm:pt>
    <dgm:pt modelId="{529A67CE-A5F1-4A32-96B0-A7B97C3291A8}" type="sibTrans" cxnId="{A6BA460B-BC8C-4FE6-92BE-8702898A95E4}">
      <dgm:prSet/>
      <dgm:spPr/>
      <dgm:t>
        <a:bodyPr/>
        <a:lstStyle/>
        <a:p>
          <a:endParaRPr lang="pt-BR"/>
        </a:p>
      </dgm:t>
    </dgm:pt>
    <dgm:pt modelId="{DE9F181B-72A1-4466-8407-AD5D50237556}">
      <dgm:prSet custT="1"/>
      <dgm:spPr/>
      <dgm:t>
        <a:bodyPr/>
        <a:lstStyle/>
        <a:p>
          <a:r>
            <a:rPr lang="pt-BR" sz="900" dirty="0"/>
            <a:t>Setor de Alimentação Escolar</a:t>
          </a:r>
        </a:p>
      </dgm:t>
    </dgm:pt>
    <dgm:pt modelId="{4D37ED15-CD79-4668-BBC9-B1B079870EC8}" type="parTrans" cxnId="{EE1CBBF2-70AE-4A9C-8471-F1C0945219BE}">
      <dgm:prSet/>
      <dgm:spPr/>
      <dgm:t>
        <a:bodyPr/>
        <a:lstStyle/>
        <a:p>
          <a:endParaRPr lang="pt-BR"/>
        </a:p>
      </dgm:t>
    </dgm:pt>
    <dgm:pt modelId="{4CE0516A-89C1-4E42-A162-60E209C0B217}" type="sibTrans" cxnId="{EE1CBBF2-70AE-4A9C-8471-F1C0945219BE}">
      <dgm:prSet/>
      <dgm:spPr/>
      <dgm:t>
        <a:bodyPr/>
        <a:lstStyle/>
        <a:p>
          <a:endParaRPr lang="pt-BR"/>
        </a:p>
      </dgm:t>
    </dgm:pt>
    <dgm:pt modelId="{CBD7AFC9-0B6E-42D7-A96F-F517F7EFC92F}" type="asst">
      <dgm:prSet custT="1"/>
      <dgm:spPr/>
      <dgm:t>
        <a:bodyPr/>
        <a:lstStyle/>
        <a:p>
          <a:r>
            <a:rPr lang="pt-BR" sz="900" dirty="0"/>
            <a:t>FUNDEB</a:t>
          </a:r>
        </a:p>
      </dgm:t>
    </dgm:pt>
    <dgm:pt modelId="{9EA4E5DD-7105-4A94-8BA1-42F1596502DB}" type="parTrans" cxnId="{E340EA9B-12AB-45BC-9B91-853BC93D6DD3}">
      <dgm:prSet/>
      <dgm:spPr/>
      <dgm:t>
        <a:bodyPr/>
        <a:lstStyle/>
        <a:p>
          <a:endParaRPr lang="pt-BR"/>
        </a:p>
      </dgm:t>
    </dgm:pt>
    <dgm:pt modelId="{1FCB9555-7F82-44F0-BFB3-882E83B33521}" type="sibTrans" cxnId="{E340EA9B-12AB-45BC-9B91-853BC93D6DD3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B71F6333-D23C-4EC2-9267-E9A3826C993D}" type="pres">
      <dgm:prSet presAssocID="{5AC1D850-6AE5-4AB4-956F-DCCF850FE0A3}" presName="Name37" presStyleLbl="parChTrans1D2" presStyleIdx="0" presStyleCnt="8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0" presStyleCnt="5" custScaleX="118391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0" presStyleCnt="5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0" presStyleCnt="17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0" presStyleCnt="17" custLinFactNeighborY="-18792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0" presStyleCnt="17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84BF238D-CEF7-4D57-9B28-4A590B241548}" type="pres">
      <dgm:prSet presAssocID="{B4DEEB40-0DA0-47EA-9B1F-565BB0D4F122}" presName="Name37" presStyleLbl="parChTrans1D3" presStyleIdx="1" presStyleCnt="17"/>
      <dgm:spPr/>
    </dgm:pt>
    <dgm:pt modelId="{BBC72B8F-9FD7-4418-9146-B2D21A8CE588}" type="pres">
      <dgm:prSet presAssocID="{7564F4A0-8D16-490D-907E-8ED95FA1220B}" presName="hierRoot2" presStyleCnt="0">
        <dgm:presLayoutVars>
          <dgm:hierBranch val="init"/>
        </dgm:presLayoutVars>
      </dgm:prSet>
      <dgm:spPr/>
    </dgm:pt>
    <dgm:pt modelId="{FD5A1B3B-68AB-4724-A690-17C8E18A28C8}" type="pres">
      <dgm:prSet presAssocID="{7564F4A0-8D16-490D-907E-8ED95FA1220B}" presName="rootComposite" presStyleCnt="0"/>
      <dgm:spPr/>
    </dgm:pt>
    <dgm:pt modelId="{5DB3D4AA-09BF-4D9E-AAC4-C4A221E771D8}" type="pres">
      <dgm:prSet presAssocID="{7564F4A0-8D16-490D-907E-8ED95FA1220B}" presName="rootText" presStyleLbl="node3" presStyleIdx="1" presStyleCnt="17" custScaleY="116812" custLinFactNeighborY="-34562">
        <dgm:presLayoutVars>
          <dgm:chPref val="3"/>
        </dgm:presLayoutVars>
      </dgm:prSet>
      <dgm:spPr/>
    </dgm:pt>
    <dgm:pt modelId="{62289886-03F6-4FB4-9DEF-38ED189E144E}" type="pres">
      <dgm:prSet presAssocID="{7564F4A0-8D16-490D-907E-8ED95FA1220B}" presName="rootConnector" presStyleLbl="node3" presStyleIdx="1" presStyleCnt="17"/>
      <dgm:spPr/>
    </dgm:pt>
    <dgm:pt modelId="{4A0F7B82-905F-4048-BAD9-79AD1B90478C}" type="pres">
      <dgm:prSet presAssocID="{7564F4A0-8D16-490D-907E-8ED95FA1220B}" presName="hierChild4" presStyleCnt="0"/>
      <dgm:spPr/>
    </dgm:pt>
    <dgm:pt modelId="{24E666AE-2AC9-4DDC-A09F-DBBEB0801F1E}" type="pres">
      <dgm:prSet presAssocID="{7564F4A0-8D16-490D-907E-8ED95FA1220B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1" presStyleCnt="8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1" presStyleCnt="5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1" presStyleCnt="5"/>
      <dgm:spPr/>
    </dgm:pt>
    <dgm:pt modelId="{E474A6EE-A417-44C1-A518-D891C508A90A}" type="pres">
      <dgm:prSet presAssocID="{1A95DD40-0793-4AFF-A9DD-159E3D55C96B}" presName="hierChild4" presStyleCnt="0"/>
      <dgm:spPr/>
    </dgm:pt>
    <dgm:pt modelId="{2994FFDB-CB36-4419-8799-1117B4C45D05}" type="pres">
      <dgm:prSet presAssocID="{D5C9C9D1-604B-4925-B2FF-5E3EBBE1DAAF}" presName="Name37" presStyleLbl="parChTrans1D3" presStyleIdx="2" presStyleCnt="17"/>
      <dgm:spPr/>
    </dgm:pt>
    <dgm:pt modelId="{FDE4C71E-E52D-48D4-A0F6-A8F5761CB703}" type="pres">
      <dgm:prSet presAssocID="{FFF76743-057B-4AB6-9477-039899594119}" presName="hierRoot2" presStyleCnt="0">
        <dgm:presLayoutVars>
          <dgm:hierBranch val="init"/>
        </dgm:presLayoutVars>
      </dgm:prSet>
      <dgm:spPr/>
    </dgm:pt>
    <dgm:pt modelId="{698E33B2-07B0-490D-951B-873B503DE39F}" type="pres">
      <dgm:prSet presAssocID="{FFF76743-057B-4AB6-9477-039899594119}" presName="rootComposite" presStyleCnt="0"/>
      <dgm:spPr/>
    </dgm:pt>
    <dgm:pt modelId="{C27F17B6-C1E2-4B95-9EA1-506B466147E9}" type="pres">
      <dgm:prSet presAssocID="{FFF76743-057B-4AB6-9477-039899594119}" presName="rootText" presStyleLbl="node3" presStyleIdx="2" presStyleCnt="17" custLinFactNeighborY="-18792">
        <dgm:presLayoutVars>
          <dgm:chPref val="3"/>
        </dgm:presLayoutVars>
      </dgm:prSet>
      <dgm:spPr/>
    </dgm:pt>
    <dgm:pt modelId="{33BE3C83-CD92-4B0A-A243-FC9569B3BD0D}" type="pres">
      <dgm:prSet presAssocID="{FFF76743-057B-4AB6-9477-039899594119}" presName="rootConnector" presStyleLbl="node3" presStyleIdx="2" presStyleCnt="17"/>
      <dgm:spPr/>
    </dgm:pt>
    <dgm:pt modelId="{2933AAD2-6B5C-4F6E-B648-A72A2674125C}" type="pres">
      <dgm:prSet presAssocID="{FFF76743-057B-4AB6-9477-039899594119}" presName="hierChild4" presStyleCnt="0"/>
      <dgm:spPr/>
    </dgm:pt>
    <dgm:pt modelId="{8967A8EC-ECC1-41CF-A375-23D1653F6081}" type="pres">
      <dgm:prSet presAssocID="{FFF76743-057B-4AB6-9477-039899594119}" presName="hierChild5" presStyleCnt="0"/>
      <dgm:spPr/>
    </dgm:pt>
    <dgm:pt modelId="{551F8C98-B2B2-4102-A99E-B5CF67691CF2}" type="pres">
      <dgm:prSet presAssocID="{BAA922EA-6F7E-40F5-9D1E-6522C35CEB91}" presName="Name37" presStyleLbl="parChTrans1D3" presStyleIdx="3" presStyleCnt="17"/>
      <dgm:spPr/>
    </dgm:pt>
    <dgm:pt modelId="{35ADD897-BD73-47FC-A3DA-70716B66EACD}" type="pres">
      <dgm:prSet presAssocID="{E805C673-92D2-4D4D-86FF-5E937AABAE3A}" presName="hierRoot2" presStyleCnt="0">
        <dgm:presLayoutVars>
          <dgm:hierBranch val="init"/>
        </dgm:presLayoutVars>
      </dgm:prSet>
      <dgm:spPr/>
    </dgm:pt>
    <dgm:pt modelId="{4AE5E912-6CEE-4495-AF2B-1A1FE3834BAF}" type="pres">
      <dgm:prSet presAssocID="{E805C673-92D2-4D4D-86FF-5E937AABAE3A}" presName="rootComposite" presStyleCnt="0"/>
      <dgm:spPr/>
    </dgm:pt>
    <dgm:pt modelId="{CBAD961B-C075-4AEC-97DB-0DBA4AE7CDC9}" type="pres">
      <dgm:prSet presAssocID="{E805C673-92D2-4D4D-86FF-5E937AABAE3A}" presName="rootText" presStyleLbl="node3" presStyleIdx="3" presStyleCnt="17" custLinFactNeighborY="-34562">
        <dgm:presLayoutVars>
          <dgm:chPref val="3"/>
        </dgm:presLayoutVars>
      </dgm:prSet>
      <dgm:spPr/>
    </dgm:pt>
    <dgm:pt modelId="{819D84F0-AE3C-471B-8D6B-76A2940EA430}" type="pres">
      <dgm:prSet presAssocID="{E805C673-92D2-4D4D-86FF-5E937AABAE3A}" presName="rootConnector" presStyleLbl="node3" presStyleIdx="3" presStyleCnt="17"/>
      <dgm:spPr/>
    </dgm:pt>
    <dgm:pt modelId="{FB43D99D-7D7F-48CF-B0A3-A487725C34FE}" type="pres">
      <dgm:prSet presAssocID="{E805C673-92D2-4D4D-86FF-5E937AABAE3A}" presName="hierChild4" presStyleCnt="0"/>
      <dgm:spPr/>
    </dgm:pt>
    <dgm:pt modelId="{A656D364-6F80-4884-9450-87B99582B822}" type="pres">
      <dgm:prSet presAssocID="{E805C673-92D2-4D4D-86FF-5E937AABAE3A}" presName="hierChild5" presStyleCnt="0"/>
      <dgm:spPr/>
    </dgm:pt>
    <dgm:pt modelId="{25B6ACD3-6290-41E9-A267-CC85CF2CD2D4}" type="pres">
      <dgm:prSet presAssocID="{9F114192-86F4-4CD7-B493-B82B0CFDEF3C}" presName="Name37" presStyleLbl="parChTrans1D3" presStyleIdx="4" presStyleCnt="17"/>
      <dgm:spPr/>
    </dgm:pt>
    <dgm:pt modelId="{4E80CD66-7806-4512-9603-F74694E11F04}" type="pres">
      <dgm:prSet presAssocID="{62EF0AE8-418A-492D-A60A-ACBA660E4E6C}" presName="hierRoot2" presStyleCnt="0">
        <dgm:presLayoutVars>
          <dgm:hierBranch val="init"/>
        </dgm:presLayoutVars>
      </dgm:prSet>
      <dgm:spPr/>
    </dgm:pt>
    <dgm:pt modelId="{A5435D1E-51C4-48CC-A4DA-78D40F6F5E90}" type="pres">
      <dgm:prSet presAssocID="{62EF0AE8-418A-492D-A60A-ACBA660E4E6C}" presName="rootComposite" presStyleCnt="0"/>
      <dgm:spPr/>
    </dgm:pt>
    <dgm:pt modelId="{C5D1C38B-B8EE-4119-AF2D-BF8813601234}" type="pres">
      <dgm:prSet presAssocID="{62EF0AE8-418A-492D-A60A-ACBA660E4E6C}" presName="rootText" presStyleLbl="node3" presStyleIdx="4" presStyleCnt="17" custScaleY="116130" custLinFactNeighborY="-48341">
        <dgm:presLayoutVars>
          <dgm:chPref val="3"/>
        </dgm:presLayoutVars>
      </dgm:prSet>
      <dgm:spPr/>
    </dgm:pt>
    <dgm:pt modelId="{D0B31D0F-1DDF-4505-9B13-9EC09BD7BD66}" type="pres">
      <dgm:prSet presAssocID="{62EF0AE8-418A-492D-A60A-ACBA660E4E6C}" presName="rootConnector" presStyleLbl="node3" presStyleIdx="4" presStyleCnt="17"/>
      <dgm:spPr/>
    </dgm:pt>
    <dgm:pt modelId="{DE5EC1D0-C1DD-42E0-AD09-D4E6E9E86CDA}" type="pres">
      <dgm:prSet presAssocID="{62EF0AE8-418A-492D-A60A-ACBA660E4E6C}" presName="hierChild4" presStyleCnt="0"/>
      <dgm:spPr/>
    </dgm:pt>
    <dgm:pt modelId="{69244CB8-8E76-4747-8C34-AF844A37F7D5}" type="pres">
      <dgm:prSet presAssocID="{62EF0AE8-418A-492D-A60A-ACBA660E4E6C}" presName="hierChild5" presStyleCnt="0"/>
      <dgm:spPr/>
    </dgm:pt>
    <dgm:pt modelId="{BAA33858-415C-4834-A15D-CE7731A26D55}" type="pres">
      <dgm:prSet presAssocID="{4D37ED15-CD79-4668-BBC9-B1B079870EC8}" presName="Name37" presStyleLbl="parChTrans1D3" presStyleIdx="5" presStyleCnt="17"/>
      <dgm:spPr/>
    </dgm:pt>
    <dgm:pt modelId="{C5B78EAF-328C-41DF-92BE-62EFB1FEC477}" type="pres">
      <dgm:prSet presAssocID="{DE9F181B-72A1-4466-8407-AD5D50237556}" presName="hierRoot2" presStyleCnt="0">
        <dgm:presLayoutVars>
          <dgm:hierBranch val="init"/>
        </dgm:presLayoutVars>
      </dgm:prSet>
      <dgm:spPr/>
    </dgm:pt>
    <dgm:pt modelId="{3F743B8B-947D-490B-BE29-CC3DCE3C860E}" type="pres">
      <dgm:prSet presAssocID="{DE9F181B-72A1-4466-8407-AD5D50237556}" presName="rootComposite" presStyleCnt="0"/>
      <dgm:spPr/>
    </dgm:pt>
    <dgm:pt modelId="{25640784-2D11-468F-A786-6C540CD57339}" type="pres">
      <dgm:prSet presAssocID="{DE9F181B-72A1-4466-8407-AD5D50237556}" presName="rootText" presStyleLbl="node3" presStyleIdx="5" presStyleCnt="17" custLinFactNeighborY="-66199">
        <dgm:presLayoutVars>
          <dgm:chPref val="3"/>
        </dgm:presLayoutVars>
      </dgm:prSet>
      <dgm:spPr/>
    </dgm:pt>
    <dgm:pt modelId="{409FA29E-040F-481C-9039-3B7BD90DC3F6}" type="pres">
      <dgm:prSet presAssocID="{DE9F181B-72A1-4466-8407-AD5D50237556}" presName="rootConnector" presStyleLbl="node3" presStyleIdx="5" presStyleCnt="17"/>
      <dgm:spPr/>
    </dgm:pt>
    <dgm:pt modelId="{DBF38516-88B1-4D9C-9CD9-65BBC4525FB4}" type="pres">
      <dgm:prSet presAssocID="{DE9F181B-72A1-4466-8407-AD5D50237556}" presName="hierChild4" presStyleCnt="0"/>
      <dgm:spPr/>
    </dgm:pt>
    <dgm:pt modelId="{AD1C9603-5AD6-4ABE-81C7-0BA973004472}" type="pres">
      <dgm:prSet presAssocID="{DE9F181B-72A1-4466-8407-AD5D50237556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2" presStyleCnt="8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2" presStyleCnt="5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2" presStyleCnt="5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6" presStyleCnt="17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6" presStyleCnt="17" custLinFactNeighborY="-18792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6" presStyleCnt="17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7" presStyleCnt="17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7" presStyleCnt="17" custLinFactNeighborY="-36624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7" presStyleCnt="17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2452EC62-0322-4D44-87D3-E16671593821}" type="pres">
      <dgm:prSet presAssocID="{13E466B1-1020-42EB-9122-9B9D1565A48F}" presName="Name37" presStyleLbl="parChTrans1D3" presStyleIdx="8" presStyleCnt="17"/>
      <dgm:spPr/>
    </dgm:pt>
    <dgm:pt modelId="{102A1020-5536-4934-A829-DE3C55B49B69}" type="pres">
      <dgm:prSet presAssocID="{3BB5567E-2DB0-4379-8DA7-EE659B81E0F5}" presName="hierRoot2" presStyleCnt="0">
        <dgm:presLayoutVars>
          <dgm:hierBranch val="init"/>
        </dgm:presLayoutVars>
      </dgm:prSet>
      <dgm:spPr/>
    </dgm:pt>
    <dgm:pt modelId="{980B55AE-9C19-4EDA-90E1-6A1ED6498D9F}" type="pres">
      <dgm:prSet presAssocID="{3BB5567E-2DB0-4379-8DA7-EE659B81E0F5}" presName="rootComposite" presStyleCnt="0"/>
      <dgm:spPr/>
    </dgm:pt>
    <dgm:pt modelId="{AC69C5D2-424C-4041-AC4B-7152E6E3275B}" type="pres">
      <dgm:prSet presAssocID="{3BB5567E-2DB0-4379-8DA7-EE659B81E0F5}" presName="rootText" presStyleLbl="node3" presStyleIdx="8" presStyleCnt="17" custLinFactNeighborY="-50559">
        <dgm:presLayoutVars>
          <dgm:chPref val="3"/>
        </dgm:presLayoutVars>
      </dgm:prSet>
      <dgm:spPr/>
    </dgm:pt>
    <dgm:pt modelId="{0F5F572E-3A98-4710-84B2-4BC1053CA96B}" type="pres">
      <dgm:prSet presAssocID="{3BB5567E-2DB0-4379-8DA7-EE659B81E0F5}" presName="rootConnector" presStyleLbl="node3" presStyleIdx="8" presStyleCnt="17"/>
      <dgm:spPr/>
    </dgm:pt>
    <dgm:pt modelId="{381F2E74-68CC-4C6D-8F2F-65BFC38E07CF}" type="pres">
      <dgm:prSet presAssocID="{3BB5567E-2DB0-4379-8DA7-EE659B81E0F5}" presName="hierChild4" presStyleCnt="0"/>
      <dgm:spPr/>
    </dgm:pt>
    <dgm:pt modelId="{F6FEF260-79DA-43BB-9CD0-0BD2106F8E62}" type="pres">
      <dgm:prSet presAssocID="{3BB5567E-2DB0-4379-8DA7-EE659B81E0F5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3" presStyleCnt="8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3" presStyleCnt="5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3" presStyleCnt="5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9" presStyleCnt="17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9" presStyleCnt="17" custLinFactNeighborY="-18792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9" presStyleCnt="17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10" presStyleCnt="17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10" presStyleCnt="17" custLinFactNeighborY="-38686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10" presStyleCnt="17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7E143813-DEAC-47A0-8273-767F07D7A437}" type="pres">
      <dgm:prSet presAssocID="{67516A8C-826C-4A0E-9138-315E28FD1D3D}" presName="Name37" presStyleLbl="parChTrans1D3" presStyleIdx="11" presStyleCnt="17"/>
      <dgm:spPr/>
    </dgm:pt>
    <dgm:pt modelId="{44675F9C-1CFC-4C0B-B6E8-29C4250E7749}" type="pres">
      <dgm:prSet presAssocID="{359658E8-5791-44AD-A30D-A2B7BBF11301}" presName="hierRoot2" presStyleCnt="0">
        <dgm:presLayoutVars>
          <dgm:hierBranch val="init"/>
        </dgm:presLayoutVars>
      </dgm:prSet>
      <dgm:spPr/>
    </dgm:pt>
    <dgm:pt modelId="{A9D84652-4D5D-4CE8-B654-8157BFF70D33}" type="pres">
      <dgm:prSet presAssocID="{359658E8-5791-44AD-A30D-A2B7BBF11301}" presName="rootComposite" presStyleCnt="0"/>
      <dgm:spPr/>
    </dgm:pt>
    <dgm:pt modelId="{01B49847-E5FF-4C0E-B02C-377744D870F5}" type="pres">
      <dgm:prSet presAssocID="{359658E8-5791-44AD-A30D-A2B7BBF11301}" presName="rootText" presStyleLbl="node3" presStyleIdx="11" presStyleCnt="17" custLinFactNeighborY="-56589">
        <dgm:presLayoutVars>
          <dgm:chPref val="3"/>
        </dgm:presLayoutVars>
      </dgm:prSet>
      <dgm:spPr/>
    </dgm:pt>
    <dgm:pt modelId="{14A11DF6-B239-425C-B2B2-E7C913D495F3}" type="pres">
      <dgm:prSet presAssocID="{359658E8-5791-44AD-A30D-A2B7BBF11301}" presName="rootConnector" presStyleLbl="node3" presStyleIdx="11" presStyleCnt="17"/>
      <dgm:spPr/>
    </dgm:pt>
    <dgm:pt modelId="{05C3B139-1CC1-47F7-AF87-DFBDFBD3437B}" type="pres">
      <dgm:prSet presAssocID="{359658E8-5791-44AD-A30D-A2B7BBF11301}" presName="hierChild4" presStyleCnt="0"/>
      <dgm:spPr/>
    </dgm:pt>
    <dgm:pt modelId="{2047D28B-56F5-43B1-AE2D-2AC474DC0F42}" type="pres">
      <dgm:prSet presAssocID="{359658E8-5791-44AD-A30D-A2B7BBF11301}" presName="hierChild5" presStyleCnt="0"/>
      <dgm:spPr/>
    </dgm:pt>
    <dgm:pt modelId="{ABFCFD3F-452B-4CD2-BB67-D4BE8D30B116}" type="pres">
      <dgm:prSet presAssocID="{06F76256-22A0-4A46-B363-CAE4C0C6AB8F}" presName="Name37" presStyleLbl="parChTrans1D3" presStyleIdx="12" presStyleCnt="17"/>
      <dgm:spPr/>
    </dgm:pt>
    <dgm:pt modelId="{6B0E6221-098D-4E20-8B94-41883CEA69A7}" type="pres">
      <dgm:prSet presAssocID="{841D5CEA-A4E0-49E2-B683-2DB5D778B1D7}" presName="hierRoot2" presStyleCnt="0">
        <dgm:presLayoutVars>
          <dgm:hierBranch val="init"/>
        </dgm:presLayoutVars>
      </dgm:prSet>
      <dgm:spPr/>
    </dgm:pt>
    <dgm:pt modelId="{15DC9596-6F03-47CE-965A-725AC848CA5F}" type="pres">
      <dgm:prSet presAssocID="{841D5CEA-A4E0-49E2-B683-2DB5D778B1D7}" presName="rootComposite" presStyleCnt="0"/>
      <dgm:spPr/>
    </dgm:pt>
    <dgm:pt modelId="{2FA9BEC6-65D9-4F36-8887-B337FB1C33E4}" type="pres">
      <dgm:prSet presAssocID="{841D5CEA-A4E0-49E2-B683-2DB5D778B1D7}" presName="rootText" presStyleLbl="node3" presStyleIdx="12" presStyleCnt="17" custLinFactNeighborY="-74447">
        <dgm:presLayoutVars>
          <dgm:chPref val="3"/>
        </dgm:presLayoutVars>
      </dgm:prSet>
      <dgm:spPr/>
    </dgm:pt>
    <dgm:pt modelId="{4C0D1948-50D5-4BFE-B5FD-F58B66791814}" type="pres">
      <dgm:prSet presAssocID="{841D5CEA-A4E0-49E2-B683-2DB5D778B1D7}" presName="rootConnector" presStyleLbl="node3" presStyleIdx="12" presStyleCnt="17"/>
      <dgm:spPr/>
    </dgm:pt>
    <dgm:pt modelId="{FDF234A3-915D-4C91-BF6F-A90EDB83FEDC}" type="pres">
      <dgm:prSet presAssocID="{841D5CEA-A4E0-49E2-B683-2DB5D778B1D7}" presName="hierChild4" presStyleCnt="0"/>
      <dgm:spPr/>
    </dgm:pt>
    <dgm:pt modelId="{AD968CF0-EB99-4D06-9F3E-01C096DC510A}" type="pres">
      <dgm:prSet presAssocID="{841D5CEA-A4E0-49E2-B683-2DB5D778B1D7}" presName="hierChild5" presStyleCnt="0"/>
      <dgm:spPr/>
    </dgm:pt>
    <dgm:pt modelId="{AC36ED3A-1997-41D3-A566-5450AC0C93C2}" type="pres">
      <dgm:prSet presAssocID="{697D1D63-7547-41D2-9E67-F5FF261AF50F}" presName="Name37" presStyleLbl="parChTrans1D3" presStyleIdx="13" presStyleCnt="17"/>
      <dgm:spPr/>
    </dgm:pt>
    <dgm:pt modelId="{3A4DA7D9-00B9-4962-B667-445A46FAA77B}" type="pres">
      <dgm:prSet presAssocID="{EFC8D954-2662-49D0-920C-73167FEE5300}" presName="hierRoot2" presStyleCnt="0">
        <dgm:presLayoutVars>
          <dgm:hierBranch val="init"/>
        </dgm:presLayoutVars>
      </dgm:prSet>
      <dgm:spPr/>
    </dgm:pt>
    <dgm:pt modelId="{4CB47A52-97F5-4519-9330-35B04AE65ADF}" type="pres">
      <dgm:prSet presAssocID="{EFC8D954-2662-49D0-920C-73167FEE5300}" presName="rootComposite" presStyleCnt="0"/>
      <dgm:spPr/>
    </dgm:pt>
    <dgm:pt modelId="{C91C3B26-FED8-4EBD-A29C-24DAEC4939A1}" type="pres">
      <dgm:prSet presAssocID="{EFC8D954-2662-49D0-920C-73167FEE5300}" presName="rootText" presStyleLbl="node3" presStyleIdx="13" presStyleCnt="17" custLinFactNeighborY="-97732">
        <dgm:presLayoutVars>
          <dgm:chPref val="3"/>
        </dgm:presLayoutVars>
      </dgm:prSet>
      <dgm:spPr/>
    </dgm:pt>
    <dgm:pt modelId="{71806A50-38D1-405D-9779-72ACE0F27949}" type="pres">
      <dgm:prSet presAssocID="{EFC8D954-2662-49D0-920C-73167FEE5300}" presName="rootConnector" presStyleLbl="node3" presStyleIdx="13" presStyleCnt="17"/>
      <dgm:spPr/>
    </dgm:pt>
    <dgm:pt modelId="{C5EDE3EE-454F-4917-BCE6-8245AA266553}" type="pres">
      <dgm:prSet presAssocID="{EFC8D954-2662-49D0-920C-73167FEE5300}" presName="hierChild4" presStyleCnt="0"/>
      <dgm:spPr/>
    </dgm:pt>
    <dgm:pt modelId="{5A0B707A-8D1C-41A5-BDD1-DEE393392CA1}" type="pres">
      <dgm:prSet presAssocID="{EFC8D954-2662-49D0-920C-73167FEE5300}" presName="hierChild5" presStyleCnt="0"/>
      <dgm:spPr/>
    </dgm:pt>
    <dgm:pt modelId="{842C69EF-1873-49A6-A0BF-995D21CDF62B}" type="pres">
      <dgm:prSet presAssocID="{61274151-6A36-4F7F-8D10-FD61FA78C2E7}" presName="Name37" presStyleLbl="parChTrans1D3" presStyleIdx="14" presStyleCnt="17"/>
      <dgm:spPr/>
    </dgm:pt>
    <dgm:pt modelId="{8CB15D30-D18B-4587-A241-AD478B7DA560}" type="pres">
      <dgm:prSet presAssocID="{356A378B-577E-4945-B5F9-713675122244}" presName="hierRoot2" presStyleCnt="0">
        <dgm:presLayoutVars>
          <dgm:hierBranch val="init"/>
        </dgm:presLayoutVars>
      </dgm:prSet>
      <dgm:spPr/>
    </dgm:pt>
    <dgm:pt modelId="{147CA0C5-F2CC-4893-9CFF-7315AF173681}" type="pres">
      <dgm:prSet presAssocID="{356A378B-577E-4945-B5F9-713675122244}" presName="rootComposite" presStyleCnt="0"/>
      <dgm:spPr/>
    </dgm:pt>
    <dgm:pt modelId="{0B70BA15-8A96-48BB-847A-1564B69EE8AF}" type="pres">
      <dgm:prSet presAssocID="{356A378B-577E-4945-B5F9-713675122244}" presName="rootText" presStyleLbl="node3" presStyleIdx="14" presStyleCnt="17" custLinFactY="-19690" custLinFactNeighborY="-100000">
        <dgm:presLayoutVars>
          <dgm:chPref val="3"/>
        </dgm:presLayoutVars>
      </dgm:prSet>
      <dgm:spPr/>
    </dgm:pt>
    <dgm:pt modelId="{EA4D5832-6B56-4583-86BA-3CE25195090F}" type="pres">
      <dgm:prSet presAssocID="{356A378B-577E-4945-B5F9-713675122244}" presName="rootConnector" presStyleLbl="node3" presStyleIdx="14" presStyleCnt="17"/>
      <dgm:spPr/>
    </dgm:pt>
    <dgm:pt modelId="{F6B19D61-CCD7-4A28-AE3C-4F27FDA80D3D}" type="pres">
      <dgm:prSet presAssocID="{356A378B-577E-4945-B5F9-713675122244}" presName="hierChild4" presStyleCnt="0"/>
      <dgm:spPr/>
    </dgm:pt>
    <dgm:pt modelId="{4C67F8D8-DECC-42D8-A39C-FD44EE8F5B83}" type="pres">
      <dgm:prSet presAssocID="{356A378B-577E-4945-B5F9-713675122244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4" presStyleCnt="8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4" presStyleCnt="5" custScaleX="121946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4" presStyleCnt="5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15" presStyleCnt="17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15" presStyleCnt="17" custScaleX="119840" custScaleY="153158" custLinFactNeighborY="-18792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15" presStyleCnt="17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16" presStyleCnt="17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16" presStyleCnt="17" custScaleX="117778" custScaleY="114956" custLinFactNeighborY="-29232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16" presStyleCnt="17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5" presStyleCnt="8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3" custScaleX="133804" custLinFactNeighborY="-5583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3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6" presStyleCnt="8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3" custScaleX="133407" custLinFactNeighborY="-5583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3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  <dgm:pt modelId="{0663AAEA-CA09-47BE-9A84-451FB21F36F6}" type="pres">
      <dgm:prSet presAssocID="{9EA4E5DD-7105-4A94-8BA1-42F1596502DB}" presName="Name111" presStyleLbl="parChTrans1D2" presStyleIdx="7" presStyleCnt="8"/>
      <dgm:spPr/>
    </dgm:pt>
    <dgm:pt modelId="{9C864C06-9D57-4FE5-8B28-F71A5FF250E3}" type="pres">
      <dgm:prSet presAssocID="{CBD7AFC9-0B6E-42D7-A96F-F517F7EFC92F}" presName="hierRoot3" presStyleCnt="0">
        <dgm:presLayoutVars>
          <dgm:hierBranch val="init"/>
        </dgm:presLayoutVars>
      </dgm:prSet>
      <dgm:spPr/>
    </dgm:pt>
    <dgm:pt modelId="{1AB3BF57-81AE-45A0-A6A9-BC96C9153A96}" type="pres">
      <dgm:prSet presAssocID="{CBD7AFC9-0B6E-42D7-A96F-F517F7EFC92F}" presName="rootComposite3" presStyleCnt="0"/>
      <dgm:spPr/>
    </dgm:pt>
    <dgm:pt modelId="{FDA0B000-941C-4164-9A68-FD76A81718FB}" type="pres">
      <dgm:prSet presAssocID="{CBD7AFC9-0B6E-42D7-A96F-F517F7EFC92F}" presName="rootText3" presStyleLbl="asst1" presStyleIdx="2" presStyleCnt="3" custScaleX="127144" custLinFactNeighborX="2088" custLinFactNeighborY="-13027">
        <dgm:presLayoutVars>
          <dgm:chPref val="3"/>
        </dgm:presLayoutVars>
      </dgm:prSet>
      <dgm:spPr/>
    </dgm:pt>
    <dgm:pt modelId="{FBCFAFC7-FD53-4C1D-B83D-B7E2F384123A}" type="pres">
      <dgm:prSet presAssocID="{CBD7AFC9-0B6E-42D7-A96F-F517F7EFC92F}" presName="rootConnector3" presStyleLbl="asst1" presStyleIdx="2" presStyleCnt="3"/>
      <dgm:spPr/>
    </dgm:pt>
    <dgm:pt modelId="{22FDD817-D5F9-4B6C-8377-13DBB1FEA131}" type="pres">
      <dgm:prSet presAssocID="{CBD7AFC9-0B6E-42D7-A96F-F517F7EFC92F}" presName="hierChild6" presStyleCnt="0"/>
      <dgm:spPr/>
    </dgm:pt>
    <dgm:pt modelId="{06D18B59-9222-42E2-ACF0-6BCFD5CA64B3}" type="pres">
      <dgm:prSet presAssocID="{CBD7AFC9-0B6E-42D7-A96F-F517F7EFC92F}" presName="hierChild7" presStyleCnt="0"/>
      <dgm:spPr/>
    </dgm:pt>
  </dgm:ptLst>
  <dgm:cxnLst>
    <dgm:cxn modelId="{6F405303-A8F4-4E2C-908E-AFC126442833}" type="presOf" srcId="{62EF0AE8-418A-492D-A60A-ACBA660E4E6C}" destId="{C5D1C38B-B8EE-4119-AF2D-BF8813601234}" srcOrd="0" destOrd="0" presId="urn:microsoft.com/office/officeart/2005/8/layout/orgChart1"/>
    <dgm:cxn modelId="{E6C16E04-D9F9-4CD8-A966-190DFC7F6D65}" srcId="{140C7BE8-953D-46B7-BBBC-CEFCFC1C4A44}" destId="{841D5CEA-A4E0-49E2-B683-2DB5D778B1D7}" srcOrd="3" destOrd="0" parTransId="{06F76256-22A0-4A46-B363-CAE4C0C6AB8F}" sibTransId="{FB2DDCD2-07D6-4DF5-AD36-F327D2340FFD}"/>
    <dgm:cxn modelId="{F990F109-2C7C-4958-A384-453C1B4C9644}" type="presOf" srcId="{7564F4A0-8D16-490D-907E-8ED95FA1220B}" destId="{62289886-03F6-4FB4-9DEF-38ED189E144E}" srcOrd="1" destOrd="0" presId="urn:microsoft.com/office/officeart/2005/8/layout/orgChart1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A6BA460B-BC8C-4FE6-92BE-8702898A95E4}" srcId="{1A95DD40-0793-4AFF-A9DD-159E3D55C96B}" destId="{62EF0AE8-418A-492D-A60A-ACBA660E4E6C}" srcOrd="2" destOrd="0" parTransId="{9F114192-86F4-4CD7-B493-B82B0CFDEF3C}" sibTransId="{529A67CE-A5F1-4A32-96B0-A7B97C3291A8}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F0D66318-3794-44FE-85BF-EFBA60BFF7B9}" type="presOf" srcId="{841D5CEA-A4E0-49E2-B683-2DB5D778B1D7}" destId="{2FA9BEC6-65D9-4F36-8887-B337FB1C33E4}" srcOrd="0" destOrd="0" presId="urn:microsoft.com/office/officeart/2005/8/layout/orgChart1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B8DA7918-FD1F-47A2-8F27-F57B4D5EF4DA}" type="presOf" srcId="{CBD7AFC9-0B6E-42D7-A96F-F517F7EFC92F}" destId="{FDA0B000-941C-4164-9A68-FD76A81718FB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1" destOrd="0" parTransId="{5AC1D850-6AE5-4AB4-956F-DCCF850FE0A3}" sibTransId="{780907FE-2876-4E95-AB0C-17F0421E1145}"/>
    <dgm:cxn modelId="{D54E6E32-B0E9-458A-A4BD-456098E5ECD3}" srcId="{BDA3E80D-83D1-43CB-89EA-5529CB9AAA78}" destId="{897542E0-B2F5-4EE4-8EE3-85C4B385D779}" srcOrd="6" destOrd="0" parTransId="{B9002353-9289-432A-9056-1107332AFC5B}" sibTransId="{CA9930E5-FB80-4A01-A1CD-1E377103E439}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87A7633A-C662-43EF-B5CC-B10106CF9A8C}" type="presOf" srcId="{BAA922EA-6F7E-40F5-9D1E-6522C35CEB91}" destId="{551F8C98-B2B2-4102-A99E-B5CF67691CF2}" srcOrd="0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DEBA133F-89AF-47EB-9BC7-5CF58C633019}" type="presOf" srcId="{61274151-6A36-4F7F-8D10-FD61FA78C2E7}" destId="{842C69EF-1873-49A6-A0BF-995D21CDF62B}" srcOrd="0" destOrd="0" presId="urn:microsoft.com/office/officeart/2005/8/layout/orgChart1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4562C61-B727-4DED-8B3B-8B8579301274}" type="presOf" srcId="{EFC8D954-2662-49D0-920C-73167FEE5300}" destId="{C91C3B26-FED8-4EBD-A29C-24DAEC4939A1}" srcOrd="0" destOrd="0" presId="urn:microsoft.com/office/officeart/2005/8/layout/orgChart1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14562843-34B2-4037-B9B2-E2332D2CD11E}" type="presOf" srcId="{D5C9C9D1-604B-4925-B2FF-5E3EBBE1DAAF}" destId="{2994FFDB-CB36-4419-8799-1117B4C45D05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88601646-5557-4422-B9DD-4C4310117199}" type="presOf" srcId="{3BB5567E-2DB0-4379-8DA7-EE659B81E0F5}" destId="{AC69C5D2-424C-4041-AC4B-7152E6E3275B}" srcOrd="0" destOrd="0" presId="urn:microsoft.com/office/officeart/2005/8/layout/orgChart1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A342B769-F85E-4A87-BC12-1AC69E2D4C73}" type="presOf" srcId="{356A378B-577E-4945-B5F9-713675122244}" destId="{EA4D5832-6B56-4583-86BA-3CE25195090F}" srcOrd="1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1E1E7E51-AFF5-46FA-BD9B-026438EE1AB6}" type="presOf" srcId="{EFC8D954-2662-49D0-920C-73167FEE5300}" destId="{71806A50-38D1-405D-9779-72ACE0F27949}" srcOrd="1" destOrd="0" presId="urn:microsoft.com/office/officeart/2005/8/layout/orgChart1"/>
    <dgm:cxn modelId="{B282C172-96C5-4B53-B9DD-FC70C2ED4DC3}" type="presOf" srcId="{DE9F181B-72A1-4466-8407-AD5D50237556}" destId="{409FA29E-040F-481C-9039-3B7BD90DC3F6}" srcOrd="1" destOrd="0" presId="urn:microsoft.com/office/officeart/2005/8/layout/orgChart1"/>
    <dgm:cxn modelId="{012B2173-54C9-445E-AFBF-D18BA00C0D74}" type="presOf" srcId="{62EF0AE8-418A-492D-A60A-ACBA660E4E6C}" destId="{D0B31D0F-1DDF-4505-9B13-9EC09BD7BD66}" srcOrd="1" destOrd="0" presId="urn:microsoft.com/office/officeart/2005/8/layout/orgChart1"/>
    <dgm:cxn modelId="{9F8D7C73-219D-4D43-9524-232ABAF58DD5}" type="presOf" srcId="{9EA4E5DD-7105-4A94-8BA1-42F1596502DB}" destId="{0663AAEA-CA09-47BE-9A84-451FB21F36F6}" srcOrd="0" destOrd="0" presId="urn:microsoft.com/office/officeart/2005/8/layout/orgChart1"/>
    <dgm:cxn modelId="{344CA453-67BA-4E96-B74E-936F1489A282}" srcId="{F93FE123-64C2-48E7-BB7C-78C89C6C6BF9}" destId="{3BB5567E-2DB0-4379-8DA7-EE659B81E0F5}" srcOrd="2" destOrd="0" parTransId="{13E466B1-1020-42EB-9122-9B9D1565A48F}" sibTransId="{D36AEE23-F491-4E64-9DFE-DD781F141FC2}"/>
    <dgm:cxn modelId="{94BDB956-A31C-4A64-B68A-A7F57344BFB1}" srcId="{F93FE123-64C2-48E7-BB7C-78C89C6C6BF9}" destId="{F554F3ED-509F-434E-9414-96A5C7204449}" srcOrd="1" destOrd="0" parTransId="{25962EFF-7E61-48E6-88D8-61D9DDBA6AD8}" sibTransId="{0795AE4A-255D-4D4A-93BD-F5327A47AD31}"/>
    <dgm:cxn modelId="{70D35059-A75F-44B4-ADD0-E803161A0033}" type="presOf" srcId="{9F114192-86F4-4CD7-B493-B82B0CFDEF3C}" destId="{25B6ACD3-6290-41E9-A267-CC85CF2CD2D4}" srcOrd="0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DA791D7B-1ACC-4D71-8CE2-2C5850102398}" type="presOf" srcId="{FFF76743-057B-4AB6-9477-039899594119}" destId="{33BE3C83-CD92-4B0A-A243-FC9569B3BD0D}" srcOrd="1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5" destOrd="0" parTransId="{2705112C-0791-4250-B875-ED990730F6C5}" sibTransId="{1A6AB38F-66D1-4BA9-8AAD-B524F0DC4142}"/>
    <dgm:cxn modelId="{61EF957F-C698-4267-BB21-876DA5AA7A60}" type="presOf" srcId="{697D1D63-7547-41D2-9E67-F5FF261AF50F}" destId="{AC36ED3A-1997-41D3-A566-5450AC0C93C2}" srcOrd="0" destOrd="0" presId="urn:microsoft.com/office/officeart/2005/8/layout/orgChart1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1F75D881-1F5A-412C-BC16-D6892291BB29}" type="presOf" srcId="{DE9F181B-72A1-4466-8407-AD5D50237556}" destId="{25640784-2D11-468F-A786-6C540CD57339}" srcOrd="0" destOrd="0" presId="urn:microsoft.com/office/officeart/2005/8/layout/orgChart1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58B66989-4290-4304-BC84-394107040232}" type="presOf" srcId="{B4DEEB40-0DA0-47EA-9B1F-565BB0D4F122}" destId="{84BF238D-CEF7-4D57-9B28-4A590B241548}" srcOrd="0" destOrd="0" presId="urn:microsoft.com/office/officeart/2005/8/layout/orgChart1"/>
    <dgm:cxn modelId="{DF0F318A-7136-4D07-9575-7D79A9781A8D}" type="presOf" srcId="{CBD7AFC9-0B6E-42D7-A96F-F517F7EFC92F}" destId="{FBCFAFC7-FD53-4C1D-B83D-B7E2F384123A}" srcOrd="1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5177BB92-0483-4935-922A-94DC7F139BD8}" type="presOf" srcId="{841D5CEA-A4E0-49E2-B683-2DB5D778B1D7}" destId="{4C0D1948-50D5-4BFE-B5FD-F58B66791814}" srcOrd="1" destOrd="0" presId="urn:microsoft.com/office/officeart/2005/8/layout/orgChart1"/>
    <dgm:cxn modelId="{F9DADB9A-C54C-4EFC-AE41-EC61CF1B5802}" type="presOf" srcId="{67516A8C-826C-4A0E-9138-315E28FD1D3D}" destId="{7E143813-DEAC-47A0-8273-767F07D7A437}" srcOrd="0" destOrd="0" presId="urn:microsoft.com/office/officeart/2005/8/layout/orgChart1"/>
    <dgm:cxn modelId="{E340EA9B-12AB-45BC-9B91-853BC93D6DD3}" srcId="{BDA3E80D-83D1-43CB-89EA-5529CB9AAA78}" destId="{CBD7AFC9-0B6E-42D7-A96F-F517F7EFC92F}" srcOrd="7" destOrd="0" parTransId="{9EA4E5DD-7105-4A94-8BA1-42F1596502DB}" sibTransId="{1FCB9555-7F82-44F0-BFB3-882E83B33521}"/>
    <dgm:cxn modelId="{4030FD9B-A4E9-4CF0-B846-5FF3D964308C}" srcId="{140C7BE8-953D-46B7-BBBC-CEFCFC1C4A44}" destId="{EFC8D954-2662-49D0-920C-73167FEE5300}" srcOrd="4" destOrd="0" parTransId="{697D1D63-7547-41D2-9E67-F5FF261AF50F}" sibTransId="{0411A341-CBB1-406B-9F20-26B936A6A59E}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7D4C89A0-7BB1-4A3A-948B-931B6E360C97}" srcId="{140C7BE8-953D-46B7-BBBC-CEFCFC1C4A44}" destId="{356A378B-577E-4945-B5F9-713675122244}" srcOrd="5" destOrd="0" parTransId="{61274151-6A36-4F7F-8D10-FD61FA78C2E7}" sibTransId="{4E60C2BD-4CF1-4D4D-96D2-FEB7B1460548}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F7A084AB-8A6C-446F-84D1-77FDD5C90D7D}" type="presOf" srcId="{7564F4A0-8D16-490D-907E-8ED95FA1220B}" destId="{5DB3D4AA-09BF-4D9E-AAC4-C4A221E771D8}" srcOrd="0" destOrd="0" presId="urn:microsoft.com/office/officeart/2005/8/layout/orgChart1"/>
    <dgm:cxn modelId="{2D3089AB-5E45-45F1-A9A9-B3E95A3EF398}" type="presOf" srcId="{359658E8-5791-44AD-A30D-A2B7BBF11301}" destId="{01B49847-E5FF-4C0E-B02C-377744D870F5}" srcOrd="0" destOrd="0" presId="urn:microsoft.com/office/officeart/2005/8/layout/orgChart1"/>
    <dgm:cxn modelId="{82DDB5AC-7EA2-42FB-9590-E59EA5CA3F44}" srcId="{BDA3E80D-83D1-43CB-89EA-5529CB9AAA78}" destId="{F93FE123-64C2-48E7-BB7C-78C89C6C6BF9}" srcOrd="4" destOrd="0" parTransId="{E591C46F-C3C1-4334-AD6A-48CD500503EB}" sibTransId="{44494D52-5C85-4BCC-BD10-DF728B666320}"/>
    <dgm:cxn modelId="{B8B3CDB4-AC51-473C-8749-CA6113378C01}" srcId="{BDA3E80D-83D1-43CB-89EA-5529CB9AAA78}" destId="{7D8A1772-F4D4-4657-90BE-B299B52DCFE4}" srcOrd="3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0AB12EB6-E165-45C9-B200-1B6CDB8EC658}" type="presOf" srcId="{E805C673-92D2-4D4D-86FF-5E937AABAE3A}" destId="{CBAD961B-C075-4AEC-97DB-0DBA4AE7CDC9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FA7A6FC5-CDF6-41FC-9A54-DCF55A76C8F9}" type="presOf" srcId="{356A378B-577E-4945-B5F9-713675122244}" destId="{0B70BA15-8A96-48BB-847A-1564B69EE8AF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755759D3-A418-41DC-BD4B-3349925B2CDD}" type="presOf" srcId="{359658E8-5791-44AD-A30D-A2B7BBF11301}" destId="{14A11DF6-B239-425C-B2B2-E7C913D495F3}" srcOrd="1" destOrd="0" presId="urn:microsoft.com/office/officeart/2005/8/layout/orgChart1"/>
    <dgm:cxn modelId="{053AA7D4-C355-49F7-9569-E1BD08599BEC}" srcId="{1A95DD40-0793-4AFF-A9DD-159E3D55C96B}" destId="{FFF76743-057B-4AB6-9477-039899594119}" srcOrd="0" destOrd="0" parTransId="{D5C9C9D1-604B-4925-B2FF-5E3EBBE1DAAF}" sibTransId="{16071E0F-6D79-4717-9813-8E87262120F5}"/>
    <dgm:cxn modelId="{810A09D6-43D6-4DE0-8C47-B466CF5D7CAE}" srcId="{1A95DD40-0793-4AFF-A9DD-159E3D55C96B}" destId="{E805C673-92D2-4D4D-86FF-5E937AABAE3A}" srcOrd="1" destOrd="0" parTransId="{BAA922EA-6F7E-40F5-9D1E-6522C35CEB91}" sibTransId="{C6893843-F7E5-4A0F-A5B3-3BD39EDF6824}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24711BE7-80A3-4E1A-BEC2-4DDB7F59ED7C}" srcId="{140C7BE8-953D-46B7-BBBC-CEFCFC1C4A44}" destId="{70466ED9-BB8A-4C0E-BB0E-63D84C59124C}" srcOrd="1" destOrd="0" parTransId="{CA5C73BC-41E8-4FFD-AB29-9E0644637AB1}" sibTransId="{C79640DE-8F9F-4422-A93F-F3C80957056A}"/>
    <dgm:cxn modelId="{9E1CA6E7-89CB-4A9B-99B9-9461893E5181}" srcId="{BDA3E80D-83D1-43CB-89EA-5529CB9AAA78}" destId="{1A95DD40-0793-4AFF-A9DD-159E3D55C96B}" srcOrd="2" destOrd="0" parTransId="{45DDB93D-9EFB-4128-A28A-2E2244F4E1C0}" sibTransId="{3D4DCA69-CF03-4958-8F2F-B72D1C4FD8FB}"/>
    <dgm:cxn modelId="{56DAE0E7-9785-4328-B372-FCC30473A3A3}" type="presOf" srcId="{4D37ED15-CD79-4668-BBC9-B1B079870EC8}" destId="{BAA33858-415C-4834-A15D-CE7731A26D55}" srcOrd="0" destOrd="0" presId="urn:microsoft.com/office/officeart/2005/8/layout/orgChart1"/>
    <dgm:cxn modelId="{471E16EA-222E-452F-9E1D-559A5FC6DDFB}" type="presOf" srcId="{E805C673-92D2-4D4D-86FF-5E937AABAE3A}" destId="{819D84F0-AE3C-471B-8D6B-76A2940EA430}" srcOrd="1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5471FAEB-0D5F-4ED9-AEA4-25CCC758EB0C}" srcId="{140C7BE8-953D-46B7-BBBC-CEFCFC1C4A44}" destId="{359658E8-5791-44AD-A30D-A2B7BBF11301}" srcOrd="2" destOrd="0" parTransId="{67516A8C-826C-4A0E-9138-315E28FD1D3D}" sibTransId="{2A405053-B89B-4CC2-B2E0-D5E8A64A9D94}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64B7B4F0-57D5-49F9-ABC6-46186D23F474}" type="presOf" srcId="{06F76256-22A0-4A46-B363-CAE4C0C6AB8F}" destId="{ABFCFD3F-452B-4CD2-BB67-D4BE8D30B116}" srcOrd="0" destOrd="0" presId="urn:microsoft.com/office/officeart/2005/8/layout/orgChart1"/>
    <dgm:cxn modelId="{738612F2-6A02-4C46-9D7A-89C1EF145558}" type="presOf" srcId="{FFF76743-057B-4AB6-9477-039899594119}" destId="{C27F17B6-C1E2-4B95-9EA1-506B466147E9}" srcOrd="0" destOrd="0" presId="urn:microsoft.com/office/officeart/2005/8/layout/orgChart1"/>
    <dgm:cxn modelId="{EE1CBBF2-70AE-4A9C-8471-F1C0945219BE}" srcId="{1A95DD40-0793-4AFF-A9DD-159E3D55C96B}" destId="{DE9F181B-72A1-4466-8407-AD5D50237556}" srcOrd="3" destOrd="0" parTransId="{4D37ED15-CD79-4668-BBC9-B1B079870EC8}" sibTransId="{4CE0516A-89C1-4E42-A162-60E209C0B217}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493C2DF5-4A9D-420A-9ECE-774B7C4587C0}" srcId="{3A9BC52B-E42D-4E47-9B73-E9B7E19108F2}" destId="{7564F4A0-8D16-490D-907E-8ED95FA1220B}" srcOrd="1" destOrd="0" parTransId="{B4DEEB40-0DA0-47EA-9B1F-565BB0D4F122}" sibTransId="{8FB8FCB9-AE6D-4EC3-8269-A2B3ACF857EA}"/>
    <dgm:cxn modelId="{DF8871F6-D7C9-4A38-83C0-C3F715F4A1DD}" type="presOf" srcId="{3BB5567E-2DB0-4379-8DA7-EE659B81E0F5}" destId="{0F5F572E-3A98-4710-84B2-4BC1053CA96B}" srcOrd="1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D2420BFE-5090-47B3-B094-2909A0CB7CED}" type="presOf" srcId="{13E466B1-1020-42EB-9122-9B9D1565A48F}" destId="{2452EC62-0322-4D44-87D3-E16671593821}" srcOrd="0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E3A2D788-4BDB-4306-8DE1-0F0BDFCFF675}" type="presParOf" srcId="{702F29B1-99E5-4896-B101-A66FF14B51F6}" destId="{B71F6333-D23C-4EC2-9267-E9A3826C993D}" srcOrd="0" destOrd="0" presId="urn:microsoft.com/office/officeart/2005/8/layout/orgChart1"/>
    <dgm:cxn modelId="{7086632C-5806-4DE1-B9A3-82289A55AEA4}" type="presParOf" srcId="{702F29B1-99E5-4896-B101-A66FF14B51F6}" destId="{51990EDA-0367-4D88-990E-8597E6563A36}" srcOrd="1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937ADC50-B125-417B-9C23-946BD4EF9BF7}" type="presParOf" srcId="{7B862720-FA0B-4893-9E2B-972DF9D5EA5B}" destId="{84BF238D-CEF7-4D57-9B28-4A590B241548}" srcOrd="2" destOrd="0" presId="urn:microsoft.com/office/officeart/2005/8/layout/orgChart1"/>
    <dgm:cxn modelId="{6441B592-3B02-4BFF-956E-96D9B50EE2F7}" type="presParOf" srcId="{7B862720-FA0B-4893-9E2B-972DF9D5EA5B}" destId="{BBC72B8F-9FD7-4418-9146-B2D21A8CE588}" srcOrd="3" destOrd="0" presId="urn:microsoft.com/office/officeart/2005/8/layout/orgChart1"/>
    <dgm:cxn modelId="{D6175475-8BBD-4F04-B858-1738788765FE}" type="presParOf" srcId="{BBC72B8F-9FD7-4418-9146-B2D21A8CE588}" destId="{FD5A1B3B-68AB-4724-A690-17C8E18A28C8}" srcOrd="0" destOrd="0" presId="urn:microsoft.com/office/officeart/2005/8/layout/orgChart1"/>
    <dgm:cxn modelId="{C74EEE4B-DB05-4FAF-A434-9AC39AA32600}" type="presParOf" srcId="{FD5A1B3B-68AB-4724-A690-17C8E18A28C8}" destId="{5DB3D4AA-09BF-4D9E-AAC4-C4A221E771D8}" srcOrd="0" destOrd="0" presId="urn:microsoft.com/office/officeart/2005/8/layout/orgChart1"/>
    <dgm:cxn modelId="{2DB26897-1907-4889-B43D-B914073AF02F}" type="presParOf" srcId="{FD5A1B3B-68AB-4724-A690-17C8E18A28C8}" destId="{62289886-03F6-4FB4-9DEF-38ED189E144E}" srcOrd="1" destOrd="0" presId="urn:microsoft.com/office/officeart/2005/8/layout/orgChart1"/>
    <dgm:cxn modelId="{827DAF9C-347F-4F88-9907-00945D022F2E}" type="presParOf" srcId="{BBC72B8F-9FD7-4418-9146-B2D21A8CE588}" destId="{4A0F7B82-905F-4048-BAD9-79AD1B90478C}" srcOrd="1" destOrd="0" presId="urn:microsoft.com/office/officeart/2005/8/layout/orgChart1"/>
    <dgm:cxn modelId="{C4AF7054-2F49-49EB-8A66-DF84E88ED36D}" type="presParOf" srcId="{BBC72B8F-9FD7-4418-9146-B2D21A8CE588}" destId="{24E666AE-2AC9-4DDC-A09F-DBBEB0801F1E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2" destOrd="0" presId="urn:microsoft.com/office/officeart/2005/8/layout/orgChart1"/>
    <dgm:cxn modelId="{B214A4F8-103A-482B-8524-CCED292D7BE6}" type="presParOf" srcId="{702F29B1-99E5-4896-B101-A66FF14B51F6}" destId="{FF08BDA0-A682-4884-9E7F-74783F6F0578}" srcOrd="3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78813A14-47B9-48E8-8626-C1908E36165B}" type="presParOf" srcId="{E474A6EE-A417-44C1-A518-D891C508A90A}" destId="{2994FFDB-CB36-4419-8799-1117B4C45D05}" srcOrd="0" destOrd="0" presId="urn:microsoft.com/office/officeart/2005/8/layout/orgChart1"/>
    <dgm:cxn modelId="{89D6218A-5E6B-4CD5-8667-3AECBCD11D39}" type="presParOf" srcId="{E474A6EE-A417-44C1-A518-D891C508A90A}" destId="{FDE4C71E-E52D-48D4-A0F6-A8F5761CB703}" srcOrd="1" destOrd="0" presId="urn:microsoft.com/office/officeart/2005/8/layout/orgChart1"/>
    <dgm:cxn modelId="{1DE3EA9A-AA66-4216-822C-6B22F00602D7}" type="presParOf" srcId="{FDE4C71E-E52D-48D4-A0F6-A8F5761CB703}" destId="{698E33B2-07B0-490D-951B-873B503DE39F}" srcOrd="0" destOrd="0" presId="urn:microsoft.com/office/officeart/2005/8/layout/orgChart1"/>
    <dgm:cxn modelId="{FDC2D8A7-63A8-40CD-B9BC-84B72EF4CBC9}" type="presParOf" srcId="{698E33B2-07B0-490D-951B-873B503DE39F}" destId="{C27F17B6-C1E2-4B95-9EA1-506B466147E9}" srcOrd="0" destOrd="0" presId="urn:microsoft.com/office/officeart/2005/8/layout/orgChart1"/>
    <dgm:cxn modelId="{6BAF6E69-D170-44B5-AC1F-92014A46CB1D}" type="presParOf" srcId="{698E33B2-07B0-490D-951B-873B503DE39F}" destId="{33BE3C83-CD92-4B0A-A243-FC9569B3BD0D}" srcOrd="1" destOrd="0" presId="urn:microsoft.com/office/officeart/2005/8/layout/orgChart1"/>
    <dgm:cxn modelId="{75B9D078-5933-4541-8467-7E919ECEFA81}" type="presParOf" srcId="{FDE4C71E-E52D-48D4-A0F6-A8F5761CB703}" destId="{2933AAD2-6B5C-4F6E-B648-A72A2674125C}" srcOrd="1" destOrd="0" presId="urn:microsoft.com/office/officeart/2005/8/layout/orgChart1"/>
    <dgm:cxn modelId="{0112F58D-2699-4DD3-B6DC-339C615E4F31}" type="presParOf" srcId="{FDE4C71E-E52D-48D4-A0F6-A8F5761CB703}" destId="{8967A8EC-ECC1-41CF-A375-23D1653F6081}" srcOrd="2" destOrd="0" presId="urn:microsoft.com/office/officeart/2005/8/layout/orgChart1"/>
    <dgm:cxn modelId="{B4BF50AE-F0B3-4694-AF24-B9603ECB7160}" type="presParOf" srcId="{E474A6EE-A417-44C1-A518-D891C508A90A}" destId="{551F8C98-B2B2-4102-A99E-B5CF67691CF2}" srcOrd="2" destOrd="0" presId="urn:microsoft.com/office/officeart/2005/8/layout/orgChart1"/>
    <dgm:cxn modelId="{8BEB825C-3486-42E1-92B0-4622BD356A0A}" type="presParOf" srcId="{E474A6EE-A417-44C1-A518-D891C508A90A}" destId="{35ADD897-BD73-47FC-A3DA-70716B66EACD}" srcOrd="3" destOrd="0" presId="urn:microsoft.com/office/officeart/2005/8/layout/orgChart1"/>
    <dgm:cxn modelId="{BA35F7A3-7782-4872-BE48-3C07E4FF50EE}" type="presParOf" srcId="{35ADD897-BD73-47FC-A3DA-70716B66EACD}" destId="{4AE5E912-6CEE-4495-AF2B-1A1FE3834BAF}" srcOrd="0" destOrd="0" presId="urn:microsoft.com/office/officeart/2005/8/layout/orgChart1"/>
    <dgm:cxn modelId="{FED1523C-421D-4936-AF01-0C3A55F55729}" type="presParOf" srcId="{4AE5E912-6CEE-4495-AF2B-1A1FE3834BAF}" destId="{CBAD961B-C075-4AEC-97DB-0DBA4AE7CDC9}" srcOrd="0" destOrd="0" presId="urn:microsoft.com/office/officeart/2005/8/layout/orgChart1"/>
    <dgm:cxn modelId="{C186DFB9-71AC-43FB-9462-E9A00CB907F8}" type="presParOf" srcId="{4AE5E912-6CEE-4495-AF2B-1A1FE3834BAF}" destId="{819D84F0-AE3C-471B-8D6B-76A2940EA430}" srcOrd="1" destOrd="0" presId="urn:microsoft.com/office/officeart/2005/8/layout/orgChart1"/>
    <dgm:cxn modelId="{09091F60-C217-4C31-AD63-B8ED7093CF4D}" type="presParOf" srcId="{35ADD897-BD73-47FC-A3DA-70716B66EACD}" destId="{FB43D99D-7D7F-48CF-B0A3-A487725C34FE}" srcOrd="1" destOrd="0" presId="urn:microsoft.com/office/officeart/2005/8/layout/orgChart1"/>
    <dgm:cxn modelId="{686B8BA2-2C2B-42E6-B752-D9FD745D6C20}" type="presParOf" srcId="{35ADD897-BD73-47FC-A3DA-70716B66EACD}" destId="{A656D364-6F80-4884-9450-87B99582B822}" srcOrd="2" destOrd="0" presId="urn:microsoft.com/office/officeart/2005/8/layout/orgChart1"/>
    <dgm:cxn modelId="{5266F991-6056-4103-B09A-5B13532E62CF}" type="presParOf" srcId="{E474A6EE-A417-44C1-A518-D891C508A90A}" destId="{25B6ACD3-6290-41E9-A267-CC85CF2CD2D4}" srcOrd="4" destOrd="0" presId="urn:microsoft.com/office/officeart/2005/8/layout/orgChart1"/>
    <dgm:cxn modelId="{6C82E2FB-7BE7-45E2-8B2A-D884D07BDEB2}" type="presParOf" srcId="{E474A6EE-A417-44C1-A518-D891C508A90A}" destId="{4E80CD66-7806-4512-9603-F74694E11F04}" srcOrd="5" destOrd="0" presId="urn:microsoft.com/office/officeart/2005/8/layout/orgChart1"/>
    <dgm:cxn modelId="{18C053C2-F678-43EC-B85F-C2AE650C1D15}" type="presParOf" srcId="{4E80CD66-7806-4512-9603-F74694E11F04}" destId="{A5435D1E-51C4-48CC-A4DA-78D40F6F5E90}" srcOrd="0" destOrd="0" presId="urn:microsoft.com/office/officeart/2005/8/layout/orgChart1"/>
    <dgm:cxn modelId="{BF164FB2-53F1-416E-B9C0-120639E9E252}" type="presParOf" srcId="{A5435D1E-51C4-48CC-A4DA-78D40F6F5E90}" destId="{C5D1C38B-B8EE-4119-AF2D-BF8813601234}" srcOrd="0" destOrd="0" presId="urn:microsoft.com/office/officeart/2005/8/layout/orgChart1"/>
    <dgm:cxn modelId="{2C295B8D-2D85-4DA4-9EB7-7A2BC247D38E}" type="presParOf" srcId="{A5435D1E-51C4-48CC-A4DA-78D40F6F5E90}" destId="{D0B31D0F-1DDF-4505-9B13-9EC09BD7BD66}" srcOrd="1" destOrd="0" presId="urn:microsoft.com/office/officeart/2005/8/layout/orgChart1"/>
    <dgm:cxn modelId="{E17A7594-D1B1-4110-8777-074C7201427E}" type="presParOf" srcId="{4E80CD66-7806-4512-9603-F74694E11F04}" destId="{DE5EC1D0-C1DD-42E0-AD09-D4E6E9E86CDA}" srcOrd="1" destOrd="0" presId="urn:microsoft.com/office/officeart/2005/8/layout/orgChart1"/>
    <dgm:cxn modelId="{FDB5B4ED-0FD6-4B09-B9CC-B4E66F8C17AC}" type="presParOf" srcId="{4E80CD66-7806-4512-9603-F74694E11F04}" destId="{69244CB8-8E76-4747-8C34-AF844A37F7D5}" srcOrd="2" destOrd="0" presId="urn:microsoft.com/office/officeart/2005/8/layout/orgChart1"/>
    <dgm:cxn modelId="{0452D33B-1534-4EE5-80A0-F4B006A5D1F6}" type="presParOf" srcId="{E474A6EE-A417-44C1-A518-D891C508A90A}" destId="{BAA33858-415C-4834-A15D-CE7731A26D55}" srcOrd="6" destOrd="0" presId="urn:microsoft.com/office/officeart/2005/8/layout/orgChart1"/>
    <dgm:cxn modelId="{6866BF93-83CF-4CD6-B547-8B4184D65B68}" type="presParOf" srcId="{E474A6EE-A417-44C1-A518-D891C508A90A}" destId="{C5B78EAF-328C-41DF-92BE-62EFB1FEC477}" srcOrd="7" destOrd="0" presId="urn:microsoft.com/office/officeart/2005/8/layout/orgChart1"/>
    <dgm:cxn modelId="{5BF64C7E-74A4-430C-BD0B-48C6345878E5}" type="presParOf" srcId="{C5B78EAF-328C-41DF-92BE-62EFB1FEC477}" destId="{3F743B8B-947D-490B-BE29-CC3DCE3C860E}" srcOrd="0" destOrd="0" presId="urn:microsoft.com/office/officeart/2005/8/layout/orgChart1"/>
    <dgm:cxn modelId="{F72E446D-B055-4B23-88DB-F43F766E1D72}" type="presParOf" srcId="{3F743B8B-947D-490B-BE29-CC3DCE3C860E}" destId="{25640784-2D11-468F-A786-6C540CD57339}" srcOrd="0" destOrd="0" presId="urn:microsoft.com/office/officeart/2005/8/layout/orgChart1"/>
    <dgm:cxn modelId="{C23EFB0F-9DF8-4A99-8F2E-3D82F99FE8A8}" type="presParOf" srcId="{3F743B8B-947D-490B-BE29-CC3DCE3C860E}" destId="{409FA29E-040F-481C-9039-3B7BD90DC3F6}" srcOrd="1" destOrd="0" presId="urn:microsoft.com/office/officeart/2005/8/layout/orgChart1"/>
    <dgm:cxn modelId="{B1DDCFFC-797B-4811-A9E0-5E1EB132A13C}" type="presParOf" srcId="{C5B78EAF-328C-41DF-92BE-62EFB1FEC477}" destId="{DBF38516-88B1-4D9C-9CD9-65BBC4525FB4}" srcOrd="1" destOrd="0" presId="urn:microsoft.com/office/officeart/2005/8/layout/orgChart1"/>
    <dgm:cxn modelId="{3E10E459-4BB6-40F0-9F7B-DAE0557FC0D6}" type="presParOf" srcId="{C5B78EAF-328C-41DF-92BE-62EFB1FEC477}" destId="{AD1C9603-5AD6-4ABE-81C7-0BA973004472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79C889CF-5A8F-451E-8280-91A187B7FC9B}" type="presParOf" srcId="{702F29B1-99E5-4896-B101-A66FF14B51F6}" destId="{FD9A2F87-5594-4B1C-959F-6AF063EC5722}" srcOrd="4" destOrd="0" presId="urn:microsoft.com/office/officeart/2005/8/layout/orgChart1"/>
    <dgm:cxn modelId="{1576BFE1-5BA0-42F0-9F72-FD164C02F3AA}" type="presParOf" srcId="{702F29B1-99E5-4896-B101-A66FF14B51F6}" destId="{72FC4307-AF73-410D-9740-C0206929B210}" srcOrd="5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F78BA671-6E6B-46D2-952C-0CCA38781266}" type="presParOf" srcId="{14671578-2E54-4AEE-AAD1-B1C890C0F542}" destId="{9BE1465B-C014-46BE-AA8A-69E4F7987327}" srcOrd="2" destOrd="0" presId="urn:microsoft.com/office/officeart/2005/8/layout/orgChart1"/>
    <dgm:cxn modelId="{E3A9145D-005B-4D92-B9DD-85CBDED49DA5}" type="presParOf" srcId="{14671578-2E54-4AEE-AAD1-B1C890C0F542}" destId="{9559C66C-0EE9-400E-AE2A-3C29BEF6B278}" srcOrd="3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23725041-67AC-49DD-BB89-19169734D8C3}" type="presParOf" srcId="{14671578-2E54-4AEE-AAD1-B1C890C0F542}" destId="{2452EC62-0322-4D44-87D3-E16671593821}" srcOrd="4" destOrd="0" presId="urn:microsoft.com/office/officeart/2005/8/layout/orgChart1"/>
    <dgm:cxn modelId="{6C7C1C12-EAFF-4F28-B144-BB8896E1D494}" type="presParOf" srcId="{14671578-2E54-4AEE-AAD1-B1C890C0F542}" destId="{102A1020-5536-4934-A829-DE3C55B49B69}" srcOrd="5" destOrd="0" presId="urn:microsoft.com/office/officeart/2005/8/layout/orgChart1"/>
    <dgm:cxn modelId="{00A5243B-32A5-40F1-8479-7D7E340C08C3}" type="presParOf" srcId="{102A1020-5536-4934-A829-DE3C55B49B69}" destId="{980B55AE-9C19-4EDA-90E1-6A1ED6498D9F}" srcOrd="0" destOrd="0" presId="urn:microsoft.com/office/officeart/2005/8/layout/orgChart1"/>
    <dgm:cxn modelId="{A86CFE8F-D94B-4ED5-878A-D824202FB8A5}" type="presParOf" srcId="{980B55AE-9C19-4EDA-90E1-6A1ED6498D9F}" destId="{AC69C5D2-424C-4041-AC4B-7152E6E3275B}" srcOrd="0" destOrd="0" presId="urn:microsoft.com/office/officeart/2005/8/layout/orgChart1"/>
    <dgm:cxn modelId="{90C05E43-F08F-4F38-B3F6-E96795250861}" type="presParOf" srcId="{980B55AE-9C19-4EDA-90E1-6A1ED6498D9F}" destId="{0F5F572E-3A98-4710-84B2-4BC1053CA96B}" srcOrd="1" destOrd="0" presId="urn:microsoft.com/office/officeart/2005/8/layout/orgChart1"/>
    <dgm:cxn modelId="{311C5325-1B3E-42EB-8E32-60BE95F416BB}" type="presParOf" srcId="{102A1020-5536-4934-A829-DE3C55B49B69}" destId="{381F2E74-68CC-4C6D-8F2F-65BFC38E07CF}" srcOrd="1" destOrd="0" presId="urn:microsoft.com/office/officeart/2005/8/layout/orgChart1"/>
    <dgm:cxn modelId="{A3DC3BA6-2ABD-4DF2-9DA3-DA63346C5A34}" type="presParOf" srcId="{102A1020-5536-4934-A829-DE3C55B49B69}" destId="{F6FEF260-79DA-43BB-9CD0-0BD2106F8E62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5D185199-4449-4FC4-A417-ADDB32F0F1FA}" type="presParOf" srcId="{702F29B1-99E5-4896-B101-A66FF14B51F6}" destId="{203CECAF-4583-4381-A15F-0B63A7CD1DC8}" srcOrd="6" destOrd="0" presId="urn:microsoft.com/office/officeart/2005/8/layout/orgChart1"/>
    <dgm:cxn modelId="{93B7AB06-19F1-4685-82BF-A131907775F0}" type="presParOf" srcId="{702F29B1-99E5-4896-B101-A66FF14B51F6}" destId="{8AA23E7D-C409-4F33-A40C-76801715EDE1}" srcOrd="7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E4C03691-6BD3-45EA-A947-2C540E9AC4D9}" type="presParOf" srcId="{4A709BA3-FD33-4520-B014-71D7F5D35A41}" destId="{C0684F0C-8EC3-4A0A-9CBE-845D8DC75645}" srcOrd="2" destOrd="0" presId="urn:microsoft.com/office/officeart/2005/8/layout/orgChart1"/>
    <dgm:cxn modelId="{B86E2B4D-D865-42B5-AC8A-395320F7B203}" type="presParOf" srcId="{4A709BA3-FD33-4520-B014-71D7F5D35A41}" destId="{15CB99E6-896A-4C55-8403-599A038043E8}" srcOrd="3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8D67116B-3640-439A-B920-B667BF3F1497}" type="presParOf" srcId="{4A709BA3-FD33-4520-B014-71D7F5D35A41}" destId="{7E143813-DEAC-47A0-8273-767F07D7A437}" srcOrd="4" destOrd="0" presId="urn:microsoft.com/office/officeart/2005/8/layout/orgChart1"/>
    <dgm:cxn modelId="{8B0B05DC-BE86-4FCA-8CD9-6809B2D49D20}" type="presParOf" srcId="{4A709BA3-FD33-4520-B014-71D7F5D35A41}" destId="{44675F9C-1CFC-4C0B-B6E8-29C4250E7749}" srcOrd="5" destOrd="0" presId="urn:microsoft.com/office/officeart/2005/8/layout/orgChart1"/>
    <dgm:cxn modelId="{0615658D-B6F4-4C52-BD15-53BD1DD349BB}" type="presParOf" srcId="{44675F9C-1CFC-4C0B-B6E8-29C4250E7749}" destId="{A9D84652-4D5D-4CE8-B654-8157BFF70D33}" srcOrd="0" destOrd="0" presId="urn:microsoft.com/office/officeart/2005/8/layout/orgChart1"/>
    <dgm:cxn modelId="{F8DA4F78-1986-42C8-99C4-218196A0E3DF}" type="presParOf" srcId="{A9D84652-4D5D-4CE8-B654-8157BFF70D33}" destId="{01B49847-E5FF-4C0E-B02C-377744D870F5}" srcOrd="0" destOrd="0" presId="urn:microsoft.com/office/officeart/2005/8/layout/orgChart1"/>
    <dgm:cxn modelId="{AE8B42D6-C050-4BFA-8ACA-3045D3726152}" type="presParOf" srcId="{A9D84652-4D5D-4CE8-B654-8157BFF70D33}" destId="{14A11DF6-B239-425C-B2B2-E7C913D495F3}" srcOrd="1" destOrd="0" presId="urn:microsoft.com/office/officeart/2005/8/layout/orgChart1"/>
    <dgm:cxn modelId="{A011B175-B20B-47C6-91BC-513FA2A99C55}" type="presParOf" srcId="{44675F9C-1CFC-4C0B-B6E8-29C4250E7749}" destId="{05C3B139-1CC1-47F7-AF87-DFBDFBD3437B}" srcOrd="1" destOrd="0" presId="urn:microsoft.com/office/officeart/2005/8/layout/orgChart1"/>
    <dgm:cxn modelId="{07769F0E-C483-48BD-B19E-E980D3A7482A}" type="presParOf" srcId="{44675F9C-1CFC-4C0B-B6E8-29C4250E7749}" destId="{2047D28B-56F5-43B1-AE2D-2AC474DC0F42}" srcOrd="2" destOrd="0" presId="urn:microsoft.com/office/officeart/2005/8/layout/orgChart1"/>
    <dgm:cxn modelId="{C310F487-F466-4AD2-9468-3A952B94732B}" type="presParOf" srcId="{4A709BA3-FD33-4520-B014-71D7F5D35A41}" destId="{ABFCFD3F-452B-4CD2-BB67-D4BE8D30B116}" srcOrd="6" destOrd="0" presId="urn:microsoft.com/office/officeart/2005/8/layout/orgChart1"/>
    <dgm:cxn modelId="{07ACA8C8-EFF4-40C9-B293-9866F8CA6247}" type="presParOf" srcId="{4A709BA3-FD33-4520-B014-71D7F5D35A41}" destId="{6B0E6221-098D-4E20-8B94-41883CEA69A7}" srcOrd="7" destOrd="0" presId="urn:microsoft.com/office/officeart/2005/8/layout/orgChart1"/>
    <dgm:cxn modelId="{69BF0633-868A-49AF-AA7C-DED23CB41CAF}" type="presParOf" srcId="{6B0E6221-098D-4E20-8B94-41883CEA69A7}" destId="{15DC9596-6F03-47CE-965A-725AC848CA5F}" srcOrd="0" destOrd="0" presId="urn:microsoft.com/office/officeart/2005/8/layout/orgChart1"/>
    <dgm:cxn modelId="{8251C2D4-D1F0-4C42-903A-9EFD76693EEF}" type="presParOf" srcId="{15DC9596-6F03-47CE-965A-725AC848CA5F}" destId="{2FA9BEC6-65D9-4F36-8887-B337FB1C33E4}" srcOrd="0" destOrd="0" presId="urn:microsoft.com/office/officeart/2005/8/layout/orgChart1"/>
    <dgm:cxn modelId="{8FDA8BE7-1ABA-4B20-A45D-3AAC2F8C85AB}" type="presParOf" srcId="{15DC9596-6F03-47CE-965A-725AC848CA5F}" destId="{4C0D1948-50D5-4BFE-B5FD-F58B66791814}" srcOrd="1" destOrd="0" presId="urn:microsoft.com/office/officeart/2005/8/layout/orgChart1"/>
    <dgm:cxn modelId="{D8E7EDA7-629D-40A2-80D7-575F3178644B}" type="presParOf" srcId="{6B0E6221-098D-4E20-8B94-41883CEA69A7}" destId="{FDF234A3-915D-4C91-BF6F-A90EDB83FEDC}" srcOrd="1" destOrd="0" presId="urn:microsoft.com/office/officeart/2005/8/layout/orgChart1"/>
    <dgm:cxn modelId="{58670729-6002-49A5-A8B2-BE6B4A5B08B3}" type="presParOf" srcId="{6B0E6221-098D-4E20-8B94-41883CEA69A7}" destId="{AD968CF0-EB99-4D06-9F3E-01C096DC510A}" srcOrd="2" destOrd="0" presId="urn:microsoft.com/office/officeart/2005/8/layout/orgChart1"/>
    <dgm:cxn modelId="{EA99C862-7C47-42AA-AFEC-D3D01EB40C82}" type="presParOf" srcId="{4A709BA3-FD33-4520-B014-71D7F5D35A41}" destId="{AC36ED3A-1997-41D3-A566-5450AC0C93C2}" srcOrd="8" destOrd="0" presId="urn:microsoft.com/office/officeart/2005/8/layout/orgChart1"/>
    <dgm:cxn modelId="{C17F8FD9-13F1-4788-B68F-788F5369693B}" type="presParOf" srcId="{4A709BA3-FD33-4520-B014-71D7F5D35A41}" destId="{3A4DA7D9-00B9-4962-B667-445A46FAA77B}" srcOrd="9" destOrd="0" presId="urn:microsoft.com/office/officeart/2005/8/layout/orgChart1"/>
    <dgm:cxn modelId="{1D8576C5-36E4-4323-8592-C4524E45F658}" type="presParOf" srcId="{3A4DA7D9-00B9-4962-B667-445A46FAA77B}" destId="{4CB47A52-97F5-4519-9330-35B04AE65ADF}" srcOrd="0" destOrd="0" presId="urn:microsoft.com/office/officeart/2005/8/layout/orgChart1"/>
    <dgm:cxn modelId="{7F719FB7-A53C-41FA-A131-7D48F0711143}" type="presParOf" srcId="{4CB47A52-97F5-4519-9330-35B04AE65ADF}" destId="{C91C3B26-FED8-4EBD-A29C-24DAEC4939A1}" srcOrd="0" destOrd="0" presId="urn:microsoft.com/office/officeart/2005/8/layout/orgChart1"/>
    <dgm:cxn modelId="{20E39C6A-87AE-44A6-ABD8-FB50A6967760}" type="presParOf" srcId="{4CB47A52-97F5-4519-9330-35B04AE65ADF}" destId="{71806A50-38D1-405D-9779-72ACE0F27949}" srcOrd="1" destOrd="0" presId="urn:microsoft.com/office/officeart/2005/8/layout/orgChart1"/>
    <dgm:cxn modelId="{AF83E4F6-0E16-44DB-AB76-6751D25CBC32}" type="presParOf" srcId="{3A4DA7D9-00B9-4962-B667-445A46FAA77B}" destId="{C5EDE3EE-454F-4917-BCE6-8245AA266553}" srcOrd="1" destOrd="0" presId="urn:microsoft.com/office/officeart/2005/8/layout/orgChart1"/>
    <dgm:cxn modelId="{62366B8F-0ADE-4493-B0AA-920EE741D663}" type="presParOf" srcId="{3A4DA7D9-00B9-4962-B667-445A46FAA77B}" destId="{5A0B707A-8D1C-41A5-BDD1-DEE393392CA1}" srcOrd="2" destOrd="0" presId="urn:microsoft.com/office/officeart/2005/8/layout/orgChart1"/>
    <dgm:cxn modelId="{7CA7F231-72A6-4FBF-AD01-AA4A1599A38B}" type="presParOf" srcId="{4A709BA3-FD33-4520-B014-71D7F5D35A41}" destId="{842C69EF-1873-49A6-A0BF-995D21CDF62B}" srcOrd="10" destOrd="0" presId="urn:microsoft.com/office/officeart/2005/8/layout/orgChart1"/>
    <dgm:cxn modelId="{954873A0-B2CD-445D-9FA9-C4FFCE2E31F9}" type="presParOf" srcId="{4A709BA3-FD33-4520-B014-71D7F5D35A41}" destId="{8CB15D30-D18B-4587-A241-AD478B7DA560}" srcOrd="11" destOrd="0" presId="urn:microsoft.com/office/officeart/2005/8/layout/orgChart1"/>
    <dgm:cxn modelId="{5FCAA442-984E-49D2-BCB5-9E0D78825BB3}" type="presParOf" srcId="{8CB15D30-D18B-4587-A241-AD478B7DA560}" destId="{147CA0C5-F2CC-4893-9CFF-7315AF173681}" srcOrd="0" destOrd="0" presId="urn:microsoft.com/office/officeart/2005/8/layout/orgChart1"/>
    <dgm:cxn modelId="{F105041C-3F52-4479-B84F-1AA0D2502774}" type="presParOf" srcId="{147CA0C5-F2CC-4893-9CFF-7315AF173681}" destId="{0B70BA15-8A96-48BB-847A-1564B69EE8AF}" srcOrd="0" destOrd="0" presId="urn:microsoft.com/office/officeart/2005/8/layout/orgChart1"/>
    <dgm:cxn modelId="{FED5F5C4-B16C-420C-9FF8-7886CD3551A1}" type="presParOf" srcId="{147CA0C5-F2CC-4893-9CFF-7315AF173681}" destId="{EA4D5832-6B56-4583-86BA-3CE25195090F}" srcOrd="1" destOrd="0" presId="urn:microsoft.com/office/officeart/2005/8/layout/orgChart1"/>
    <dgm:cxn modelId="{5D2C4787-C111-46F3-A8D9-85467111F8A9}" type="presParOf" srcId="{8CB15D30-D18B-4587-A241-AD478B7DA560}" destId="{F6B19D61-CCD7-4A28-AE3C-4F27FDA80D3D}" srcOrd="1" destOrd="0" presId="urn:microsoft.com/office/officeart/2005/8/layout/orgChart1"/>
    <dgm:cxn modelId="{40C8F0F8-8CFC-43F3-92FB-5B032F4AF9CB}" type="presParOf" srcId="{8CB15D30-D18B-4587-A241-AD478B7DA560}" destId="{4C67F8D8-DECC-42D8-A39C-FD44EE8F5B83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8" destOrd="0" presId="urn:microsoft.com/office/officeart/2005/8/layout/orgChart1"/>
    <dgm:cxn modelId="{CEFAC0D3-EBEA-4792-B0A5-20C33C1BF7FE}" type="presParOf" srcId="{702F29B1-99E5-4896-B101-A66FF14B51F6}" destId="{5A9F857C-6022-4AF7-BE3C-4795AB9766EF}" srcOrd="9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  <dgm:cxn modelId="{491DAC27-F35F-4FDA-98F6-57D381029ED8}" type="presParOf" srcId="{F688486B-8119-4C85-A9EF-A98B394E5AAD}" destId="{0663AAEA-CA09-47BE-9A84-451FB21F36F6}" srcOrd="4" destOrd="0" presId="urn:microsoft.com/office/officeart/2005/8/layout/orgChart1"/>
    <dgm:cxn modelId="{4732AB95-290E-4118-9562-C01152096983}" type="presParOf" srcId="{F688486B-8119-4C85-A9EF-A98B394E5AAD}" destId="{9C864C06-9D57-4FE5-8B28-F71A5FF250E3}" srcOrd="5" destOrd="0" presId="urn:microsoft.com/office/officeart/2005/8/layout/orgChart1"/>
    <dgm:cxn modelId="{15966349-A09E-4BC2-9BC2-34D602FDA136}" type="presParOf" srcId="{9C864C06-9D57-4FE5-8B28-F71A5FF250E3}" destId="{1AB3BF57-81AE-45A0-A6A9-BC96C9153A96}" srcOrd="0" destOrd="0" presId="urn:microsoft.com/office/officeart/2005/8/layout/orgChart1"/>
    <dgm:cxn modelId="{46B542E9-AE21-4948-A1F3-BC6559CF37C1}" type="presParOf" srcId="{1AB3BF57-81AE-45A0-A6A9-BC96C9153A96}" destId="{FDA0B000-941C-4164-9A68-FD76A81718FB}" srcOrd="0" destOrd="0" presId="urn:microsoft.com/office/officeart/2005/8/layout/orgChart1"/>
    <dgm:cxn modelId="{C80DFBA2-C565-495D-8B8C-8DA1654780BE}" type="presParOf" srcId="{1AB3BF57-81AE-45A0-A6A9-BC96C9153A96}" destId="{FBCFAFC7-FD53-4C1D-B83D-B7E2F384123A}" srcOrd="1" destOrd="0" presId="urn:microsoft.com/office/officeart/2005/8/layout/orgChart1"/>
    <dgm:cxn modelId="{7C1F196A-77A4-497B-B77F-CCF4591FB24A}" type="presParOf" srcId="{9C864C06-9D57-4FE5-8B28-F71A5FF250E3}" destId="{22FDD817-D5F9-4B6C-8377-13DBB1FEA131}" srcOrd="1" destOrd="0" presId="urn:microsoft.com/office/officeart/2005/8/layout/orgChart1"/>
    <dgm:cxn modelId="{1854347F-419D-4A80-BF60-A40F346210D3}" type="presParOf" srcId="{9C864C06-9D57-4FE5-8B28-F71A5FF250E3}" destId="{06D18B59-9222-42E2-ACF0-6BCFD5CA64B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PLANEJAMENTO E FINANÇAS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de Planejamento e Execução Orçamentária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88E06C40-96DC-4D4B-BC8C-0C30B390CB3E}">
      <dgm:prSet/>
      <dgm:spPr/>
      <dgm:t>
        <a:bodyPr/>
        <a:lstStyle/>
        <a:p>
          <a:r>
            <a:rPr lang="pt-BR" dirty="0"/>
            <a:t>Setor de Planejamento e Orçamento</a:t>
          </a:r>
        </a:p>
      </dgm:t>
    </dgm:pt>
    <dgm:pt modelId="{018B78BD-B31E-4C32-8E0C-EBD453F6B883}" type="parTrans" cxnId="{2B95F382-C0E8-43C1-A467-68E9B40B98A3}">
      <dgm:prSet/>
      <dgm:spPr/>
      <dgm:t>
        <a:bodyPr/>
        <a:lstStyle/>
        <a:p>
          <a:endParaRPr lang="pt-BR"/>
        </a:p>
      </dgm:t>
    </dgm:pt>
    <dgm:pt modelId="{15B1626C-BB30-4D77-AF8E-6E1B56262CFC}" type="sibTrans" cxnId="{2B95F382-C0E8-43C1-A467-68E9B40B98A3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Cadastro e Gestão da Dívida Ativa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Fiscalização de Posturas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3597990C-A619-4A95-BF17-4AF48E938703}">
      <dgm:prSet/>
      <dgm:spPr/>
      <dgm:t>
        <a:bodyPr/>
        <a:lstStyle/>
        <a:p>
          <a:r>
            <a:rPr lang="pt-BR" dirty="0"/>
            <a:t>Setor de Execução Orçamentária</a:t>
          </a:r>
        </a:p>
      </dgm:t>
    </dgm:pt>
    <dgm:pt modelId="{9A87B3E7-8173-457F-A011-918CB2B5EB79}" type="parTrans" cxnId="{9D7DDE4E-FA42-43F9-AFEA-70DB1FD1E078}">
      <dgm:prSet/>
      <dgm:spPr/>
      <dgm:t>
        <a:bodyPr/>
        <a:lstStyle/>
        <a:p>
          <a:endParaRPr lang="pt-BR"/>
        </a:p>
      </dgm:t>
    </dgm:pt>
    <dgm:pt modelId="{B48BB87B-B547-48FF-813D-115A36A0E12A}" type="sibTrans" cxnId="{9D7DDE4E-FA42-43F9-AFEA-70DB1FD1E078}">
      <dgm:prSet/>
      <dgm:spPr/>
      <dgm:t>
        <a:bodyPr/>
        <a:lstStyle/>
        <a:p>
          <a:endParaRPr lang="pt-BR"/>
        </a:p>
      </dgm:t>
    </dgm:pt>
    <dgm:pt modelId="{1D0D897A-720B-4E4E-993D-28795D6B33A1}">
      <dgm:prSet/>
      <dgm:spPr/>
      <dgm:t>
        <a:bodyPr/>
        <a:lstStyle/>
        <a:p>
          <a:r>
            <a:rPr lang="pt-BR" dirty="0"/>
            <a:t>Setor de Tesouraria</a:t>
          </a:r>
        </a:p>
      </dgm:t>
    </dgm:pt>
    <dgm:pt modelId="{F8145040-84CE-4624-87DF-201F02A4D00A}" type="parTrans" cxnId="{F81A6902-FC3F-4AF7-A663-4CFB1FD28A46}">
      <dgm:prSet/>
      <dgm:spPr/>
      <dgm:t>
        <a:bodyPr/>
        <a:lstStyle/>
        <a:p>
          <a:endParaRPr lang="pt-BR"/>
        </a:p>
      </dgm:t>
    </dgm:pt>
    <dgm:pt modelId="{341EFAC8-D214-40FB-B3FB-4A782C673B5A}" type="sibTrans" cxnId="{F81A6902-FC3F-4AF7-A663-4CFB1FD28A46}">
      <dgm:prSet/>
      <dgm:spPr/>
      <dgm:t>
        <a:bodyPr/>
        <a:lstStyle/>
        <a:p>
          <a:endParaRPr lang="pt-BR"/>
        </a:p>
      </dgm:t>
    </dgm:pt>
    <dgm:pt modelId="{F3DFCE73-17EC-42FE-89FE-5CA28A99AD9C}">
      <dgm:prSet/>
      <dgm:spPr/>
      <dgm:t>
        <a:bodyPr/>
        <a:lstStyle/>
        <a:p>
          <a:r>
            <a:rPr lang="pt-BR" dirty="0"/>
            <a:t>Setor de Custos</a:t>
          </a:r>
        </a:p>
      </dgm:t>
    </dgm:pt>
    <dgm:pt modelId="{C9ADFA54-8242-44E9-98FD-F9DE4AAF22B3}" type="parTrans" cxnId="{E4D84456-2B61-42F8-9025-57DB608F0B91}">
      <dgm:prSet/>
      <dgm:spPr/>
      <dgm:t>
        <a:bodyPr/>
        <a:lstStyle/>
        <a:p>
          <a:endParaRPr lang="pt-BR"/>
        </a:p>
      </dgm:t>
    </dgm:pt>
    <dgm:pt modelId="{9E8A8CA8-FD63-481C-912D-D09BD46A8396}" type="sibTrans" cxnId="{E4D84456-2B61-42F8-9025-57DB608F0B91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Cadastro Imobiliário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Posturas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70466ED9-BB8A-4C0E-BB0E-63D84C59124C}">
      <dgm:prSet/>
      <dgm:spPr/>
      <dgm:t>
        <a:bodyPr/>
        <a:lstStyle/>
        <a:p>
          <a:r>
            <a:rPr lang="pt-BR" dirty="0"/>
            <a:t>Setor de Patrimônio Imobiliário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841D5CEA-A4E0-49E2-B683-2DB5D778B1D7}">
      <dgm:prSet/>
      <dgm:spPr/>
      <dgm:t>
        <a:bodyPr/>
        <a:lstStyle/>
        <a:p>
          <a:r>
            <a:rPr lang="pt-BR" dirty="0"/>
            <a:t>Setor de Dívida Ativa</a:t>
          </a:r>
        </a:p>
      </dgm:t>
    </dgm:pt>
    <dgm:pt modelId="{06F76256-22A0-4A46-B363-CAE4C0C6AB8F}" type="parTrans" cxnId="{E6C16E04-D9F9-4CD8-A966-190DFC7F6D65}">
      <dgm:prSet/>
      <dgm:spPr/>
      <dgm:t>
        <a:bodyPr/>
        <a:lstStyle/>
        <a:p>
          <a:endParaRPr lang="pt-BR"/>
        </a:p>
      </dgm:t>
    </dgm:pt>
    <dgm:pt modelId="{FB2DDCD2-07D6-4DF5-AD36-F327D2340FFD}" type="sibTrans" cxnId="{E6C16E04-D9F9-4CD8-A966-190DFC7F6D65}">
      <dgm:prSet/>
      <dgm:spPr/>
      <dgm:t>
        <a:bodyPr/>
        <a:lstStyle/>
        <a:p>
          <a:endParaRPr lang="pt-BR"/>
        </a:p>
      </dgm:t>
    </dgm:pt>
    <dgm:pt modelId="{BAF158DF-C2E2-427D-80BF-8834A6E7E056}">
      <dgm:prSet/>
      <dgm:spPr/>
      <dgm:t>
        <a:bodyPr/>
        <a:lstStyle/>
        <a:p>
          <a:r>
            <a:rPr lang="pt-BR"/>
            <a:t>Setor de Cadastro Mobiliário</a:t>
          </a:r>
          <a:endParaRPr lang="pt-BR" dirty="0"/>
        </a:p>
      </dgm:t>
    </dgm:pt>
    <dgm:pt modelId="{35DBDE5B-81CA-4E28-AAB1-7E28A14C5953}" type="parTrans" cxnId="{E7A67BC1-B264-494F-82F7-40BBD3381ED0}">
      <dgm:prSet/>
      <dgm:spPr/>
      <dgm:t>
        <a:bodyPr/>
        <a:lstStyle/>
        <a:p>
          <a:endParaRPr lang="pt-BR"/>
        </a:p>
      </dgm:t>
    </dgm:pt>
    <dgm:pt modelId="{ECF99201-0A27-42C8-9EFE-0685999CC345}" type="sibTrans" cxnId="{E7A67BC1-B264-494F-82F7-40BBD3381ED0}">
      <dgm:prSet/>
      <dgm:spPr/>
      <dgm:t>
        <a:bodyPr/>
        <a:lstStyle/>
        <a:p>
          <a:endParaRPr lang="pt-BR"/>
        </a:p>
      </dgm:t>
    </dgm:pt>
    <dgm:pt modelId="{920F2EA9-C61B-4AE0-ACDF-C651AE1523EA}">
      <dgm:prSet/>
      <dgm:spPr/>
      <dgm:t>
        <a:bodyPr/>
        <a:lstStyle/>
        <a:p>
          <a:r>
            <a:rPr lang="pt-BR" dirty="0"/>
            <a:t>Divisão de Fiscalização Tributária</a:t>
          </a:r>
        </a:p>
      </dgm:t>
    </dgm:pt>
    <dgm:pt modelId="{C5FCDB00-34B9-4667-9D5C-FBB00A9DBBAC}" type="parTrans" cxnId="{5E496B2A-A23C-412A-987F-5A5F0E52425B}">
      <dgm:prSet/>
      <dgm:spPr/>
      <dgm:t>
        <a:bodyPr/>
        <a:lstStyle/>
        <a:p>
          <a:endParaRPr lang="pt-BR"/>
        </a:p>
      </dgm:t>
    </dgm:pt>
    <dgm:pt modelId="{C7556F43-511D-4975-B44F-054594672C5F}" type="sibTrans" cxnId="{5E496B2A-A23C-412A-987F-5A5F0E52425B}">
      <dgm:prSet/>
      <dgm:spPr/>
      <dgm:t>
        <a:bodyPr/>
        <a:lstStyle/>
        <a:p>
          <a:endParaRPr lang="pt-BR"/>
        </a:p>
      </dgm:t>
    </dgm:pt>
    <dgm:pt modelId="{6A346557-8F0D-4575-8AF0-AFE6FB36D99D}">
      <dgm:prSet/>
      <dgm:spPr/>
      <dgm:t>
        <a:bodyPr/>
        <a:lstStyle/>
        <a:p>
          <a:r>
            <a:rPr lang="pt-BR" dirty="0"/>
            <a:t>Setor de Tributos</a:t>
          </a:r>
        </a:p>
      </dgm:t>
    </dgm:pt>
    <dgm:pt modelId="{C99A50B8-A0B6-4009-88AA-AE1F699E7F18}" type="parTrans" cxnId="{B9854B49-8ED5-46BA-A30E-9A19C8688185}">
      <dgm:prSet/>
      <dgm:spPr/>
      <dgm:t>
        <a:bodyPr/>
        <a:lstStyle/>
        <a:p>
          <a:endParaRPr lang="pt-BR"/>
        </a:p>
      </dgm:t>
    </dgm:pt>
    <dgm:pt modelId="{5C670D4D-C3F9-4750-BFD1-B39951651122}" type="sibTrans" cxnId="{B9854B49-8ED5-46BA-A30E-9A19C8688185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6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4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4"/>
      <dgm:spPr/>
    </dgm:pt>
    <dgm:pt modelId="{1AE3AE86-6140-492A-A11F-E9F65F76A19E}" type="pres">
      <dgm:prSet presAssocID="{9E543093-51AF-482F-A54F-41BA2B290BE8}" presName="hierChild4" presStyleCnt="0"/>
      <dgm:spPr/>
    </dgm:pt>
    <dgm:pt modelId="{A39CBD37-BE0C-483B-AC0E-521CDA8DDACF}" type="pres">
      <dgm:prSet presAssocID="{018B78BD-B31E-4C32-8E0C-EBD453F6B883}" presName="Name37" presStyleLbl="parChTrans1D3" presStyleIdx="0" presStyleCnt="10"/>
      <dgm:spPr/>
    </dgm:pt>
    <dgm:pt modelId="{EC7290E3-AFFD-478E-B860-1F57184E6DFA}" type="pres">
      <dgm:prSet presAssocID="{88E06C40-96DC-4D4B-BC8C-0C30B390CB3E}" presName="hierRoot2" presStyleCnt="0">
        <dgm:presLayoutVars>
          <dgm:hierBranch val="init"/>
        </dgm:presLayoutVars>
      </dgm:prSet>
      <dgm:spPr/>
    </dgm:pt>
    <dgm:pt modelId="{B27FDAC8-E56D-4D67-9693-12BA6AB1BC83}" type="pres">
      <dgm:prSet presAssocID="{88E06C40-96DC-4D4B-BC8C-0C30B390CB3E}" presName="rootComposite" presStyleCnt="0"/>
      <dgm:spPr/>
    </dgm:pt>
    <dgm:pt modelId="{5701B72A-98C3-43CA-9882-2BCEEC40F442}" type="pres">
      <dgm:prSet presAssocID="{88E06C40-96DC-4D4B-BC8C-0C30B390CB3E}" presName="rootText" presStyleLbl="node3" presStyleIdx="0" presStyleCnt="10" custLinFactNeighborY="-9898">
        <dgm:presLayoutVars>
          <dgm:chPref val="3"/>
        </dgm:presLayoutVars>
      </dgm:prSet>
      <dgm:spPr/>
    </dgm:pt>
    <dgm:pt modelId="{0F5E245C-84CA-4A39-84A3-4C0A474E6F38}" type="pres">
      <dgm:prSet presAssocID="{88E06C40-96DC-4D4B-BC8C-0C30B390CB3E}" presName="rootConnector" presStyleLbl="node3" presStyleIdx="0" presStyleCnt="10"/>
      <dgm:spPr/>
    </dgm:pt>
    <dgm:pt modelId="{4257568B-9FFA-4F0D-B913-F7BB3F8425AC}" type="pres">
      <dgm:prSet presAssocID="{88E06C40-96DC-4D4B-BC8C-0C30B390CB3E}" presName="hierChild4" presStyleCnt="0"/>
      <dgm:spPr/>
    </dgm:pt>
    <dgm:pt modelId="{5B9A6EEA-0F6D-4B12-96E8-6DD237EE651B}" type="pres">
      <dgm:prSet presAssocID="{88E06C40-96DC-4D4B-BC8C-0C30B390CB3E}" presName="hierChild5" presStyleCnt="0"/>
      <dgm:spPr/>
    </dgm:pt>
    <dgm:pt modelId="{0C4D3D70-48A7-46A0-B2CB-8E23DC5A9EE6}" type="pres">
      <dgm:prSet presAssocID="{9A87B3E7-8173-457F-A011-918CB2B5EB79}" presName="Name37" presStyleLbl="parChTrans1D3" presStyleIdx="1" presStyleCnt="10"/>
      <dgm:spPr/>
    </dgm:pt>
    <dgm:pt modelId="{BA96C1BA-E886-43F2-8037-0A2C3D562727}" type="pres">
      <dgm:prSet presAssocID="{3597990C-A619-4A95-BF17-4AF48E938703}" presName="hierRoot2" presStyleCnt="0">
        <dgm:presLayoutVars>
          <dgm:hierBranch val="init"/>
        </dgm:presLayoutVars>
      </dgm:prSet>
      <dgm:spPr/>
    </dgm:pt>
    <dgm:pt modelId="{8B2DE95B-CD77-41F0-84CD-A3A4064BB56B}" type="pres">
      <dgm:prSet presAssocID="{3597990C-A619-4A95-BF17-4AF48E938703}" presName="rootComposite" presStyleCnt="0"/>
      <dgm:spPr/>
    </dgm:pt>
    <dgm:pt modelId="{3AC5CE0A-D1C5-4051-B635-95FF2D91BAFC}" type="pres">
      <dgm:prSet presAssocID="{3597990C-A619-4A95-BF17-4AF48E938703}" presName="rootText" presStyleLbl="node3" presStyleIdx="1" presStyleCnt="10" custLinFactNeighborY="-19796">
        <dgm:presLayoutVars>
          <dgm:chPref val="3"/>
        </dgm:presLayoutVars>
      </dgm:prSet>
      <dgm:spPr/>
    </dgm:pt>
    <dgm:pt modelId="{7CA48B13-8313-4C50-9C2C-E14C46E18CDB}" type="pres">
      <dgm:prSet presAssocID="{3597990C-A619-4A95-BF17-4AF48E938703}" presName="rootConnector" presStyleLbl="node3" presStyleIdx="1" presStyleCnt="10"/>
      <dgm:spPr/>
    </dgm:pt>
    <dgm:pt modelId="{9E4BE6BB-EE4E-4187-8B6E-35CD4D69CC1B}" type="pres">
      <dgm:prSet presAssocID="{3597990C-A619-4A95-BF17-4AF48E938703}" presName="hierChild4" presStyleCnt="0"/>
      <dgm:spPr/>
    </dgm:pt>
    <dgm:pt modelId="{346D3DAD-35A1-46F7-8C5C-42E27421E026}" type="pres">
      <dgm:prSet presAssocID="{3597990C-A619-4A95-BF17-4AF48E938703}" presName="hierChild5" presStyleCnt="0"/>
      <dgm:spPr/>
    </dgm:pt>
    <dgm:pt modelId="{383460A8-47B4-456E-A06E-8135E31B3DB5}" type="pres">
      <dgm:prSet presAssocID="{F8145040-84CE-4624-87DF-201F02A4D00A}" presName="Name37" presStyleLbl="parChTrans1D3" presStyleIdx="2" presStyleCnt="10"/>
      <dgm:spPr/>
    </dgm:pt>
    <dgm:pt modelId="{037BB7DF-DBDE-4F84-B9FB-B460284C9D1A}" type="pres">
      <dgm:prSet presAssocID="{1D0D897A-720B-4E4E-993D-28795D6B33A1}" presName="hierRoot2" presStyleCnt="0">
        <dgm:presLayoutVars>
          <dgm:hierBranch val="init"/>
        </dgm:presLayoutVars>
      </dgm:prSet>
      <dgm:spPr/>
    </dgm:pt>
    <dgm:pt modelId="{1DC8EED3-A51E-4B04-8DD0-8B696639DF7F}" type="pres">
      <dgm:prSet presAssocID="{1D0D897A-720B-4E4E-993D-28795D6B33A1}" presName="rootComposite" presStyleCnt="0"/>
      <dgm:spPr/>
    </dgm:pt>
    <dgm:pt modelId="{296388E1-EA6E-4E90-BD0F-28B7C1D1585B}" type="pres">
      <dgm:prSet presAssocID="{1D0D897A-720B-4E4E-993D-28795D6B33A1}" presName="rootText" presStyleLbl="node3" presStyleIdx="2" presStyleCnt="10" custLinFactNeighborY="-28277">
        <dgm:presLayoutVars>
          <dgm:chPref val="3"/>
        </dgm:presLayoutVars>
      </dgm:prSet>
      <dgm:spPr/>
    </dgm:pt>
    <dgm:pt modelId="{F315E4FC-D635-4F2B-8D4D-0F39920B4BE3}" type="pres">
      <dgm:prSet presAssocID="{1D0D897A-720B-4E4E-993D-28795D6B33A1}" presName="rootConnector" presStyleLbl="node3" presStyleIdx="2" presStyleCnt="10"/>
      <dgm:spPr/>
    </dgm:pt>
    <dgm:pt modelId="{CA3A83E3-288C-4BBC-9B82-5BBC34568F9C}" type="pres">
      <dgm:prSet presAssocID="{1D0D897A-720B-4E4E-993D-28795D6B33A1}" presName="hierChild4" presStyleCnt="0"/>
      <dgm:spPr/>
    </dgm:pt>
    <dgm:pt modelId="{9EC4F40D-0EBF-4EAC-9675-2ACD064BC04A}" type="pres">
      <dgm:prSet presAssocID="{1D0D897A-720B-4E4E-993D-28795D6B33A1}" presName="hierChild5" presStyleCnt="0"/>
      <dgm:spPr/>
    </dgm:pt>
    <dgm:pt modelId="{680FA84D-079B-41B6-9549-6E191DA6D02C}" type="pres">
      <dgm:prSet presAssocID="{C9ADFA54-8242-44E9-98FD-F9DE4AAF22B3}" presName="Name37" presStyleLbl="parChTrans1D3" presStyleIdx="3" presStyleCnt="10"/>
      <dgm:spPr/>
    </dgm:pt>
    <dgm:pt modelId="{1B838B82-F3E4-4C09-896E-568EE47E2C1E}" type="pres">
      <dgm:prSet presAssocID="{F3DFCE73-17EC-42FE-89FE-5CA28A99AD9C}" presName="hierRoot2" presStyleCnt="0">
        <dgm:presLayoutVars>
          <dgm:hierBranch val="init"/>
        </dgm:presLayoutVars>
      </dgm:prSet>
      <dgm:spPr/>
    </dgm:pt>
    <dgm:pt modelId="{4F248BFF-DF97-48E2-92BB-027F3D1FB57B}" type="pres">
      <dgm:prSet presAssocID="{F3DFCE73-17EC-42FE-89FE-5CA28A99AD9C}" presName="rootComposite" presStyleCnt="0"/>
      <dgm:spPr/>
    </dgm:pt>
    <dgm:pt modelId="{2E40F336-0E16-4B86-9A3A-3B0FB9A77873}" type="pres">
      <dgm:prSet presAssocID="{F3DFCE73-17EC-42FE-89FE-5CA28A99AD9C}" presName="rootText" presStyleLbl="node3" presStyleIdx="3" presStyleCnt="10" custLinFactNeighborY="-35350">
        <dgm:presLayoutVars>
          <dgm:chPref val="3"/>
        </dgm:presLayoutVars>
      </dgm:prSet>
      <dgm:spPr/>
    </dgm:pt>
    <dgm:pt modelId="{F2044E06-3CBD-478F-9A97-677C895906CC}" type="pres">
      <dgm:prSet presAssocID="{F3DFCE73-17EC-42FE-89FE-5CA28A99AD9C}" presName="rootConnector" presStyleLbl="node3" presStyleIdx="3" presStyleCnt="10"/>
      <dgm:spPr/>
    </dgm:pt>
    <dgm:pt modelId="{FCB1ADD0-B647-4456-91DE-EF421E2C530F}" type="pres">
      <dgm:prSet presAssocID="{F3DFCE73-17EC-42FE-89FE-5CA28A99AD9C}" presName="hierChild4" presStyleCnt="0"/>
      <dgm:spPr/>
    </dgm:pt>
    <dgm:pt modelId="{E348794C-777B-471F-B203-5E06FF3D74B2}" type="pres">
      <dgm:prSet presAssocID="{F3DFCE73-17EC-42FE-89FE-5CA28A99AD9C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1" presStyleCnt="6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1" presStyleCnt="4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1" presStyleCnt="4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4" presStyleCnt="10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4" presStyleCnt="10" custLinFactNeighborY="-9898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4" presStyleCnt="10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447E96F0-FBC7-4F09-AECD-873143DB8827}" type="pres">
      <dgm:prSet presAssocID="{35DBDE5B-81CA-4E28-AAB1-7E28A14C5953}" presName="Name37" presStyleLbl="parChTrans1D3" presStyleIdx="5" presStyleCnt="10"/>
      <dgm:spPr/>
    </dgm:pt>
    <dgm:pt modelId="{E87B1C0F-7FD6-4674-AC76-BB21D3E4B208}" type="pres">
      <dgm:prSet presAssocID="{BAF158DF-C2E2-427D-80BF-8834A6E7E056}" presName="hierRoot2" presStyleCnt="0">
        <dgm:presLayoutVars>
          <dgm:hierBranch val="init"/>
        </dgm:presLayoutVars>
      </dgm:prSet>
      <dgm:spPr/>
    </dgm:pt>
    <dgm:pt modelId="{7663826E-0650-4C1B-83E7-1A4E9CD9CEEF}" type="pres">
      <dgm:prSet presAssocID="{BAF158DF-C2E2-427D-80BF-8834A6E7E056}" presName="rootComposite" presStyleCnt="0"/>
      <dgm:spPr/>
    </dgm:pt>
    <dgm:pt modelId="{3B6B5A85-AB29-4F77-A987-D95C662C1512}" type="pres">
      <dgm:prSet presAssocID="{BAF158DF-C2E2-427D-80BF-8834A6E7E056}" presName="rootText" presStyleLbl="node3" presStyleIdx="5" presStyleCnt="10" custLinFactNeighborY="-19796">
        <dgm:presLayoutVars>
          <dgm:chPref val="3"/>
        </dgm:presLayoutVars>
      </dgm:prSet>
      <dgm:spPr/>
    </dgm:pt>
    <dgm:pt modelId="{4A3A5A6B-9507-45EC-A8E3-F550F5B6DBC7}" type="pres">
      <dgm:prSet presAssocID="{BAF158DF-C2E2-427D-80BF-8834A6E7E056}" presName="rootConnector" presStyleLbl="node3" presStyleIdx="5" presStyleCnt="10"/>
      <dgm:spPr/>
    </dgm:pt>
    <dgm:pt modelId="{9EBDFE6D-A149-4C4C-A9C4-77091637D616}" type="pres">
      <dgm:prSet presAssocID="{BAF158DF-C2E2-427D-80BF-8834A6E7E056}" presName="hierChild4" presStyleCnt="0"/>
      <dgm:spPr/>
    </dgm:pt>
    <dgm:pt modelId="{4CB89822-2E54-4B96-9F21-48C38A2F8C8D}" type="pres">
      <dgm:prSet presAssocID="{BAF158DF-C2E2-427D-80BF-8834A6E7E056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6" presStyleCnt="10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6" presStyleCnt="10" custLinFactNeighborY="-28277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6" presStyleCnt="10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ABFCFD3F-452B-4CD2-BB67-D4BE8D30B116}" type="pres">
      <dgm:prSet presAssocID="{06F76256-22A0-4A46-B363-CAE4C0C6AB8F}" presName="Name37" presStyleLbl="parChTrans1D3" presStyleIdx="7" presStyleCnt="10"/>
      <dgm:spPr/>
    </dgm:pt>
    <dgm:pt modelId="{6B0E6221-098D-4E20-8B94-41883CEA69A7}" type="pres">
      <dgm:prSet presAssocID="{841D5CEA-A4E0-49E2-B683-2DB5D778B1D7}" presName="hierRoot2" presStyleCnt="0">
        <dgm:presLayoutVars>
          <dgm:hierBranch val="init"/>
        </dgm:presLayoutVars>
      </dgm:prSet>
      <dgm:spPr/>
    </dgm:pt>
    <dgm:pt modelId="{15DC9596-6F03-47CE-965A-725AC848CA5F}" type="pres">
      <dgm:prSet presAssocID="{841D5CEA-A4E0-49E2-B683-2DB5D778B1D7}" presName="rootComposite" presStyleCnt="0"/>
      <dgm:spPr/>
    </dgm:pt>
    <dgm:pt modelId="{2FA9BEC6-65D9-4F36-8887-B337FB1C33E4}" type="pres">
      <dgm:prSet presAssocID="{841D5CEA-A4E0-49E2-B683-2DB5D778B1D7}" presName="rootText" presStyleLbl="node3" presStyleIdx="7" presStyleCnt="10" custLinFactNeighborY="-35350">
        <dgm:presLayoutVars>
          <dgm:chPref val="3"/>
        </dgm:presLayoutVars>
      </dgm:prSet>
      <dgm:spPr/>
    </dgm:pt>
    <dgm:pt modelId="{4C0D1948-50D5-4BFE-B5FD-F58B66791814}" type="pres">
      <dgm:prSet presAssocID="{841D5CEA-A4E0-49E2-B683-2DB5D778B1D7}" presName="rootConnector" presStyleLbl="node3" presStyleIdx="7" presStyleCnt="10"/>
      <dgm:spPr/>
    </dgm:pt>
    <dgm:pt modelId="{FDF234A3-915D-4C91-BF6F-A90EDB83FEDC}" type="pres">
      <dgm:prSet presAssocID="{841D5CEA-A4E0-49E2-B683-2DB5D778B1D7}" presName="hierChild4" presStyleCnt="0"/>
      <dgm:spPr/>
    </dgm:pt>
    <dgm:pt modelId="{AD968CF0-EB99-4D06-9F3E-01C096DC510A}" type="pres">
      <dgm:prSet presAssocID="{841D5CEA-A4E0-49E2-B683-2DB5D778B1D7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52B78883-F133-436B-A486-A5DD74D167D4}" type="pres">
      <dgm:prSet presAssocID="{C5FCDB00-34B9-4667-9D5C-FBB00A9DBBAC}" presName="Name37" presStyleLbl="parChTrans1D2" presStyleIdx="2" presStyleCnt="6"/>
      <dgm:spPr/>
    </dgm:pt>
    <dgm:pt modelId="{9B921B65-45B3-48A4-AD7D-F6EE524AD423}" type="pres">
      <dgm:prSet presAssocID="{920F2EA9-C61B-4AE0-ACDF-C651AE1523EA}" presName="hierRoot2" presStyleCnt="0">
        <dgm:presLayoutVars>
          <dgm:hierBranch val="init"/>
        </dgm:presLayoutVars>
      </dgm:prSet>
      <dgm:spPr/>
    </dgm:pt>
    <dgm:pt modelId="{32892380-1B24-43A4-BE98-40719922222A}" type="pres">
      <dgm:prSet presAssocID="{920F2EA9-C61B-4AE0-ACDF-C651AE1523EA}" presName="rootComposite" presStyleCnt="0"/>
      <dgm:spPr/>
    </dgm:pt>
    <dgm:pt modelId="{A9D41FED-BC5A-44AC-A296-A13DC1DDB57D}" type="pres">
      <dgm:prSet presAssocID="{920F2EA9-C61B-4AE0-ACDF-C651AE1523EA}" presName="rootText" presStyleLbl="node2" presStyleIdx="2" presStyleCnt="4">
        <dgm:presLayoutVars>
          <dgm:chPref val="3"/>
        </dgm:presLayoutVars>
      </dgm:prSet>
      <dgm:spPr/>
    </dgm:pt>
    <dgm:pt modelId="{71B690EC-0A3B-453C-827E-79A7C36E5B01}" type="pres">
      <dgm:prSet presAssocID="{920F2EA9-C61B-4AE0-ACDF-C651AE1523EA}" presName="rootConnector" presStyleLbl="node2" presStyleIdx="2" presStyleCnt="4"/>
      <dgm:spPr/>
    </dgm:pt>
    <dgm:pt modelId="{8DDC0AB4-608A-4FC0-9389-8FE8C003083E}" type="pres">
      <dgm:prSet presAssocID="{920F2EA9-C61B-4AE0-ACDF-C651AE1523EA}" presName="hierChild4" presStyleCnt="0"/>
      <dgm:spPr/>
    </dgm:pt>
    <dgm:pt modelId="{390EA9DE-24B2-4275-A650-145425CB636B}" type="pres">
      <dgm:prSet presAssocID="{C99A50B8-A0B6-4009-88AA-AE1F699E7F18}" presName="Name37" presStyleLbl="parChTrans1D3" presStyleIdx="8" presStyleCnt="10"/>
      <dgm:spPr/>
    </dgm:pt>
    <dgm:pt modelId="{3CF849AC-A031-48AD-B1B8-15E08E88714A}" type="pres">
      <dgm:prSet presAssocID="{6A346557-8F0D-4575-8AF0-AFE6FB36D99D}" presName="hierRoot2" presStyleCnt="0">
        <dgm:presLayoutVars>
          <dgm:hierBranch val="init"/>
        </dgm:presLayoutVars>
      </dgm:prSet>
      <dgm:spPr/>
    </dgm:pt>
    <dgm:pt modelId="{C3909C3E-3E28-4D86-91B4-009A9CA6B706}" type="pres">
      <dgm:prSet presAssocID="{6A346557-8F0D-4575-8AF0-AFE6FB36D99D}" presName="rootComposite" presStyleCnt="0"/>
      <dgm:spPr/>
    </dgm:pt>
    <dgm:pt modelId="{66D256CA-1FB7-4F97-8A53-7722ADF2C310}" type="pres">
      <dgm:prSet presAssocID="{6A346557-8F0D-4575-8AF0-AFE6FB36D99D}" presName="rootText" presStyleLbl="node3" presStyleIdx="8" presStyleCnt="10" custLinFactNeighborY="-9898">
        <dgm:presLayoutVars>
          <dgm:chPref val="3"/>
        </dgm:presLayoutVars>
      </dgm:prSet>
      <dgm:spPr/>
    </dgm:pt>
    <dgm:pt modelId="{FD9F27BF-91D1-41BA-8986-C556527EE490}" type="pres">
      <dgm:prSet presAssocID="{6A346557-8F0D-4575-8AF0-AFE6FB36D99D}" presName="rootConnector" presStyleLbl="node3" presStyleIdx="8" presStyleCnt="10"/>
      <dgm:spPr/>
    </dgm:pt>
    <dgm:pt modelId="{5A2F8FCC-2E27-4039-B1E6-C8E7A1DB0E55}" type="pres">
      <dgm:prSet presAssocID="{6A346557-8F0D-4575-8AF0-AFE6FB36D99D}" presName="hierChild4" presStyleCnt="0"/>
      <dgm:spPr/>
    </dgm:pt>
    <dgm:pt modelId="{CF114329-DECB-48A7-9CA0-7275277BF84B}" type="pres">
      <dgm:prSet presAssocID="{6A346557-8F0D-4575-8AF0-AFE6FB36D99D}" presName="hierChild5" presStyleCnt="0"/>
      <dgm:spPr/>
    </dgm:pt>
    <dgm:pt modelId="{03157CBF-C3DB-431C-9414-49E94E49571A}" type="pres">
      <dgm:prSet presAssocID="{920F2EA9-C61B-4AE0-ACDF-C651AE1523EA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3" presStyleCnt="6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3" presStyleCnt="4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3" presStyleCnt="4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9" presStyleCnt="10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9" presStyleCnt="10" custLinFactNeighborY="-9898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9" presStyleCnt="10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4" presStyleCnt="6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35892" custLinFactNeighborY="-8484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5" presStyleCnt="6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32359" custLinFactNeighborY="-8484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F81A6902-FC3F-4AF7-A663-4CFB1FD28A46}" srcId="{9E543093-51AF-482F-A54F-41BA2B290BE8}" destId="{1D0D897A-720B-4E4E-993D-28795D6B33A1}" srcOrd="2" destOrd="0" parTransId="{F8145040-84CE-4624-87DF-201F02A4D00A}" sibTransId="{341EFAC8-D214-40FB-B3FB-4A782C673B5A}"/>
    <dgm:cxn modelId="{E6C16E04-D9F9-4CD8-A966-190DFC7F6D65}" srcId="{140C7BE8-953D-46B7-BBBC-CEFCFC1C4A44}" destId="{841D5CEA-A4E0-49E2-B683-2DB5D778B1D7}" srcOrd="3" destOrd="0" parTransId="{06F76256-22A0-4A46-B363-CAE4C0C6AB8F}" sibTransId="{FB2DDCD2-07D6-4DF5-AD36-F327D2340FFD}"/>
    <dgm:cxn modelId="{8F15F40A-DA4F-4B94-9266-7034F9EF7408}" type="presOf" srcId="{C5FCDB00-34B9-4667-9D5C-FBB00A9DBBAC}" destId="{52B78883-F133-436B-A486-A5DD74D167D4}" srcOrd="0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F0D66318-3794-44FE-85BF-EFBA60BFF7B9}" type="presOf" srcId="{841D5CEA-A4E0-49E2-B683-2DB5D778B1D7}" destId="{2FA9BEC6-65D9-4F36-8887-B337FB1C33E4}" srcOrd="0" destOrd="0" presId="urn:microsoft.com/office/officeart/2005/8/layout/orgChart1"/>
    <dgm:cxn modelId="{1860941A-8618-4024-B3EE-903E70C884B6}" type="presOf" srcId="{BAF158DF-C2E2-427D-80BF-8834A6E7E056}" destId="{3B6B5A85-AB29-4F77-A987-D95C662C1512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8206DD27-5801-41F7-AF42-F1CA4944D0FF}" type="presOf" srcId="{9A87B3E7-8173-457F-A011-918CB2B5EB79}" destId="{0C4D3D70-48A7-46A0-B2CB-8E23DC5A9EE6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5E496B2A-A23C-412A-987F-5A5F0E52425B}" srcId="{BDA3E80D-83D1-43CB-89EA-5529CB9AAA78}" destId="{920F2EA9-C61B-4AE0-ACDF-C651AE1523EA}" srcOrd="4" destOrd="0" parTransId="{C5FCDB00-34B9-4667-9D5C-FBB00A9DBBAC}" sibTransId="{C7556F43-511D-4975-B44F-054594672C5F}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D54E6E32-B0E9-458A-A4BD-456098E5ECD3}" srcId="{BDA3E80D-83D1-43CB-89EA-5529CB9AAA78}" destId="{897542E0-B2F5-4EE4-8EE3-85C4B385D779}" srcOrd="5" destOrd="0" parTransId="{B9002353-9289-432A-9056-1107332AFC5B}" sibTransId="{CA9930E5-FB80-4A01-A1CD-1E377103E439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2F00CC65-2B21-4CC2-B5D9-EAB20BFD303C}" type="presOf" srcId="{88E06C40-96DC-4D4B-BC8C-0C30B390CB3E}" destId="{0F5E245C-84CA-4A39-84A3-4C0A474E6F38}" srcOrd="1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B9854B49-8ED5-46BA-A30E-9A19C8688185}" srcId="{920F2EA9-C61B-4AE0-ACDF-C651AE1523EA}" destId="{6A346557-8F0D-4575-8AF0-AFE6FB36D99D}" srcOrd="0" destOrd="0" parTransId="{C99A50B8-A0B6-4009-88AA-AE1F699E7F18}" sibTransId="{5C670D4D-C3F9-4750-BFD1-B39951651122}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5238054C-4FB8-49EF-BF6B-A0FD5A807245}" type="presOf" srcId="{3597990C-A619-4A95-BF17-4AF48E938703}" destId="{3AC5CE0A-D1C5-4051-B635-95FF2D91BAFC}" srcOrd="0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9D7DDE4E-FA42-43F9-AFEA-70DB1FD1E078}" srcId="{9E543093-51AF-482F-A54F-41BA2B290BE8}" destId="{3597990C-A619-4A95-BF17-4AF48E938703}" srcOrd="1" destOrd="0" parTransId="{9A87B3E7-8173-457F-A011-918CB2B5EB79}" sibTransId="{B48BB87B-B547-48FF-813D-115A36A0E12A}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E4D84456-2B61-42F8-9025-57DB608F0B91}" srcId="{9E543093-51AF-482F-A54F-41BA2B290BE8}" destId="{F3DFCE73-17EC-42FE-89FE-5CA28A99AD9C}" srcOrd="3" destOrd="0" parTransId="{C9ADFA54-8242-44E9-98FD-F9DE4AAF22B3}" sibTransId="{9E8A8CA8-FD63-481C-912D-D09BD46A8396}"/>
    <dgm:cxn modelId="{3EFFF177-6213-4305-B37D-A7B6C045B1C0}" type="presOf" srcId="{3597990C-A619-4A95-BF17-4AF48E938703}" destId="{7CA48B13-8313-4C50-9C2C-E14C46E18CDB}" srcOrd="1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A18BF97B-523F-4661-A1E7-62527BF4A518}" type="presOf" srcId="{F8145040-84CE-4624-87DF-201F02A4D00A}" destId="{383460A8-47B4-456E-A06E-8135E31B3DB5}" srcOrd="0" destOrd="0" presId="urn:microsoft.com/office/officeart/2005/8/layout/orgChart1"/>
    <dgm:cxn modelId="{68B7F17E-6EB9-4006-BFF8-64EF78DA3F52}" srcId="{BDA3E80D-83D1-43CB-89EA-5529CB9AAA78}" destId="{140C7BE8-953D-46B7-BBBC-CEFCFC1C4A44}" srcOrd="3" destOrd="0" parTransId="{2705112C-0791-4250-B875-ED990730F6C5}" sibTransId="{1A6AB38F-66D1-4BA9-8AAD-B524F0DC4142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2B95F382-C0E8-43C1-A467-68E9B40B98A3}" srcId="{9E543093-51AF-482F-A54F-41BA2B290BE8}" destId="{88E06C40-96DC-4D4B-BC8C-0C30B390CB3E}" srcOrd="0" destOrd="0" parTransId="{018B78BD-B31E-4C32-8E0C-EBD453F6B883}" sibTransId="{15B1626C-BB30-4D77-AF8E-6E1B56262CFC}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2A8DE38F-C704-4383-B59A-9284A7218EC6}" type="presOf" srcId="{C9ADFA54-8242-44E9-98FD-F9DE4AAF22B3}" destId="{680FA84D-079B-41B6-9549-6E191DA6D02C}" srcOrd="0" destOrd="0" presId="urn:microsoft.com/office/officeart/2005/8/layout/orgChart1"/>
    <dgm:cxn modelId="{5177BB92-0483-4935-922A-94DC7F139BD8}" type="presOf" srcId="{841D5CEA-A4E0-49E2-B683-2DB5D778B1D7}" destId="{4C0D1948-50D5-4BFE-B5FD-F58B66791814}" srcOrd="1" destOrd="0" presId="urn:microsoft.com/office/officeart/2005/8/layout/orgChart1"/>
    <dgm:cxn modelId="{433C08A0-1E2B-4E8C-A0CC-34220BAE38F8}" type="presOf" srcId="{6A346557-8F0D-4575-8AF0-AFE6FB36D99D}" destId="{66D256CA-1FB7-4F97-8A53-7722ADF2C310}" srcOrd="0" destOrd="0" presId="urn:microsoft.com/office/officeart/2005/8/layout/orgChart1"/>
    <dgm:cxn modelId="{3ED850A0-62FC-4B82-9E41-187969C17E18}" type="presOf" srcId="{920F2EA9-C61B-4AE0-ACDF-C651AE1523EA}" destId="{71B690EC-0A3B-453C-827E-79A7C36E5B01}" srcOrd="1" destOrd="0" presId="urn:microsoft.com/office/officeart/2005/8/layout/orgChart1"/>
    <dgm:cxn modelId="{0A882DB3-1EF5-4F44-AA76-861761B2ED2A}" type="presOf" srcId="{88E06C40-96DC-4D4B-BC8C-0C30B390CB3E}" destId="{5701B72A-98C3-43CA-9882-2BCEEC40F442}" srcOrd="0" destOrd="0" presId="urn:microsoft.com/office/officeart/2005/8/layout/orgChart1"/>
    <dgm:cxn modelId="{259858B4-3D4F-49C4-AA84-005BD70FAFD6}" type="presOf" srcId="{1D0D897A-720B-4E4E-993D-28795D6B33A1}" destId="{296388E1-EA6E-4E90-BD0F-28B7C1D1585B}" srcOrd="0" destOrd="0" presId="urn:microsoft.com/office/officeart/2005/8/layout/orgChart1"/>
    <dgm:cxn modelId="{5DAF78B4-D163-440B-8FAF-8A8DD7978D63}" type="presOf" srcId="{F3DFCE73-17EC-42FE-89FE-5CA28A99AD9C}" destId="{F2044E06-3CBD-478F-9A97-677C895906CC}" srcOrd="1" destOrd="0" presId="urn:microsoft.com/office/officeart/2005/8/layout/orgChart1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F27260B8-582B-404E-A06A-C65881FCDC6A}" type="presOf" srcId="{018B78BD-B31E-4C32-8E0C-EBD453F6B883}" destId="{A39CBD37-BE0C-483B-AC0E-521CDA8DDACF}" srcOrd="0" destOrd="0" presId="urn:microsoft.com/office/officeart/2005/8/layout/orgChart1"/>
    <dgm:cxn modelId="{3831D3BE-55B5-4653-8A62-7ED28DBA0589}" type="presOf" srcId="{BAF158DF-C2E2-427D-80BF-8834A6E7E056}" destId="{4A3A5A6B-9507-45EC-A8E3-F550F5B6DBC7}" srcOrd="1" destOrd="0" presId="urn:microsoft.com/office/officeart/2005/8/layout/orgChart1"/>
    <dgm:cxn modelId="{E7A67BC1-B264-494F-82F7-40BBD3381ED0}" srcId="{140C7BE8-953D-46B7-BBBC-CEFCFC1C4A44}" destId="{BAF158DF-C2E2-427D-80BF-8834A6E7E056}" srcOrd="1" destOrd="0" parTransId="{35DBDE5B-81CA-4E28-AAB1-7E28A14C5953}" sibTransId="{ECF99201-0A27-42C8-9EFE-0685999CC345}"/>
    <dgm:cxn modelId="{8161BAC1-7346-49B9-92A5-7ECABC6ACDDE}" type="presOf" srcId="{F3DFCE73-17EC-42FE-89FE-5CA28A99AD9C}" destId="{2E40F336-0E16-4B86-9A3A-3B0FB9A77873}" srcOrd="0" destOrd="0" presId="urn:microsoft.com/office/officeart/2005/8/layout/orgChart1"/>
    <dgm:cxn modelId="{19F1CAC9-8EBE-405D-88CF-9D3F81FFF95C}" type="presOf" srcId="{35DBDE5B-81CA-4E28-AAB1-7E28A14C5953}" destId="{447E96F0-FBC7-4F09-AECD-873143DB8827}" srcOrd="0" destOrd="0" presId="urn:microsoft.com/office/officeart/2005/8/layout/orgChart1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D96B70D4-648F-4A9D-9210-C549D88B826B}" type="presOf" srcId="{6A346557-8F0D-4575-8AF0-AFE6FB36D99D}" destId="{FD9F27BF-91D1-41BA-8986-C556527EE490}" srcOrd="1" destOrd="0" presId="urn:microsoft.com/office/officeart/2005/8/layout/orgChart1"/>
    <dgm:cxn modelId="{769F66E2-72A1-4D5E-A9F7-C114A10D0F82}" type="presOf" srcId="{C99A50B8-A0B6-4009-88AA-AE1F699E7F18}" destId="{390EA9DE-24B2-4275-A650-145425CB636B}" srcOrd="0" destOrd="0" presId="urn:microsoft.com/office/officeart/2005/8/layout/orgChart1"/>
    <dgm:cxn modelId="{24711BE7-80A3-4E1A-BEC2-4DDB7F59ED7C}" srcId="{140C7BE8-953D-46B7-BBBC-CEFCFC1C4A44}" destId="{70466ED9-BB8A-4C0E-BB0E-63D84C59124C}" srcOrd="2" destOrd="0" parTransId="{CA5C73BC-41E8-4FFD-AB29-9E0644637AB1}" sibTransId="{C79640DE-8F9F-4422-A93F-F3C80957056A}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7C111EEF-F295-439B-8889-2F1C1BD25076}" type="presOf" srcId="{1D0D897A-720B-4E4E-993D-28795D6B33A1}" destId="{F315E4FC-D635-4F2B-8D4D-0F39920B4BE3}" srcOrd="1" destOrd="0" presId="urn:microsoft.com/office/officeart/2005/8/layout/orgChart1"/>
    <dgm:cxn modelId="{64B7B4F0-57D5-49F9-ABC6-46186D23F474}" type="presOf" srcId="{06F76256-22A0-4A46-B363-CAE4C0C6AB8F}" destId="{ABFCFD3F-452B-4CD2-BB67-D4BE8D30B116}" srcOrd="0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475FBBFD-DB01-4550-BEFE-FA1D14CACC08}" type="presOf" srcId="{920F2EA9-C61B-4AE0-ACDF-C651AE1523EA}" destId="{A9D41FED-BC5A-44AC-A296-A13DC1DDB57D}" srcOrd="0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D1D78548-7D77-4946-9C94-236A56ED1A91}" type="presParOf" srcId="{1AE3AE86-6140-492A-A11F-E9F65F76A19E}" destId="{A39CBD37-BE0C-483B-AC0E-521CDA8DDACF}" srcOrd="0" destOrd="0" presId="urn:microsoft.com/office/officeart/2005/8/layout/orgChart1"/>
    <dgm:cxn modelId="{EB8F037F-73F3-475F-B4DC-48BAE3153487}" type="presParOf" srcId="{1AE3AE86-6140-492A-A11F-E9F65F76A19E}" destId="{EC7290E3-AFFD-478E-B860-1F57184E6DFA}" srcOrd="1" destOrd="0" presId="urn:microsoft.com/office/officeart/2005/8/layout/orgChart1"/>
    <dgm:cxn modelId="{5C1B7F46-A3F6-4436-BA39-BED23F3660E3}" type="presParOf" srcId="{EC7290E3-AFFD-478E-B860-1F57184E6DFA}" destId="{B27FDAC8-E56D-4D67-9693-12BA6AB1BC83}" srcOrd="0" destOrd="0" presId="urn:microsoft.com/office/officeart/2005/8/layout/orgChart1"/>
    <dgm:cxn modelId="{53701783-A445-4335-824C-0790F148ADA5}" type="presParOf" srcId="{B27FDAC8-E56D-4D67-9693-12BA6AB1BC83}" destId="{5701B72A-98C3-43CA-9882-2BCEEC40F442}" srcOrd="0" destOrd="0" presId="urn:microsoft.com/office/officeart/2005/8/layout/orgChart1"/>
    <dgm:cxn modelId="{EF526346-6DA7-4775-955F-064D290B3A99}" type="presParOf" srcId="{B27FDAC8-E56D-4D67-9693-12BA6AB1BC83}" destId="{0F5E245C-84CA-4A39-84A3-4C0A474E6F38}" srcOrd="1" destOrd="0" presId="urn:microsoft.com/office/officeart/2005/8/layout/orgChart1"/>
    <dgm:cxn modelId="{D2ACC3F2-345A-445A-8E45-10F2D569C421}" type="presParOf" srcId="{EC7290E3-AFFD-478E-B860-1F57184E6DFA}" destId="{4257568B-9FFA-4F0D-B913-F7BB3F8425AC}" srcOrd="1" destOrd="0" presId="urn:microsoft.com/office/officeart/2005/8/layout/orgChart1"/>
    <dgm:cxn modelId="{9A6E607C-2433-40D9-8B3C-B79C7D9EFD91}" type="presParOf" srcId="{EC7290E3-AFFD-478E-B860-1F57184E6DFA}" destId="{5B9A6EEA-0F6D-4B12-96E8-6DD237EE651B}" srcOrd="2" destOrd="0" presId="urn:microsoft.com/office/officeart/2005/8/layout/orgChart1"/>
    <dgm:cxn modelId="{9E89DDDE-D433-4FD3-9384-814BE07B5B55}" type="presParOf" srcId="{1AE3AE86-6140-492A-A11F-E9F65F76A19E}" destId="{0C4D3D70-48A7-46A0-B2CB-8E23DC5A9EE6}" srcOrd="2" destOrd="0" presId="urn:microsoft.com/office/officeart/2005/8/layout/orgChart1"/>
    <dgm:cxn modelId="{F4BB194B-869F-4C4E-9DD8-4F2484EB78D0}" type="presParOf" srcId="{1AE3AE86-6140-492A-A11F-E9F65F76A19E}" destId="{BA96C1BA-E886-43F2-8037-0A2C3D562727}" srcOrd="3" destOrd="0" presId="urn:microsoft.com/office/officeart/2005/8/layout/orgChart1"/>
    <dgm:cxn modelId="{C6F40F39-4716-4AB6-9FC2-34F994343D81}" type="presParOf" srcId="{BA96C1BA-E886-43F2-8037-0A2C3D562727}" destId="{8B2DE95B-CD77-41F0-84CD-A3A4064BB56B}" srcOrd="0" destOrd="0" presId="urn:microsoft.com/office/officeart/2005/8/layout/orgChart1"/>
    <dgm:cxn modelId="{CA29477E-94B2-4807-9BF8-258AC2072179}" type="presParOf" srcId="{8B2DE95B-CD77-41F0-84CD-A3A4064BB56B}" destId="{3AC5CE0A-D1C5-4051-B635-95FF2D91BAFC}" srcOrd="0" destOrd="0" presId="urn:microsoft.com/office/officeart/2005/8/layout/orgChart1"/>
    <dgm:cxn modelId="{337250C2-DD1D-44E3-8C0A-9DCF995705CC}" type="presParOf" srcId="{8B2DE95B-CD77-41F0-84CD-A3A4064BB56B}" destId="{7CA48B13-8313-4C50-9C2C-E14C46E18CDB}" srcOrd="1" destOrd="0" presId="urn:microsoft.com/office/officeart/2005/8/layout/orgChart1"/>
    <dgm:cxn modelId="{87E0EA34-59EE-4D69-A004-0DB44D472125}" type="presParOf" srcId="{BA96C1BA-E886-43F2-8037-0A2C3D562727}" destId="{9E4BE6BB-EE4E-4187-8B6E-35CD4D69CC1B}" srcOrd="1" destOrd="0" presId="urn:microsoft.com/office/officeart/2005/8/layout/orgChart1"/>
    <dgm:cxn modelId="{CDEE0D66-33B6-4CA3-99C2-83EB9E329D52}" type="presParOf" srcId="{BA96C1BA-E886-43F2-8037-0A2C3D562727}" destId="{346D3DAD-35A1-46F7-8C5C-42E27421E026}" srcOrd="2" destOrd="0" presId="urn:microsoft.com/office/officeart/2005/8/layout/orgChart1"/>
    <dgm:cxn modelId="{922A78C8-6CAA-4B04-8DB3-D46239985769}" type="presParOf" srcId="{1AE3AE86-6140-492A-A11F-E9F65F76A19E}" destId="{383460A8-47B4-456E-A06E-8135E31B3DB5}" srcOrd="4" destOrd="0" presId="urn:microsoft.com/office/officeart/2005/8/layout/orgChart1"/>
    <dgm:cxn modelId="{D23E94F7-03DE-4511-AF9A-9808F51B6AD8}" type="presParOf" srcId="{1AE3AE86-6140-492A-A11F-E9F65F76A19E}" destId="{037BB7DF-DBDE-4F84-B9FB-B460284C9D1A}" srcOrd="5" destOrd="0" presId="urn:microsoft.com/office/officeart/2005/8/layout/orgChart1"/>
    <dgm:cxn modelId="{9A46F098-1B43-47A1-8E7C-8EDCCED6B2C3}" type="presParOf" srcId="{037BB7DF-DBDE-4F84-B9FB-B460284C9D1A}" destId="{1DC8EED3-A51E-4B04-8DD0-8B696639DF7F}" srcOrd="0" destOrd="0" presId="urn:microsoft.com/office/officeart/2005/8/layout/orgChart1"/>
    <dgm:cxn modelId="{1B03CCBF-B04D-4465-9D9D-997BD7A44C45}" type="presParOf" srcId="{1DC8EED3-A51E-4B04-8DD0-8B696639DF7F}" destId="{296388E1-EA6E-4E90-BD0F-28B7C1D1585B}" srcOrd="0" destOrd="0" presId="urn:microsoft.com/office/officeart/2005/8/layout/orgChart1"/>
    <dgm:cxn modelId="{F1B37973-7595-4E61-8D50-9133B4441CE9}" type="presParOf" srcId="{1DC8EED3-A51E-4B04-8DD0-8B696639DF7F}" destId="{F315E4FC-D635-4F2B-8D4D-0F39920B4BE3}" srcOrd="1" destOrd="0" presId="urn:microsoft.com/office/officeart/2005/8/layout/orgChart1"/>
    <dgm:cxn modelId="{BB42675A-1C0C-461A-BB84-35A43BAD0A5E}" type="presParOf" srcId="{037BB7DF-DBDE-4F84-B9FB-B460284C9D1A}" destId="{CA3A83E3-288C-4BBC-9B82-5BBC34568F9C}" srcOrd="1" destOrd="0" presId="urn:microsoft.com/office/officeart/2005/8/layout/orgChart1"/>
    <dgm:cxn modelId="{DEB79F15-BEB8-41F7-95FA-B98D3552A6CF}" type="presParOf" srcId="{037BB7DF-DBDE-4F84-B9FB-B460284C9D1A}" destId="{9EC4F40D-0EBF-4EAC-9675-2ACD064BC04A}" srcOrd="2" destOrd="0" presId="urn:microsoft.com/office/officeart/2005/8/layout/orgChart1"/>
    <dgm:cxn modelId="{F617C252-8F9A-4101-A12A-39B306A7D503}" type="presParOf" srcId="{1AE3AE86-6140-492A-A11F-E9F65F76A19E}" destId="{680FA84D-079B-41B6-9549-6E191DA6D02C}" srcOrd="6" destOrd="0" presId="urn:microsoft.com/office/officeart/2005/8/layout/orgChart1"/>
    <dgm:cxn modelId="{9C01012E-F598-42A7-AA41-B70F1C5D2680}" type="presParOf" srcId="{1AE3AE86-6140-492A-A11F-E9F65F76A19E}" destId="{1B838B82-F3E4-4C09-896E-568EE47E2C1E}" srcOrd="7" destOrd="0" presId="urn:microsoft.com/office/officeart/2005/8/layout/orgChart1"/>
    <dgm:cxn modelId="{3D2846A5-4595-4BD5-9F36-30BE476150E3}" type="presParOf" srcId="{1B838B82-F3E4-4C09-896E-568EE47E2C1E}" destId="{4F248BFF-DF97-48E2-92BB-027F3D1FB57B}" srcOrd="0" destOrd="0" presId="urn:microsoft.com/office/officeart/2005/8/layout/orgChart1"/>
    <dgm:cxn modelId="{B392EE4F-389C-4248-9C25-9AB769B01789}" type="presParOf" srcId="{4F248BFF-DF97-48E2-92BB-027F3D1FB57B}" destId="{2E40F336-0E16-4B86-9A3A-3B0FB9A77873}" srcOrd="0" destOrd="0" presId="urn:microsoft.com/office/officeart/2005/8/layout/orgChart1"/>
    <dgm:cxn modelId="{F683E777-7A1A-4DB2-BF99-571AB58D57A3}" type="presParOf" srcId="{4F248BFF-DF97-48E2-92BB-027F3D1FB57B}" destId="{F2044E06-3CBD-478F-9A97-677C895906CC}" srcOrd="1" destOrd="0" presId="urn:microsoft.com/office/officeart/2005/8/layout/orgChart1"/>
    <dgm:cxn modelId="{D784696F-B5D7-4643-AF22-98AC809D571D}" type="presParOf" srcId="{1B838B82-F3E4-4C09-896E-568EE47E2C1E}" destId="{FCB1ADD0-B647-4456-91DE-EF421E2C530F}" srcOrd="1" destOrd="0" presId="urn:microsoft.com/office/officeart/2005/8/layout/orgChart1"/>
    <dgm:cxn modelId="{2B4FBDF0-A2B4-4ED5-BB04-8EB94538EC31}" type="presParOf" srcId="{1B838B82-F3E4-4C09-896E-568EE47E2C1E}" destId="{E348794C-777B-471F-B203-5E06FF3D74B2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5D185199-4449-4FC4-A417-ADDB32F0F1FA}" type="presParOf" srcId="{702F29B1-99E5-4896-B101-A66FF14B51F6}" destId="{203CECAF-4583-4381-A15F-0B63A7CD1DC8}" srcOrd="2" destOrd="0" presId="urn:microsoft.com/office/officeart/2005/8/layout/orgChart1"/>
    <dgm:cxn modelId="{93B7AB06-19F1-4685-82BF-A131907775F0}" type="presParOf" srcId="{702F29B1-99E5-4896-B101-A66FF14B51F6}" destId="{8AA23E7D-C409-4F33-A40C-76801715EDE1}" srcOrd="3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8A5A4FE5-4BFE-453B-B351-3B3AD61E094F}" type="presParOf" srcId="{4A709BA3-FD33-4520-B014-71D7F5D35A41}" destId="{447E96F0-FBC7-4F09-AECD-873143DB8827}" srcOrd="2" destOrd="0" presId="urn:microsoft.com/office/officeart/2005/8/layout/orgChart1"/>
    <dgm:cxn modelId="{1315BDB4-2367-4213-B862-C4DF3F00D0D2}" type="presParOf" srcId="{4A709BA3-FD33-4520-B014-71D7F5D35A41}" destId="{E87B1C0F-7FD6-4674-AC76-BB21D3E4B208}" srcOrd="3" destOrd="0" presId="urn:microsoft.com/office/officeart/2005/8/layout/orgChart1"/>
    <dgm:cxn modelId="{D7935239-548D-462D-BD08-FABFB533884A}" type="presParOf" srcId="{E87B1C0F-7FD6-4674-AC76-BB21D3E4B208}" destId="{7663826E-0650-4C1B-83E7-1A4E9CD9CEEF}" srcOrd="0" destOrd="0" presId="urn:microsoft.com/office/officeart/2005/8/layout/orgChart1"/>
    <dgm:cxn modelId="{6EA3060C-7C91-4101-AF3B-76E52431D753}" type="presParOf" srcId="{7663826E-0650-4C1B-83E7-1A4E9CD9CEEF}" destId="{3B6B5A85-AB29-4F77-A987-D95C662C1512}" srcOrd="0" destOrd="0" presId="urn:microsoft.com/office/officeart/2005/8/layout/orgChart1"/>
    <dgm:cxn modelId="{CEF331BB-9A30-419A-BA5A-215048279466}" type="presParOf" srcId="{7663826E-0650-4C1B-83E7-1A4E9CD9CEEF}" destId="{4A3A5A6B-9507-45EC-A8E3-F550F5B6DBC7}" srcOrd="1" destOrd="0" presId="urn:microsoft.com/office/officeart/2005/8/layout/orgChart1"/>
    <dgm:cxn modelId="{95726D2B-269F-4565-B574-D99D8796BB1D}" type="presParOf" srcId="{E87B1C0F-7FD6-4674-AC76-BB21D3E4B208}" destId="{9EBDFE6D-A149-4C4C-A9C4-77091637D616}" srcOrd="1" destOrd="0" presId="urn:microsoft.com/office/officeart/2005/8/layout/orgChart1"/>
    <dgm:cxn modelId="{662E95E3-CEC0-435A-AF59-3DAE13D8D7CE}" type="presParOf" srcId="{E87B1C0F-7FD6-4674-AC76-BB21D3E4B208}" destId="{4CB89822-2E54-4B96-9F21-48C38A2F8C8D}" srcOrd="2" destOrd="0" presId="urn:microsoft.com/office/officeart/2005/8/layout/orgChart1"/>
    <dgm:cxn modelId="{E4C03691-6BD3-45EA-A947-2C540E9AC4D9}" type="presParOf" srcId="{4A709BA3-FD33-4520-B014-71D7F5D35A41}" destId="{C0684F0C-8EC3-4A0A-9CBE-845D8DC75645}" srcOrd="4" destOrd="0" presId="urn:microsoft.com/office/officeart/2005/8/layout/orgChart1"/>
    <dgm:cxn modelId="{B86E2B4D-D865-42B5-AC8A-395320F7B203}" type="presParOf" srcId="{4A709BA3-FD33-4520-B014-71D7F5D35A41}" destId="{15CB99E6-896A-4C55-8403-599A038043E8}" srcOrd="5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C310F487-F466-4AD2-9468-3A952B94732B}" type="presParOf" srcId="{4A709BA3-FD33-4520-B014-71D7F5D35A41}" destId="{ABFCFD3F-452B-4CD2-BB67-D4BE8D30B116}" srcOrd="6" destOrd="0" presId="urn:microsoft.com/office/officeart/2005/8/layout/orgChart1"/>
    <dgm:cxn modelId="{07ACA8C8-EFF4-40C9-B293-9866F8CA6247}" type="presParOf" srcId="{4A709BA3-FD33-4520-B014-71D7F5D35A41}" destId="{6B0E6221-098D-4E20-8B94-41883CEA69A7}" srcOrd="7" destOrd="0" presId="urn:microsoft.com/office/officeart/2005/8/layout/orgChart1"/>
    <dgm:cxn modelId="{69BF0633-868A-49AF-AA7C-DED23CB41CAF}" type="presParOf" srcId="{6B0E6221-098D-4E20-8B94-41883CEA69A7}" destId="{15DC9596-6F03-47CE-965A-725AC848CA5F}" srcOrd="0" destOrd="0" presId="urn:microsoft.com/office/officeart/2005/8/layout/orgChart1"/>
    <dgm:cxn modelId="{8251C2D4-D1F0-4C42-903A-9EFD76693EEF}" type="presParOf" srcId="{15DC9596-6F03-47CE-965A-725AC848CA5F}" destId="{2FA9BEC6-65D9-4F36-8887-B337FB1C33E4}" srcOrd="0" destOrd="0" presId="urn:microsoft.com/office/officeart/2005/8/layout/orgChart1"/>
    <dgm:cxn modelId="{8FDA8BE7-1ABA-4B20-A45D-3AAC2F8C85AB}" type="presParOf" srcId="{15DC9596-6F03-47CE-965A-725AC848CA5F}" destId="{4C0D1948-50D5-4BFE-B5FD-F58B66791814}" srcOrd="1" destOrd="0" presId="urn:microsoft.com/office/officeart/2005/8/layout/orgChart1"/>
    <dgm:cxn modelId="{D8E7EDA7-629D-40A2-80D7-575F3178644B}" type="presParOf" srcId="{6B0E6221-098D-4E20-8B94-41883CEA69A7}" destId="{FDF234A3-915D-4C91-BF6F-A90EDB83FEDC}" srcOrd="1" destOrd="0" presId="urn:microsoft.com/office/officeart/2005/8/layout/orgChart1"/>
    <dgm:cxn modelId="{58670729-6002-49A5-A8B2-BE6B4A5B08B3}" type="presParOf" srcId="{6B0E6221-098D-4E20-8B94-41883CEA69A7}" destId="{AD968CF0-EB99-4D06-9F3E-01C096DC510A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E70DC19C-018E-4DB1-88AE-A638D4BBAADB}" type="presParOf" srcId="{702F29B1-99E5-4896-B101-A66FF14B51F6}" destId="{52B78883-F133-436B-A486-A5DD74D167D4}" srcOrd="4" destOrd="0" presId="urn:microsoft.com/office/officeart/2005/8/layout/orgChart1"/>
    <dgm:cxn modelId="{61E2483A-BDD1-436E-ABF6-7FC972143942}" type="presParOf" srcId="{702F29B1-99E5-4896-B101-A66FF14B51F6}" destId="{9B921B65-45B3-48A4-AD7D-F6EE524AD423}" srcOrd="5" destOrd="0" presId="urn:microsoft.com/office/officeart/2005/8/layout/orgChart1"/>
    <dgm:cxn modelId="{FE072587-3BC0-48D0-83E9-DBBEEF9C048C}" type="presParOf" srcId="{9B921B65-45B3-48A4-AD7D-F6EE524AD423}" destId="{32892380-1B24-43A4-BE98-40719922222A}" srcOrd="0" destOrd="0" presId="urn:microsoft.com/office/officeart/2005/8/layout/orgChart1"/>
    <dgm:cxn modelId="{D7036246-6B63-4E19-8D08-1CB8C13CD049}" type="presParOf" srcId="{32892380-1B24-43A4-BE98-40719922222A}" destId="{A9D41FED-BC5A-44AC-A296-A13DC1DDB57D}" srcOrd="0" destOrd="0" presId="urn:microsoft.com/office/officeart/2005/8/layout/orgChart1"/>
    <dgm:cxn modelId="{B46CF852-97C1-463A-8CEB-15FE2B3D8854}" type="presParOf" srcId="{32892380-1B24-43A4-BE98-40719922222A}" destId="{71B690EC-0A3B-453C-827E-79A7C36E5B01}" srcOrd="1" destOrd="0" presId="urn:microsoft.com/office/officeart/2005/8/layout/orgChart1"/>
    <dgm:cxn modelId="{C09E9E68-0545-4BB2-A915-B7F86018AC2D}" type="presParOf" srcId="{9B921B65-45B3-48A4-AD7D-F6EE524AD423}" destId="{8DDC0AB4-608A-4FC0-9389-8FE8C003083E}" srcOrd="1" destOrd="0" presId="urn:microsoft.com/office/officeart/2005/8/layout/orgChart1"/>
    <dgm:cxn modelId="{81345186-302B-4278-A9C7-F8164A110612}" type="presParOf" srcId="{8DDC0AB4-608A-4FC0-9389-8FE8C003083E}" destId="{390EA9DE-24B2-4275-A650-145425CB636B}" srcOrd="0" destOrd="0" presId="urn:microsoft.com/office/officeart/2005/8/layout/orgChart1"/>
    <dgm:cxn modelId="{CD95C67F-6709-4CEA-AD8A-D6BCD8C53E00}" type="presParOf" srcId="{8DDC0AB4-608A-4FC0-9389-8FE8C003083E}" destId="{3CF849AC-A031-48AD-B1B8-15E08E88714A}" srcOrd="1" destOrd="0" presId="urn:microsoft.com/office/officeart/2005/8/layout/orgChart1"/>
    <dgm:cxn modelId="{4318CDF4-CDE6-4299-9CEE-C5E50FB13D74}" type="presParOf" srcId="{3CF849AC-A031-48AD-B1B8-15E08E88714A}" destId="{C3909C3E-3E28-4D86-91B4-009A9CA6B706}" srcOrd="0" destOrd="0" presId="urn:microsoft.com/office/officeart/2005/8/layout/orgChart1"/>
    <dgm:cxn modelId="{9ED1F7C4-A86D-4252-9B1F-BDF57A4AE789}" type="presParOf" srcId="{C3909C3E-3E28-4D86-91B4-009A9CA6B706}" destId="{66D256CA-1FB7-4F97-8A53-7722ADF2C310}" srcOrd="0" destOrd="0" presId="urn:microsoft.com/office/officeart/2005/8/layout/orgChart1"/>
    <dgm:cxn modelId="{092B12B1-344A-4B3C-A71F-9A5DAAD030CC}" type="presParOf" srcId="{C3909C3E-3E28-4D86-91B4-009A9CA6B706}" destId="{FD9F27BF-91D1-41BA-8986-C556527EE490}" srcOrd="1" destOrd="0" presId="urn:microsoft.com/office/officeart/2005/8/layout/orgChart1"/>
    <dgm:cxn modelId="{C503B437-59FF-4FD2-847A-949B7CA636C0}" type="presParOf" srcId="{3CF849AC-A031-48AD-B1B8-15E08E88714A}" destId="{5A2F8FCC-2E27-4039-B1E6-C8E7A1DB0E55}" srcOrd="1" destOrd="0" presId="urn:microsoft.com/office/officeart/2005/8/layout/orgChart1"/>
    <dgm:cxn modelId="{6767F4B6-0907-4577-AE96-9DCED6068F42}" type="presParOf" srcId="{3CF849AC-A031-48AD-B1B8-15E08E88714A}" destId="{CF114329-DECB-48A7-9CA0-7275277BF84B}" srcOrd="2" destOrd="0" presId="urn:microsoft.com/office/officeart/2005/8/layout/orgChart1"/>
    <dgm:cxn modelId="{AB447F0E-45A2-452D-A21B-3872C5440488}" type="presParOf" srcId="{9B921B65-45B3-48A4-AD7D-F6EE524AD423}" destId="{03157CBF-C3DB-431C-9414-49E94E49571A}" srcOrd="2" destOrd="0" presId="urn:microsoft.com/office/officeart/2005/8/layout/orgChart1"/>
    <dgm:cxn modelId="{150BC1A2-880B-49DB-B629-18457B3BAC60}" type="presParOf" srcId="{702F29B1-99E5-4896-B101-A66FF14B51F6}" destId="{BDBB378E-0D9C-4AFF-AA83-35161BCD9F33}" srcOrd="6" destOrd="0" presId="urn:microsoft.com/office/officeart/2005/8/layout/orgChart1"/>
    <dgm:cxn modelId="{CEFAC0D3-EBEA-4792-B0A5-20C33C1BF7FE}" type="presParOf" srcId="{702F29B1-99E5-4896-B101-A66FF14B51F6}" destId="{5A9F857C-6022-4AF7-BE3C-4795AB9766EF}" srcOrd="7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GESTÃO E CIDADE INTELIGENTE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de Gestão de Recursos Humanos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/>
      <dgm:spPr/>
      <dgm:t>
        <a:bodyPr/>
        <a:lstStyle/>
        <a:p>
          <a:r>
            <a:rPr lang="pt-BR" dirty="0"/>
            <a:t>Divisão de Gestão e Planejamento de Compras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de Gestão Logística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88E06C40-96DC-4D4B-BC8C-0C30B390CB3E}">
      <dgm:prSet/>
      <dgm:spPr/>
      <dgm:t>
        <a:bodyPr/>
        <a:lstStyle/>
        <a:p>
          <a:r>
            <a:rPr lang="pt-BR" dirty="0"/>
            <a:t>Setor de Folha de Pagamento</a:t>
          </a:r>
        </a:p>
      </dgm:t>
    </dgm:pt>
    <dgm:pt modelId="{018B78BD-B31E-4C32-8E0C-EBD453F6B883}" type="parTrans" cxnId="{2B95F382-C0E8-43C1-A467-68E9B40B98A3}">
      <dgm:prSet/>
      <dgm:spPr/>
      <dgm:t>
        <a:bodyPr/>
        <a:lstStyle/>
        <a:p>
          <a:endParaRPr lang="pt-BR"/>
        </a:p>
      </dgm:t>
    </dgm:pt>
    <dgm:pt modelId="{15B1626C-BB30-4D77-AF8E-6E1B56262CFC}" type="sibTrans" cxnId="{2B95F382-C0E8-43C1-A467-68E9B40B98A3}">
      <dgm:prSet/>
      <dgm:spPr/>
      <dgm:t>
        <a:bodyPr/>
        <a:lstStyle/>
        <a:p>
          <a:endParaRPr lang="pt-BR"/>
        </a:p>
      </dgm:t>
    </dgm:pt>
    <dgm:pt modelId="{24B5B830-1763-45BE-ACDB-5A4D9C7D822C}">
      <dgm:prSet/>
      <dgm:spPr/>
      <dgm:t>
        <a:bodyPr/>
        <a:lstStyle/>
        <a:p>
          <a:r>
            <a:rPr lang="pt-BR" dirty="0"/>
            <a:t>Setor de Planejamento e Formalização das Contratações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FFF76743-057B-4AB6-9477-039899594119}">
      <dgm:prSet/>
      <dgm:spPr/>
      <dgm:t>
        <a:bodyPr/>
        <a:lstStyle/>
        <a:p>
          <a:r>
            <a:rPr lang="pt-BR" dirty="0"/>
            <a:t>Setor de Almoxarifado </a:t>
          </a:r>
          <a:r>
            <a:rPr lang="pt-BR"/>
            <a:t>e Distribuição</a:t>
          </a:r>
          <a:endParaRPr lang="pt-BR" dirty="0"/>
        </a:p>
      </dgm:t>
    </dgm:pt>
    <dgm:pt modelId="{D5C9C9D1-604B-4925-B2FF-5E3EBBE1DAAF}" type="parTrans" cxnId="{053AA7D4-C355-49F7-9569-E1BD08599BEC}">
      <dgm:prSet/>
      <dgm:spPr/>
      <dgm:t>
        <a:bodyPr/>
        <a:lstStyle/>
        <a:p>
          <a:endParaRPr lang="pt-BR"/>
        </a:p>
      </dgm:t>
    </dgm:pt>
    <dgm:pt modelId="{16071E0F-6D79-4717-9813-8E87262120F5}" type="sibTrans" cxnId="{053AA7D4-C355-49F7-9569-E1BD08599BEC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F93FE123-64C2-48E7-BB7C-78C89C6C6BF9}">
      <dgm:prSet/>
      <dgm:spPr/>
      <dgm:t>
        <a:bodyPr/>
        <a:lstStyle/>
        <a:p>
          <a:r>
            <a:rPr lang="pt-BR" dirty="0"/>
            <a:t>Divisão de Gestão Operacional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Tecnologia da Informação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Arquivo Público Municipal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3597990C-A619-4A95-BF17-4AF48E938703}">
      <dgm:prSet/>
      <dgm:spPr/>
      <dgm:t>
        <a:bodyPr/>
        <a:lstStyle/>
        <a:p>
          <a:r>
            <a:rPr lang="pt-BR" dirty="0"/>
            <a:t>Setor de Treinamento e Desenvolvimento Humano</a:t>
          </a:r>
        </a:p>
      </dgm:t>
    </dgm:pt>
    <dgm:pt modelId="{9A87B3E7-8173-457F-A011-918CB2B5EB79}" type="parTrans" cxnId="{9D7DDE4E-FA42-43F9-AFEA-70DB1FD1E078}">
      <dgm:prSet/>
      <dgm:spPr/>
      <dgm:t>
        <a:bodyPr/>
        <a:lstStyle/>
        <a:p>
          <a:endParaRPr lang="pt-BR"/>
        </a:p>
      </dgm:t>
    </dgm:pt>
    <dgm:pt modelId="{B48BB87B-B547-48FF-813D-115A36A0E12A}" type="sibTrans" cxnId="{9D7DDE4E-FA42-43F9-AFEA-70DB1FD1E078}">
      <dgm:prSet/>
      <dgm:spPr/>
      <dgm:t>
        <a:bodyPr/>
        <a:lstStyle/>
        <a:p>
          <a:endParaRPr lang="pt-BR"/>
        </a:p>
      </dgm:t>
    </dgm:pt>
    <dgm:pt modelId="{1D0D897A-720B-4E4E-993D-28795D6B33A1}">
      <dgm:prSet/>
      <dgm:spPr/>
      <dgm:t>
        <a:bodyPr/>
        <a:lstStyle/>
        <a:p>
          <a:r>
            <a:rPr lang="pt-BR" dirty="0"/>
            <a:t>Setor de Serviço Especializado em Segurança e Medicina do Trabalho</a:t>
          </a:r>
        </a:p>
      </dgm:t>
    </dgm:pt>
    <dgm:pt modelId="{F8145040-84CE-4624-87DF-201F02A4D00A}" type="parTrans" cxnId="{F81A6902-FC3F-4AF7-A663-4CFB1FD28A46}">
      <dgm:prSet/>
      <dgm:spPr/>
      <dgm:t>
        <a:bodyPr/>
        <a:lstStyle/>
        <a:p>
          <a:endParaRPr lang="pt-BR"/>
        </a:p>
      </dgm:t>
    </dgm:pt>
    <dgm:pt modelId="{341EFAC8-D214-40FB-B3FB-4A782C673B5A}" type="sibTrans" cxnId="{F81A6902-FC3F-4AF7-A663-4CFB1FD28A46}">
      <dgm:prSet/>
      <dgm:spPr/>
      <dgm:t>
        <a:bodyPr/>
        <a:lstStyle/>
        <a:p>
          <a:endParaRPr lang="pt-BR"/>
        </a:p>
      </dgm:t>
    </dgm:pt>
    <dgm:pt modelId="{F3DFCE73-17EC-42FE-89FE-5CA28A99AD9C}">
      <dgm:prSet/>
      <dgm:spPr/>
      <dgm:t>
        <a:bodyPr/>
        <a:lstStyle/>
        <a:p>
          <a:r>
            <a:rPr lang="pt-BR" dirty="0"/>
            <a:t>Setor de Gestão de Vínculos, Atos e Sistemas de Escrituração Digital</a:t>
          </a:r>
        </a:p>
      </dgm:t>
    </dgm:pt>
    <dgm:pt modelId="{C9ADFA54-8242-44E9-98FD-F9DE4AAF22B3}" type="parTrans" cxnId="{E4D84456-2B61-42F8-9025-57DB608F0B91}">
      <dgm:prSet/>
      <dgm:spPr/>
      <dgm:t>
        <a:bodyPr/>
        <a:lstStyle/>
        <a:p>
          <a:endParaRPr lang="pt-BR"/>
        </a:p>
      </dgm:t>
    </dgm:pt>
    <dgm:pt modelId="{9E8A8CA8-FD63-481C-912D-D09BD46A8396}" type="sibTrans" cxnId="{E4D84456-2B61-42F8-9025-57DB608F0B91}">
      <dgm:prSet/>
      <dgm:spPr/>
      <dgm:t>
        <a:bodyPr/>
        <a:lstStyle/>
        <a:p>
          <a:endParaRPr lang="pt-BR"/>
        </a:p>
      </dgm:t>
    </dgm:pt>
    <dgm:pt modelId="{7564F4A0-8D16-490D-907E-8ED95FA1220B}">
      <dgm:prSet/>
      <dgm:spPr/>
      <dgm:t>
        <a:bodyPr/>
        <a:lstStyle/>
        <a:p>
          <a:r>
            <a:rPr lang="pt-BR" dirty="0"/>
            <a:t>Setor de Compras</a:t>
          </a:r>
        </a:p>
      </dgm:t>
    </dgm:pt>
    <dgm:pt modelId="{B4DEEB40-0DA0-47EA-9B1F-565BB0D4F122}" type="parTrans" cxnId="{493C2DF5-4A9D-420A-9ECE-774B7C4587C0}">
      <dgm:prSet/>
      <dgm:spPr/>
      <dgm:t>
        <a:bodyPr/>
        <a:lstStyle/>
        <a:p>
          <a:endParaRPr lang="pt-BR"/>
        </a:p>
      </dgm:t>
    </dgm:pt>
    <dgm:pt modelId="{8FB8FCB9-AE6D-4EC3-8269-A2B3ACF857EA}" type="sibTrans" cxnId="{493C2DF5-4A9D-420A-9ECE-774B7C4587C0}">
      <dgm:prSet/>
      <dgm:spPr/>
      <dgm:t>
        <a:bodyPr/>
        <a:lstStyle/>
        <a:p>
          <a:endParaRPr lang="pt-BR"/>
        </a:p>
      </dgm:t>
    </dgm:pt>
    <dgm:pt modelId="{522FCDFA-75EC-42F5-9470-CDFE12334B46}">
      <dgm:prSet/>
      <dgm:spPr/>
      <dgm:t>
        <a:bodyPr/>
        <a:lstStyle/>
        <a:p>
          <a:r>
            <a:rPr lang="pt-BR" dirty="0"/>
            <a:t>Setor de Licitações</a:t>
          </a:r>
        </a:p>
      </dgm:t>
    </dgm:pt>
    <dgm:pt modelId="{93D88299-9343-4D19-904C-1B75D9B86A41}" type="parTrans" cxnId="{96A3968A-7FE6-4FF6-A5B0-D3DA196C3D9D}">
      <dgm:prSet/>
      <dgm:spPr/>
      <dgm:t>
        <a:bodyPr/>
        <a:lstStyle/>
        <a:p>
          <a:endParaRPr lang="pt-BR"/>
        </a:p>
      </dgm:t>
    </dgm:pt>
    <dgm:pt modelId="{E365FBAF-0184-4BD0-92A0-E3F326D8429D}" type="sibTrans" cxnId="{96A3968A-7FE6-4FF6-A5B0-D3DA196C3D9D}">
      <dgm:prSet/>
      <dgm:spPr/>
      <dgm:t>
        <a:bodyPr/>
        <a:lstStyle/>
        <a:p>
          <a:endParaRPr lang="pt-BR"/>
        </a:p>
      </dgm:t>
    </dgm:pt>
    <dgm:pt modelId="{E805C673-92D2-4D4D-86FF-5E937AABAE3A}">
      <dgm:prSet/>
      <dgm:spPr/>
      <dgm:t>
        <a:bodyPr/>
        <a:lstStyle/>
        <a:p>
          <a:r>
            <a:rPr lang="pt-BR" dirty="0"/>
            <a:t>Setor Administrativo</a:t>
          </a:r>
        </a:p>
      </dgm:t>
    </dgm:pt>
    <dgm:pt modelId="{BAA922EA-6F7E-40F5-9D1E-6522C35CEB91}" type="parTrans" cxnId="{810A09D6-43D6-4DE0-8C47-B466CF5D7CAE}">
      <dgm:prSet/>
      <dgm:spPr/>
      <dgm:t>
        <a:bodyPr/>
        <a:lstStyle/>
        <a:p>
          <a:endParaRPr lang="pt-BR"/>
        </a:p>
      </dgm:t>
    </dgm:pt>
    <dgm:pt modelId="{C6893843-F7E5-4A0F-A5B3-3BD39EDF6824}" type="sibTrans" cxnId="{810A09D6-43D6-4DE0-8C47-B466CF5D7CAE}">
      <dgm:prSet/>
      <dgm:spPr/>
      <dgm:t>
        <a:bodyPr/>
        <a:lstStyle/>
        <a:p>
          <a:endParaRPr lang="pt-BR"/>
        </a:p>
      </dgm:t>
    </dgm:pt>
    <dgm:pt modelId="{B98BD5CF-836F-4EF1-BC31-4D5548C74E29}">
      <dgm:prSet/>
      <dgm:spPr/>
      <dgm:t>
        <a:bodyPr/>
        <a:lstStyle/>
        <a:p>
          <a:r>
            <a:rPr lang="pt-BR" dirty="0"/>
            <a:t>Setor de Patrimônio Mobiliário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Infraestrutura de Rede e Servidores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Acervo Histórico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F554F3ED-509F-434E-9414-96A5C7204449}">
      <dgm:prSet/>
      <dgm:spPr/>
      <dgm:t>
        <a:bodyPr/>
        <a:lstStyle/>
        <a:p>
          <a:r>
            <a:rPr lang="pt-BR" dirty="0"/>
            <a:t>Setor de Controle e Manutenção de Frotas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F2128D90-3FD7-4EE4-9DB8-F82B99C2526B}">
      <dgm:prSet/>
      <dgm:spPr/>
      <dgm:t>
        <a:bodyPr/>
        <a:lstStyle/>
        <a:p>
          <a:r>
            <a:rPr lang="pt-BR" dirty="0"/>
            <a:t>Setor de Apoio e Atendimento</a:t>
          </a:r>
        </a:p>
      </dgm:t>
    </dgm:pt>
    <dgm:pt modelId="{680B14F0-DE78-46ED-BF22-281D426BAB77}" type="parTrans" cxnId="{761D1D81-C7E5-4293-9A96-0F12F6A946F5}">
      <dgm:prSet/>
      <dgm:spPr/>
      <dgm:t>
        <a:bodyPr/>
        <a:lstStyle/>
        <a:p>
          <a:endParaRPr lang="pt-BR"/>
        </a:p>
      </dgm:t>
    </dgm:pt>
    <dgm:pt modelId="{19F11BBE-D266-4EDE-A323-D00BF3FFA1F7}" type="sibTrans" cxnId="{761D1D81-C7E5-4293-9A96-0F12F6A946F5}">
      <dgm:prSet/>
      <dgm:spPr/>
      <dgm:t>
        <a:bodyPr/>
        <a:lstStyle/>
        <a:p>
          <a:endParaRPr lang="pt-BR"/>
        </a:p>
      </dgm:t>
    </dgm:pt>
    <dgm:pt modelId="{70466ED9-BB8A-4C0E-BB0E-63D84C59124C}">
      <dgm:prSet/>
      <dgm:spPr/>
      <dgm:t>
        <a:bodyPr/>
        <a:lstStyle/>
        <a:p>
          <a:r>
            <a:rPr lang="pt-BR" dirty="0"/>
            <a:t>Setor de Fábrica de Software e Sistemas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359658E8-5791-44AD-A30D-A2B7BBF11301}">
      <dgm:prSet/>
      <dgm:spPr/>
      <dgm:t>
        <a:bodyPr/>
        <a:lstStyle/>
        <a:p>
          <a:r>
            <a:rPr lang="pt-BR" dirty="0"/>
            <a:t>Setor de Suporte e Manutenção</a:t>
          </a:r>
        </a:p>
      </dgm:t>
    </dgm:pt>
    <dgm:pt modelId="{67516A8C-826C-4A0E-9138-315E28FD1D3D}" type="parTrans" cxnId="{5471FAEB-0D5F-4ED9-AEA4-25CCC758EB0C}">
      <dgm:prSet/>
      <dgm:spPr/>
      <dgm:t>
        <a:bodyPr/>
        <a:lstStyle/>
        <a:p>
          <a:endParaRPr lang="pt-BR"/>
        </a:p>
      </dgm:t>
    </dgm:pt>
    <dgm:pt modelId="{2A405053-B89B-4CC2-B2E0-D5E8A64A9D94}" type="sibTrans" cxnId="{5471FAEB-0D5F-4ED9-AEA4-25CCC758EB0C}">
      <dgm:prSet/>
      <dgm:spPr/>
      <dgm:t>
        <a:bodyPr/>
        <a:lstStyle/>
        <a:p>
          <a:endParaRPr lang="pt-BR"/>
        </a:p>
      </dgm:t>
    </dgm:pt>
    <dgm:pt modelId="{841D5CEA-A4E0-49E2-B683-2DB5D778B1D7}">
      <dgm:prSet/>
      <dgm:spPr/>
      <dgm:t>
        <a:bodyPr/>
        <a:lstStyle/>
        <a:p>
          <a:r>
            <a:rPr lang="pt-BR" dirty="0"/>
            <a:t>Setor de Inteligência de Negócios, Integração e Desenvolvimento</a:t>
          </a:r>
        </a:p>
      </dgm:t>
    </dgm:pt>
    <dgm:pt modelId="{06F76256-22A0-4A46-B363-CAE4C0C6AB8F}" type="parTrans" cxnId="{E6C16E04-D9F9-4CD8-A966-190DFC7F6D65}">
      <dgm:prSet/>
      <dgm:spPr/>
      <dgm:t>
        <a:bodyPr/>
        <a:lstStyle/>
        <a:p>
          <a:endParaRPr lang="pt-BR"/>
        </a:p>
      </dgm:t>
    </dgm:pt>
    <dgm:pt modelId="{FB2DDCD2-07D6-4DF5-AD36-F327D2340FFD}" type="sibTrans" cxnId="{E6C16E04-D9F9-4CD8-A966-190DFC7F6D65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Gestão Documental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62D3B73E-55D2-42B2-B721-2CA8E5C7AAC6}">
      <dgm:prSet phldrT="[Texto]"/>
      <dgm:spPr/>
      <dgm:t>
        <a:bodyPr/>
        <a:lstStyle/>
        <a:p>
          <a:r>
            <a:rPr lang="pt-BR" dirty="0"/>
            <a:t>Divisão de Gestão Contratual</a:t>
          </a:r>
        </a:p>
      </dgm:t>
    </dgm:pt>
    <dgm:pt modelId="{69294193-45D0-4AED-861E-0F6C5CD76586}" type="parTrans" cxnId="{C0ECFBD0-A509-4697-99D4-12490A828D0A}">
      <dgm:prSet/>
      <dgm:spPr/>
      <dgm:t>
        <a:bodyPr/>
        <a:lstStyle/>
        <a:p>
          <a:endParaRPr lang="pt-BR"/>
        </a:p>
      </dgm:t>
    </dgm:pt>
    <dgm:pt modelId="{B215DE07-80EA-4699-93CF-AFDF56179482}" type="sibTrans" cxnId="{C0ECFBD0-A509-4697-99D4-12490A828D0A}">
      <dgm:prSet/>
      <dgm:spPr/>
      <dgm:t>
        <a:bodyPr/>
        <a:lstStyle/>
        <a:p>
          <a:endParaRPr lang="pt-BR"/>
        </a:p>
      </dgm:t>
    </dgm:pt>
    <dgm:pt modelId="{C39A4AD1-5EBF-4FBB-98DD-E037B087B2DD}">
      <dgm:prSet/>
      <dgm:spPr/>
      <dgm:t>
        <a:bodyPr/>
        <a:lstStyle/>
        <a:p>
          <a:r>
            <a:rPr lang="pt-BR" dirty="0"/>
            <a:t>Setor de Gestão de Contratos</a:t>
          </a:r>
        </a:p>
      </dgm:t>
    </dgm:pt>
    <dgm:pt modelId="{9ADE9945-46E6-463D-8328-D8845AD3F2CE}" type="parTrans" cxnId="{5EE6AFEB-E1CF-4B37-883B-49A9ED46CAC1}">
      <dgm:prSet/>
      <dgm:spPr/>
      <dgm:t>
        <a:bodyPr/>
        <a:lstStyle/>
        <a:p>
          <a:endParaRPr lang="pt-BR"/>
        </a:p>
      </dgm:t>
    </dgm:pt>
    <dgm:pt modelId="{E64EE2B7-9818-42E9-B86D-FEECA84B7403}" type="sibTrans" cxnId="{5EE6AFEB-E1CF-4B37-883B-49A9ED46CAC1}">
      <dgm:prSet/>
      <dgm:spPr/>
      <dgm:t>
        <a:bodyPr/>
        <a:lstStyle/>
        <a:p>
          <a:endParaRPr lang="pt-BR"/>
        </a:p>
      </dgm:t>
    </dgm:pt>
    <dgm:pt modelId="{FEF7AC84-1A4F-46EA-9A8C-6D15F8250C46}">
      <dgm:prSet/>
      <dgm:spPr/>
      <dgm:t>
        <a:bodyPr/>
        <a:lstStyle/>
        <a:p>
          <a:r>
            <a:rPr lang="pt-BR" dirty="0"/>
            <a:t>Setor de Fiscalização de Contratos</a:t>
          </a:r>
        </a:p>
      </dgm:t>
    </dgm:pt>
    <dgm:pt modelId="{A00E7B0E-3574-4071-BD48-636B0D655062}" type="parTrans" cxnId="{6890712A-E03A-427C-92BC-F4EEF3BE0D8E}">
      <dgm:prSet/>
      <dgm:spPr/>
      <dgm:t>
        <a:bodyPr/>
        <a:lstStyle/>
        <a:p>
          <a:endParaRPr lang="pt-BR"/>
        </a:p>
      </dgm:t>
    </dgm:pt>
    <dgm:pt modelId="{9CE103A3-7AC5-4819-8C9F-D82498F1A473}" type="sibTrans" cxnId="{6890712A-E03A-427C-92BC-F4EEF3BE0D8E}">
      <dgm:prSet/>
      <dgm:spPr/>
      <dgm:t>
        <a:bodyPr/>
        <a:lstStyle/>
        <a:p>
          <a:endParaRPr lang="pt-BR"/>
        </a:p>
      </dgm:t>
    </dgm:pt>
    <dgm:pt modelId="{AEBE9DEC-E884-4CF9-89FE-D5F2F48EE15E}">
      <dgm:prSet/>
      <dgm:spPr/>
      <dgm:t>
        <a:bodyPr/>
        <a:lstStyle/>
        <a:p>
          <a:r>
            <a:rPr lang="pt-BR" dirty="0"/>
            <a:t>Setor de Contratos</a:t>
          </a:r>
        </a:p>
      </dgm:t>
    </dgm:pt>
    <dgm:pt modelId="{17286897-A97B-4E00-A966-D262E0802651}" type="parTrans" cxnId="{E46B24AD-281B-4A49-9C5C-91ACB87DBC89}">
      <dgm:prSet/>
      <dgm:spPr/>
      <dgm:t>
        <a:bodyPr/>
        <a:lstStyle/>
        <a:p>
          <a:endParaRPr lang="pt-BR"/>
        </a:p>
      </dgm:t>
    </dgm:pt>
    <dgm:pt modelId="{37FDC28C-6756-4882-8255-B67AF90A5788}" type="sibTrans" cxnId="{E46B24AD-281B-4A49-9C5C-91ACB87DBC89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9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7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7"/>
      <dgm:spPr/>
    </dgm:pt>
    <dgm:pt modelId="{1AE3AE86-6140-492A-A11F-E9F65F76A19E}" type="pres">
      <dgm:prSet presAssocID="{9E543093-51AF-482F-A54F-41BA2B290BE8}" presName="hierChild4" presStyleCnt="0"/>
      <dgm:spPr/>
    </dgm:pt>
    <dgm:pt modelId="{A39CBD37-BE0C-483B-AC0E-521CDA8DDACF}" type="pres">
      <dgm:prSet presAssocID="{018B78BD-B31E-4C32-8E0C-EBD453F6B883}" presName="Name37" presStyleLbl="parChTrans1D3" presStyleIdx="0" presStyleCnt="21"/>
      <dgm:spPr/>
    </dgm:pt>
    <dgm:pt modelId="{EC7290E3-AFFD-478E-B860-1F57184E6DFA}" type="pres">
      <dgm:prSet presAssocID="{88E06C40-96DC-4D4B-BC8C-0C30B390CB3E}" presName="hierRoot2" presStyleCnt="0">
        <dgm:presLayoutVars>
          <dgm:hierBranch val="init"/>
        </dgm:presLayoutVars>
      </dgm:prSet>
      <dgm:spPr/>
    </dgm:pt>
    <dgm:pt modelId="{B27FDAC8-E56D-4D67-9693-12BA6AB1BC83}" type="pres">
      <dgm:prSet presAssocID="{88E06C40-96DC-4D4B-BC8C-0C30B390CB3E}" presName="rootComposite" presStyleCnt="0"/>
      <dgm:spPr/>
    </dgm:pt>
    <dgm:pt modelId="{5701B72A-98C3-43CA-9882-2BCEEC40F442}" type="pres">
      <dgm:prSet presAssocID="{88E06C40-96DC-4D4B-BC8C-0C30B390CB3E}" presName="rootText" presStyleLbl="node3" presStyleIdx="0" presStyleCnt="21" custLinFactNeighborY="-9898">
        <dgm:presLayoutVars>
          <dgm:chPref val="3"/>
        </dgm:presLayoutVars>
      </dgm:prSet>
      <dgm:spPr/>
    </dgm:pt>
    <dgm:pt modelId="{0F5E245C-84CA-4A39-84A3-4C0A474E6F38}" type="pres">
      <dgm:prSet presAssocID="{88E06C40-96DC-4D4B-BC8C-0C30B390CB3E}" presName="rootConnector" presStyleLbl="node3" presStyleIdx="0" presStyleCnt="21"/>
      <dgm:spPr/>
    </dgm:pt>
    <dgm:pt modelId="{4257568B-9FFA-4F0D-B913-F7BB3F8425AC}" type="pres">
      <dgm:prSet presAssocID="{88E06C40-96DC-4D4B-BC8C-0C30B390CB3E}" presName="hierChild4" presStyleCnt="0"/>
      <dgm:spPr/>
    </dgm:pt>
    <dgm:pt modelId="{5B9A6EEA-0F6D-4B12-96E8-6DD237EE651B}" type="pres">
      <dgm:prSet presAssocID="{88E06C40-96DC-4D4B-BC8C-0C30B390CB3E}" presName="hierChild5" presStyleCnt="0"/>
      <dgm:spPr/>
    </dgm:pt>
    <dgm:pt modelId="{0C4D3D70-48A7-46A0-B2CB-8E23DC5A9EE6}" type="pres">
      <dgm:prSet presAssocID="{9A87B3E7-8173-457F-A011-918CB2B5EB79}" presName="Name37" presStyleLbl="parChTrans1D3" presStyleIdx="1" presStyleCnt="21"/>
      <dgm:spPr/>
    </dgm:pt>
    <dgm:pt modelId="{BA96C1BA-E886-43F2-8037-0A2C3D562727}" type="pres">
      <dgm:prSet presAssocID="{3597990C-A619-4A95-BF17-4AF48E938703}" presName="hierRoot2" presStyleCnt="0">
        <dgm:presLayoutVars>
          <dgm:hierBranch val="init"/>
        </dgm:presLayoutVars>
      </dgm:prSet>
      <dgm:spPr/>
    </dgm:pt>
    <dgm:pt modelId="{8B2DE95B-CD77-41F0-84CD-A3A4064BB56B}" type="pres">
      <dgm:prSet presAssocID="{3597990C-A619-4A95-BF17-4AF48E938703}" presName="rootComposite" presStyleCnt="0"/>
      <dgm:spPr/>
    </dgm:pt>
    <dgm:pt modelId="{3AC5CE0A-D1C5-4051-B635-95FF2D91BAFC}" type="pres">
      <dgm:prSet presAssocID="{3597990C-A619-4A95-BF17-4AF48E938703}" presName="rootText" presStyleLbl="node3" presStyleIdx="1" presStyleCnt="21" custLinFactNeighborY="-14140">
        <dgm:presLayoutVars>
          <dgm:chPref val="3"/>
        </dgm:presLayoutVars>
      </dgm:prSet>
      <dgm:spPr/>
    </dgm:pt>
    <dgm:pt modelId="{7CA48B13-8313-4C50-9C2C-E14C46E18CDB}" type="pres">
      <dgm:prSet presAssocID="{3597990C-A619-4A95-BF17-4AF48E938703}" presName="rootConnector" presStyleLbl="node3" presStyleIdx="1" presStyleCnt="21"/>
      <dgm:spPr/>
    </dgm:pt>
    <dgm:pt modelId="{9E4BE6BB-EE4E-4187-8B6E-35CD4D69CC1B}" type="pres">
      <dgm:prSet presAssocID="{3597990C-A619-4A95-BF17-4AF48E938703}" presName="hierChild4" presStyleCnt="0"/>
      <dgm:spPr/>
    </dgm:pt>
    <dgm:pt modelId="{346D3DAD-35A1-46F7-8C5C-42E27421E026}" type="pres">
      <dgm:prSet presAssocID="{3597990C-A619-4A95-BF17-4AF48E938703}" presName="hierChild5" presStyleCnt="0"/>
      <dgm:spPr/>
    </dgm:pt>
    <dgm:pt modelId="{383460A8-47B4-456E-A06E-8135E31B3DB5}" type="pres">
      <dgm:prSet presAssocID="{F8145040-84CE-4624-87DF-201F02A4D00A}" presName="Name37" presStyleLbl="parChTrans1D3" presStyleIdx="2" presStyleCnt="21"/>
      <dgm:spPr/>
    </dgm:pt>
    <dgm:pt modelId="{037BB7DF-DBDE-4F84-B9FB-B460284C9D1A}" type="pres">
      <dgm:prSet presAssocID="{1D0D897A-720B-4E4E-993D-28795D6B33A1}" presName="hierRoot2" presStyleCnt="0">
        <dgm:presLayoutVars>
          <dgm:hierBranch val="init"/>
        </dgm:presLayoutVars>
      </dgm:prSet>
      <dgm:spPr/>
    </dgm:pt>
    <dgm:pt modelId="{1DC8EED3-A51E-4B04-8DD0-8B696639DF7F}" type="pres">
      <dgm:prSet presAssocID="{1D0D897A-720B-4E4E-993D-28795D6B33A1}" presName="rootComposite" presStyleCnt="0"/>
      <dgm:spPr/>
    </dgm:pt>
    <dgm:pt modelId="{296388E1-EA6E-4E90-BD0F-28B7C1D1585B}" type="pres">
      <dgm:prSet presAssocID="{1D0D897A-720B-4E4E-993D-28795D6B33A1}" presName="rootText" presStyleLbl="node3" presStyleIdx="2" presStyleCnt="21" custLinFactNeighborY="-18382">
        <dgm:presLayoutVars>
          <dgm:chPref val="3"/>
        </dgm:presLayoutVars>
      </dgm:prSet>
      <dgm:spPr/>
    </dgm:pt>
    <dgm:pt modelId="{F315E4FC-D635-4F2B-8D4D-0F39920B4BE3}" type="pres">
      <dgm:prSet presAssocID="{1D0D897A-720B-4E4E-993D-28795D6B33A1}" presName="rootConnector" presStyleLbl="node3" presStyleIdx="2" presStyleCnt="21"/>
      <dgm:spPr/>
    </dgm:pt>
    <dgm:pt modelId="{CA3A83E3-288C-4BBC-9B82-5BBC34568F9C}" type="pres">
      <dgm:prSet presAssocID="{1D0D897A-720B-4E4E-993D-28795D6B33A1}" presName="hierChild4" presStyleCnt="0"/>
      <dgm:spPr/>
    </dgm:pt>
    <dgm:pt modelId="{9EC4F40D-0EBF-4EAC-9675-2ACD064BC04A}" type="pres">
      <dgm:prSet presAssocID="{1D0D897A-720B-4E4E-993D-28795D6B33A1}" presName="hierChild5" presStyleCnt="0"/>
      <dgm:spPr/>
    </dgm:pt>
    <dgm:pt modelId="{680FA84D-079B-41B6-9549-6E191DA6D02C}" type="pres">
      <dgm:prSet presAssocID="{C9ADFA54-8242-44E9-98FD-F9DE4AAF22B3}" presName="Name37" presStyleLbl="parChTrans1D3" presStyleIdx="3" presStyleCnt="21"/>
      <dgm:spPr/>
    </dgm:pt>
    <dgm:pt modelId="{1B838B82-F3E4-4C09-896E-568EE47E2C1E}" type="pres">
      <dgm:prSet presAssocID="{F3DFCE73-17EC-42FE-89FE-5CA28A99AD9C}" presName="hierRoot2" presStyleCnt="0">
        <dgm:presLayoutVars>
          <dgm:hierBranch val="init"/>
        </dgm:presLayoutVars>
      </dgm:prSet>
      <dgm:spPr/>
    </dgm:pt>
    <dgm:pt modelId="{4F248BFF-DF97-48E2-92BB-027F3D1FB57B}" type="pres">
      <dgm:prSet presAssocID="{F3DFCE73-17EC-42FE-89FE-5CA28A99AD9C}" presName="rootComposite" presStyleCnt="0"/>
      <dgm:spPr/>
    </dgm:pt>
    <dgm:pt modelId="{2E40F336-0E16-4B86-9A3A-3B0FB9A77873}" type="pres">
      <dgm:prSet presAssocID="{F3DFCE73-17EC-42FE-89FE-5CA28A99AD9C}" presName="rootText" presStyleLbl="node3" presStyleIdx="3" presStyleCnt="21" custLinFactNeighborY="-24038">
        <dgm:presLayoutVars>
          <dgm:chPref val="3"/>
        </dgm:presLayoutVars>
      </dgm:prSet>
      <dgm:spPr/>
    </dgm:pt>
    <dgm:pt modelId="{F2044E06-3CBD-478F-9A97-677C895906CC}" type="pres">
      <dgm:prSet presAssocID="{F3DFCE73-17EC-42FE-89FE-5CA28A99AD9C}" presName="rootConnector" presStyleLbl="node3" presStyleIdx="3" presStyleCnt="21"/>
      <dgm:spPr/>
    </dgm:pt>
    <dgm:pt modelId="{FCB1ADD0-B647-4456-91DE-EF421E2C530F}" type="pres">
      <dgm:prSet presAssocID="{F3DFCE73-17EC-42FE-89FE-5CA28A99AD9C}" presName="hierChild4" presStyleCnt="0"/>
      <dgm:spPr/>
    </dgm:pt>
    <dgm:pt modelId="{E348794C-777B-471F-B203-5E06FF3D74B2}" type="pres">
      <dgm:prSet presAssocID="{F3DFCE73-17EC-42FE-89FE-5CA28A99AD9C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B71F6333-D23C-4EC2-9267-E9A3826C993D}" type="pres">
      <dgm:prSet presAssocID="{5AC1D850-6AE5-4AB4-956F-DCCF850FE0A3}" presName="Name37" presStyleLbl="parChTrans1D2" presStyleIdx="1" presStyleCnt="9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1" presStyleCnt="7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1" presStyleCnt="7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4" presStyleCnt="21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4" presStyleCnt="21" custLinFactNeighborY="-9898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4" presStyleCnt="21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84BF238D-CEF7-4D57-9B28-4A590B241548}" type="pres">
      <dgm:prSet presAssocID="{B4DEEB40-0DA0-47EA-9B1F-565BB0D4F122}" presName="Name37" presStyleLbl="parChTrans1D3" presStyleIdx="5" presStyleCnt="21"/>
      <dgm:spPr/>
    </dgm:pt>
    <dgm:pt modelId="{BBC72B8F-9FD7-4418-9146-B2D21A8CE588}" type="pres">
      <dgm:prSet presAssocID="{7564F4A0-8D16-490D-907E-8ED95FA1220B}" presName="hierRoot2" presStyleCnt="0">
        <dgm:presLayoutVars>
          <dgm:hierBranch val="init"/>
        </dgm:presLayoutVars>
      </dgm:prSet>
      <dgm:spPr/>
    </dgm:pt>
    <dgm:pt modelId="{FD5A1B3B-68AB-4724-A690-17C8E18A28C8}" type="pres">
      <dgm:prSet presAssocID="{7564F4A0-8D16-490D-907E-8ED95FA1220B}" presName="rootComposite" presStyleCnt="0"/>
      <dgm:spPr/>
    </dgm:pt>
    <dgm:pt modelId="{5DB3D4AA-09BF-4D9E-AAC4-C4A221E771D8}" type="pres">
      <dgm:prSet presAssocID="{7564F4A0-8D16-490D-907E-8ED95FA1220B}" presName="rootText" presStyleLbl="node3" presStyleIdx="5" presStyleCnt="21" custLinFactNeighborY="-14140">
        <dgm:presLayoutVars>
          <dgm:chPref val="3"/>
        </dgm:presLayoutVars>
      </dgm:prSet>
      <dgm:spPr/>
    </dgm:pt>
    <dgm:pt modelId="{62289886-03F6-4FB4-9DEF-38ED189E144E}" type="pres">
      <dgm:prSet presAssocID="{7564F4A0-8D16-490D-907E-8ED95FA1220B}" presName="rootConnector" presStyleLbl="node3" presStyleIdx="5" presStyleCnt="21"/>
      <dgm:spPr/>
    </dgm:pt>
    <dgm:pt modelId="{4A0F7B82-905F-4048-BAD9-79AD1B90478C}" type="pres">
      <dgm:prSet presAssocID="{7564F4A0-8D16-490D-907E-8ED95FA1220B}" presName="hierChild4" presStyleCnt="0"/>
      <dgm:spPr/>
    </dgm:pt>
    <dgm:pt modelId="{24E666AE-2AC9-4DDC-A09F-DBBEB0801F1E}" type="pres">
      <dgm:prSet presAssocID="{7564F4A0-8D16-490D-907E-8ED95FA1220B}" presName="hierChild5" presStyleCnt="0"/>
      <dgm:spPr/>
    </dgm:pt>
    <dgm:pt modelId="{69AF7652-E118-4855-ACC9-452536A42045}" type="pres">
      <dgm:prSet presAssocID="{93D88299-9343-4D19-904C-1B75D9B86A41}" presName="Name37" presStyleLbl="parChTrans1D3" presStyleIdx="6" presStyleCnt="21"/>
      <dgm:spPr/>
    </dgm:pt>
    <dgm:pt modelId="{AF6843C7-C10B-40A2-AA1C-074693072D48}" type="pres">
      <dgm:prSet presAssocID="{522FCDFA-75EC-42F5-9470-CDFE12334B46}" presName="hierRoot2" presStyleCnt="0">
        <dgm:presLayoutVars>
          <dgm:hierBranch val="init"/>
        </dgm:presLayoutVars>
      </dgm:prSet>
      <dgm:spPr/>
    </dgm:pt>
    <dgm:pt modelId="{CAF72E8D-7960-43F3-B844-9A6D9A298F49}" type="pres">
      <dgm:prSet presAssocID="{522FCDFA-75EC-42F5-9470-CDFE12334B46}" presName="rootComposite" presStyleCnt="0"/>
      <dgm:spPr/>
    </dgm:pt>
    <dgm:pt modelId="{D350832A-6911-4506-A561-F967D033700E}" type="pres">
      <dgm:prSet presAssocID="{522FCDFA-75EC-42F5-9470-CDFE12334B46}" presName="rootText" presStyleLbl="node3" presStyleIdx="6" presStyleCnt="21" custLinFactNeighborY="-18382">
        <dgm:presLayoutVars>
          <dgm:chPref val="3"/>
        </dgm:presLayoutVars>
      </dgm:prSet>
      <dgm:spPr/>
    </dgm:pt>
    <dgm:pt modelId="{9A7B4AD5-BC73-49A4-8470-15E98CD8109B}" type="pres">
      <dgm:prSet presAssocID="{522FCDFA-75EC-42F5-9470-CDFE12334B46}" presName="rootConnector" presStyleLbl="node3" presStyleIdx="6" presStyleCnt="21"/>
      <dgm:spPr/>
    </dgm:pt>
    <dgm:pt modelId="{DED0289B-3252-404B-88CE-2B921F6908EE}" type="pres">
      <dgm:prSet presAssocID="{522FCDFA-75EC-42F5-9470-CDFE12334B46}" presName="hierChild4" presStyleCnt="0"/>
      <dgm:spPr/>
    </dgm:pt>
    <dgm:pt modelId="{F400CC78-83F4-42DD-B534-4442E3CED4E3}" type="pres">
      <dgm:prSet presAssocID="{522FCDFA-75EC-42F5-9470-CDFE12334B46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D91CE9AE-6775-4DB8-9567-970242F5D21C}" type="pres">
      <dgm:prSet presAssocID="{69294193-45D0-4AED-861E-0F6C5CD76586}" presName="Name37" presStyleLbl="parChTrans1D2" presStyleIdx="2" presStyleCnt="9"/>
      <dgm:spPr/>
    </dgm:pt>
    <dgm:pt modelId="{2F691528-F687-4C13-B9E4-FA29639008CF}" type="pres">
      <dgm:prSet presAssocID="{62D3B73E-55D2-42B2-B721-2CA8E5C7AAC6}" presName="hierRoot2" presStyleCnt="0">
        <dgm:presLayoutVars>
          <dgm:hierBranch val="init"/>
        </dgm:presLayoutVars>
      </dgm:prSet>
      <dgm:spPr/>
    </dgm:pt>
    <dgm:pt modelId="{7D24A7BE-EFEC-44A4-8699-315DF9D9BBE4}" type="pres">
      <dgm:prSet presAssocID="{62D3B73E-55D2-42B2-B721-2CA8E5C7AAC6}" presName="rootComposite" presStyleCnt="0"/>
      <dgm:spPr/>
    </dgm:pt>
    <dgm:pt modelId="{EECF1A44-9587-4C21-A2BC-D54767D8F554}" type="pres">
      <dgm:prSet presAssocID="{62D3B73E-55D2-42B2-B721-2CA8E5C7AAC6}" presName="rootText" presStyleLbl="node2" presStyleIdx="2" presStyleCnt="7">
        <dgm:presLayoutVars>
          <dgm:chPref val="3"/>
        </dgm:presLayoutVars>
      </dgm:prSet>
      <dgm:spPr/>
    </dgm:pt>
    <dgm:pt modelId="{ED4EE7B1-69D3-4B78-A000-028D3046E3BD}" type="pres">
      <dgm:prSet presAssocID="{62D3B73E-55D2-42B2-B721-2CA8E5C7AAC6}" presName="rootConnector" presStyleLbl="node2" presStyleIdx="2" presStyleCnt="7"/>
      <dgm:spPr/>
    </dgm:pt>
    <dgm:pt modelId="{D8EEF291-D74E-4F29-9CF3-BEF1AF52ECD6}" type="pres">
      <dgm:prSet presAssocID="{62D3B73E-55D2-42B2-B721-2CA8E5C7AAC6}" presName="hierChild4" presStyleCnt="0"/>
      <dgm:spPr/>
    </dgm:pt>
    <dgm:pt modelId="{46EAD9BA-9755-44DF-9668-DBB7A8A1B73D}" type="pres">
      <dgm:prSet presAssocID="{9ADE9945-46E6-463D-8328-D8845AD3F2CE}" presName="Name37" presStyleLbl="parChTrans1D3" presStyleIdx="7" presStyleCnt="21"/>
      <dgm:spPr/>
    </dgm:pt>
    <dgm:pt modelId="{37D5FD09-7469-49E6-84B0-EBD9280B430A}" type="pres">
      <dgm:prSet presAssocID="{C39A4AD1-5EBF-4FBB-98DD-E037B087B2DD}" presName="hierRoot2" presStyleCnt="0">
        <dgm:presLayoutVars>
          <dgm:hierBranch val="init"/>
        </dgm:presLayoutVars>
      </dgm:prSet>
      <dgm:spPr/>
    </dgm:pt>
    <dgm:pt modelId="{6B663A8D-2465-45AD-9797-B3D8E2B7182D}" type="pres">
      <dgm:prSet presAssocID="{C39A4AD1-5EBF-4FBB-98DD-E037B087B2DD}" presName="rootComposite" presStyleCnt="0"/>
      <dgm:spPr/>
    </dgm:pt>
    <dgm:pt modelId="{7EFC2C43-1246-400B-B2C2-D6391BA08E8B}" type="pres">
      <dgm:prSet presAssocID="{C39A4AD1-5EBF-4FBB-98DD-E037B087B2DD}" presName="rootText" presStyleLbl="node3" presStyleIdx="7" presStyleCnt="21" custLinFactNeighborY="-9898">
        <dgm:presLayoutVars>
          <dgm:chPref val="3"/>
        </dgm:presLayoutVars>
      </dgm:prSet>
      <dgm:spPr/>
    </dgm:pt>
    <dgm:pt modelId="{8B0CF389-C6D4-47DE-93CD-6AA07A1F73C4}" type="pres">
      <dgm:prSet presAssocID="{C39A4AD1-5EBF-4FBB-98DD-E037B087B2DD}" presName="rootConnector" presStyleLbl="node3" presStyleIdx="7" presStyleCnt="21"/>
      <dgm:spPr/>
    </dgm:pt>
    <dgm:pt modelId="{AA7356DE-693B-4F83-BAAA-E608E4A2CA1D}" type="pres">
      <dgm:prSet presAssocID="{C39A4AD1-5EBF-4FBB-98DD-E037B087B2DD}" presName="hierChild4" presStyleCnt="0"/>
      <dgm:spPr/>
    </dgm:pt>
    <dgm:pt modelId="{E4063B89-548B-45E6-AD82-5B7E29E11833}" type="pres">
      <dgm:prSet presAssocID="{C39A4AD1-5EBF-4FBB-98DD-E037B087B2DD}" presName="hierChild5" presStyleCnt="0"/>
      <dgm:spPr/>
    </dgm:pt>
    <dgm:pt modelId="{4FD63FDA-5652-4D7A-A2DA-CB7F2C09660E}" type="pres">
      <dgm:prSet presAssocID="{A00E7B0E-3574-4071-BD48-636B0D655062}" presName="Name37" presStyleLbl="parChTrans1D3" presStyleIdx="8" presStyleCnt="21"/>
      <dgm:spPr/>
    </dgm:pt>
    <dgm:pt modelId="{1F0B8F63-2C2A-4FB8-8636-EC67B5F018D1}" type="pres">
      <dgm:prSet presAssocID="{FEF7AC84-1A4F-46EA-9A8C-6D15F8250C46}" presName="hierRoot2" presStyleCnt="0">
        <dgm:presLayoutVars>
          <dgm:hierBranch val="init"/>
        </dgm:presLayoutVars>
      </dgm:prSet>
      <dgm:spPr/>
    </dgm:pt>
    <dgm:pt modelId="{6F78C683-82B2-4AED-881E-0ABFC5638580}" type="pres">
      <dgm:prSet presAssocID="{FEF7AC84-1A4F-46EA-9A8C-6D15F8250C46}" presName="rootComposite" presStyleCnt="0"/>
      <dgm:spPr/>
    </dgm:pt>
    <dgm:pt modelId="{2A3F8F22-8A81-4C3C-9FF6-E77BE802CC32}" type="pres">
      <dgm:prSet presAssocID="{FEF7AC84-1A4F-46EA-9A8C-6D15F8250C46}" presName="rootText" presStyleLbl="node3" presStyleIdx="8" presStyleCnt="21" custLinFactNeighborY="-14140">
        <dgm:presLayoutVars>
          <dgm:chPref val="3"/>
        </dgm:presLayoutVars>
      </dgm:prSet>
      <dgm:spPr/>
    </dgm:pt>
    <dgm:pt modelId="{09D05793-FF5B-4C80-94F8-B0FEFC7784CD}" type="pres">
      <dgm:prSet presAssocID="{FEF7AC84-1A4F-46EA-9A8C-6D15F8250C46}" presName="rootConnector" presStyleLbl="node3" presStyleIdx="8" presStyleCnt="21"/>
      <dgm:spPr/>
    </dgm:pt>
    <dgm:pt modelId="{C4E78293-D993-453D-AC43-E3830A822E67}" type="pres">
      <dgm:prSet presAssocID="{FEF7AC84-1A4F-46EA-9A8C-6D15F8250C46}" presName="hierChild4" presStyleCnt="0"/>
      <dgm:spPr/>
    </dgm:pt>
    <dgm:pt modelId="{93E3997A-FDCD-437F-A6C1-807E61F6333C}" type="pres">
      <dgm:prSet presAssocID="{FEF7AC84-1A4F-46EA-9A8C-6D15F8250C46}" presName="hierChild5" presStyleCnt="0"/>
      <dgm:spPr/>
    </dgm:pt>
    <dgm:pt modelId="{3D3133D5-FC80-4C21-8360-99779D4DADFF}" type="pres">
      <dgm:prSet presAssocID="{17286897-A97B-4E00-A966-D262E0802651}" presName="Name37" presStyleLbl="parChTrans1D3" presStyleIdx="9" presStyleCnt="21"/>
      <dgm:spPr/>
    </dgm:pt>
    <dgm:pt modelId="{F09F6A3F-760C-44CA-A067-53DE60A9125B}" type="pres">
      <dgm:prSet presAssocID="{AEBE9DEC-E884-4CF9-89FE-D5F2F48EE15E}" presName="hierRoot2" presStyleCnt="0">
        <dgm:presLayoutVars>
          <dgm:hierBranch val="init"/>
        </dgm:presLayoutVars>
      </dgm:prSet>
      <dgm:spPr/>
    </dgm:pt>
    <dgm:pt modelId="{8FEE11E0-216D-4C08-BC1A-C04C7B092D7E}" type="pres">
      <dgm:prSet presAssocID="{AEBE9DEC-E884-4CF9-89FE-D5F2F48EE15E}" presName="rootComposite" presStyleCnt="0"/>
      <dgm:spPr/>
    </dgm:pt>
    <dgm:pt modelId="{03748696-192C-4DB1-BA1B-61869ED8E774}" type="pres">
      <dgm:prSet presAssocID="{AEBE9DEC-E884-4CF9-89FE-D5F2F48EE15E}" presName="rootText" presStyleLbl="node3" presStyleIdx="9" presStyleCnt="21" custLinFactNeighborY="-18382">
        <dgm:presLayoutVars>
          <dgm:chPref val="3"/>
        </dgm:presLayoutVars>
      </dgm:prSet>
      <dgm:spPr/>
    </dgm:pt>
    <dgm:pt modelId="{9A5397AF-8F7A-43FE-9C45-C84C14837680}" type="pres">
      <dgm:prSet presAssocID="{AEBE9DEC-E884-4CF9-89FE-D5F2F48EE15E}" presName="rootConnector" presStyleLbl="node3" presStyleIdx="9" presStyleCnt="21"/>
      <dgm:spPr/>
    </dgm:pt>
    <dgm:pt modelId="{FBE7565F-49A6-428E-8EB9-DE1FF89E3F75}" type="pres">
      <dgm:prSet presAssocID="{AEBE9DEC-E884-4CF9-89FE-D5F2F48EE15E}" presName="hierChild4" presStyleCnt="0"/>
      <dgm:spPr/>
    </dgm:pt>
    <dgm:pt modelId="{F8E57D64-EA79-4E2B-ABCA-5DDD762CED5B}" type="pres">
      <dgm:prSet presAssocID="{AEBE9DEC-E884-4CF9-89FE-D5F2F48EE15E}" presName="hierChild5" presStyleCnt="0"/>
      <dgm:spPr/>
    </dgm:pt>
    <dgm:pt modelId="{C4303221-6D13-4A4F-8597-DFF323E65B67}" type="pres">
      <dgm:prSet presAssocID="{62D3B73E-55D2-42B2-B721-2CA8E5C7AAC6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3" presStyleCnt="9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3" presStyleCnt="7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3" presStyleCnt="7"/>
      <dgm:spPr/>
    </dgm:pt>
    <dgm:pt modelId="{E474A6EE-A417-44C1-A518-D891C508A90A}" type="pres">
      <dgm:prSet presAssocID="{1A95DD40-0793-4AFF-A9DD-159E3D55C96B}" presName="hierChild4" presStyleCnt="0"/>
      <dgm:spPr/>
    </dgm:pt>
    <dgm:pt modelId="{2994FFDB-CB36-4419-8799-1117B4C45D05}" type="pres">
      <dgm:prSet presAssocID="{D5C9C9D1-604B-4925-B2FF-5E3EBBE1DAAF}" presName="Name37" presStyleLbl="parChTrans1D3" presStyleIdx="10" presStyleCnt="21"/>
      <dgm:spPr/>
    </dgm:pt>
    <dgm:pt modelId="{FDE4C71E-E52D-48D4-A0F6-A8F5761CB703}" type="pres">
      <dgm:prSet presAssocID="{FFF76743-057B-4AB6-9477-039899594119}" presName="hierRoot2" presStyleCnt="0">
        <dgm:presLayoutVars>
          <dgm:hierBranch val="init"/>
        </dgm:presLayoutVars>
      </dgm:prSet>
      <dgm:spPr/>
    </dgm:pt>
    <dgm:pt modelId="{698E33B2-07B0-490D-951B-873B503DE39F}" type="pres">
      <dgm:prSet presAssocID="{FFF76743-057B-4AB6-9477-039899594119}" presName="rootComposite" presStyleCnt="0"/>
      <dgm:spPr/>
    </dgm:pt>
    <dgm:pt modelId="{C27F17B6-C1E2-4B95-9EA1-506B466147E9}" type="pres">
      <dgm:prSet presAssocID="{FFF76743-057B-4AB6-9477-039899594119}" presName="rootText" presStyleLbl="node3" presStyleIdx="10" presStyleCnt="21" custLinFactNeighborY="-9898">
        <dgm:presLayoutVars>
          <dgm:chPref val="3"/>
        </dgm:presLayoutVars>
      </dgm:prSet>
      <dgm:spPr/>
    </dgm:pt>
    <dgm:pt modelId="{33BE3C83-CD92-4B0A-A243-FC9569B3BD0D}" type="pres">
      <dgm:prSet presAssocID="{FFF76743-057B-4AB6-9477-039899594119}" presName="rootConnector" presStyleLbl="node3" presStyleIdx="10" presStyleCnt="21"/>
      <dgm:spPr/>
    </dgm:pt>
    <dgm:pt modelId="{2933AAD2-6B5C-4F6E-B648-A72A2674125C}" type="pres">
      <dgm:prSet presAssocID="{FFF76743-057B-4AB6-9477-039899594119}" presName="hierChild4" presStyleCnt="0"/>
      <dgm:spPr/>
    </dgm:pt>
    <dgm:pt modelId="{8967A8EC-ECC1-41CF-A375-23D1653F6081}" type="pres">
      <dgm:prSet presAssocID="{FFF76743-057B-4AB6-9477-039899594119}" presName="hierChild5" presStyleCnt="0"/>
      <dgm:spPr/>
    </dgm:pt>
    <dgm:pt modelId="{551F8C98-B2B2-4102-A99E-B5CF67691CF2}" type="pres">
      <dgm:prSet presAssocID="{BAA922EA-6F7E-40F5-9D1E-6522C35CEB91}" presName="Name37" presStyleLbl="parChTrans1D3" presStyleIdx="11" presStyleCnt="21"/>
      <dgm:spPr/>
    </dgm:pt>
    <dgm:pt modelId="{35ADD897-BD73-47FC-A3DA-70716B66EACD}" type="pres">
      <dgm:prSet presAssocID="{E805C673-92D2-4D4D-86FF-5E937AABAE3A}" presName="hierRoot2" presStyleCnt="0">
        <dgm:presLayoutVars>
          <dgm:hierBranch val="init"/>
        </dgm:presLayoutVars>
      </dgm:prSet>
      <dgm:spPr/>
    </dgm:pt>
    <dgm:pt modelId="{4AE5E912-6CEE-4495-AF2B-1A1FE3834BAF}" type="pres">
      <dgm:prSet presAssocID="{E805C673-92D2-4D4D-86FF-5E937AABAE3A}" presName="rootComposite" presStyleCnt="0"/>
      <dgm:spPr/>
    </dgm:pt>
    <dgm:pt modelId="{CBAD961B-C075-4AEC-97DB-0DBA4AE7CDC9}" type="pres">
      <dgm:prSet presAssocID="{E805C673-92D2-4D4D-86FF-5E937AABAE3A}" presName="rootText" presStyleLbl="node3" presStyleIdx="11" presStyleCnt="21" custLinFactNeighborY="-14140">
        <dgm:presLayoutVars>
          <dgm:chPref val="3"/>
        </dgm:presLayoutVars>
      </dgm:prSet>
      <dgm:spPr/>
    </dgm:pt>
    <dgm:pt modelId="{819D84F0-AE3C-471B-8D6B-76A2940EA430}" type="pres">
      <dgm:prSet presAssocID="{E805C673-92D2-4D4D-86FF-5E937AABAE3A}" presName="rootConnector" presStyleLbl="node3" presStyleIdx="11" presStyleCnt="21"/>
      <dgm:spPr/>
    </dgm:pt>
    <dgm:pt modelId="{FB43D99D-7D7F-48CF-B0A3-A487725C34FE}" type="pres">
      <dgm:prSet presAssocID="{E805C673-92D2-4D4D-86FF-5E937AABAE3A}" presName="hierChild4" presStyleCnt="0"/>
      <dgm:spPr/>
    </dgm:pt>
    <dgm:pt modelId="{A656D364-6F80-4884-9450-87B99582B822}" type="pres">
      <dgm:prSet presAssocID="{E805C673-92D2-4D4D-86FF-5E937AABAE3A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4" presStyleCnt="9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4" presStyleCnt="7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4" presStyleCnt="7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12" presStyleCnt="21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12" presStyleCnt="21" custLinFactNeighborY="-9898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12" presStyleCnt="21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13" presStyleCnt="21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13" presStyleCnt="21" custLinFactNeighborY="-14140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13" presStyleCnt="21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60FE858-CD63-43A3-8366-3689ECAE4550}" type="pres">
      <dgm:prSet presAssocID="{680B14F0-DE78-46ED-BF22-281D426BAB77}" presName="Name37" presStyleLbl="parChTrans1D3" presStyleIdx="14" presStyleCnt="21"/>
      <dgm:spPr/>
    </dgm:pt>
    <dgm:pt modelId="{92985471-E99E-4F30-9BBC-2916D3CCA196}" type="pres">
      <dgm:prSet presAssocID="{F2128D90-3FD7-4EE4-9DB8-F82B99C2526B}" presName="hierRoot2" presStyleCnt="0">
        <dgm:presLayoutVars>
          <dgm:hierBranch val="init"/>
        </dgm:presLayoutVars>
      </dgm:prSet>
      <dgm:spPr/>
    </dgm:pt>
    <dgm:pt modelId="{D9AA93B9-1336-43D8-9D2A-15637C7FC67B}" type="pres">
      <dgm:prSet presAssocID="{F2128D90-3FD7-4EE4-9DB8-F82B99C2526B}" presName="rootComposite" presStyleCnt="0"/>
      <dgm:spPr/>
    </dgm:pt>
    <dgm:pt modelId="{B4126409-BAB4-4277-AC9E-045A64B639AC}" type="pres">
      <dgm:prSet presAssocID="{F2128D90-3FD7-4EE4-9DB8-F82B99C2526B}" presName="rootText" presStyleLbl="node3" presStyleIdx="14" presStyleCnt="21" custLinFactNeighborY="-18382">
        <dgm:presLayoutVars>
          <dgm:chPref val="3"/>
        </dgm:presLayoutVars>
      </dgm:prSet>
      <dgm:spPr/>
    </dgm:pt>
    <dgm:pt modelId="{341C3A1A-C81A-48D9-A6AC-B72B7E841227}" type="pres">
      <dgm:prSet presAssocID="{F2128D90-3FD7-4EE4-9DB8-F82B99C2526B}" presName="rootConnector" presStyleLbl="node3" presStyleIdx="14" presStyleCnt="21"/>
      <dgm:spPr/>
    </dgm:pt>
    <dgm:pt modelId="{B8FCF441-22AD-4D39-A7D5-5EC6F0641109}" type="pres">
      <dgm:prSet presAssocID="{F2128D90-3FD7-4EE4-9DB8-F82B99C2526B}" presName="hierChild4" presStyleCnt="0"/>
      <dgm:spPr/>
    </dgm:pt>
    <dgm:pt modelId="{00E01F16-3418-4A16-89B6-8E96103B6C93}" type="pres">
      <dgm:prSet presAssocID="{F2128D90-3FD7-4EE4-9DB8-F82B99C2526B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5" presStyleCnt="9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5" presStyleCnt="7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5" presStyleCnt="7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15" presStyleCnt="21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15" presStyleCnt="21" custLinFactNeighborY="-9898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15" presStyleCnt="21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16" presStyleCnt="21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16" presStyleCnt="21" custLinFactNeighborY="-14140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16" presStyleCnt="21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7E143813-DEAC-47A0-8273-767F07D7A437}" type="pres">
      <dgm:prSet presAssocID="{67516A8C-826C-4A0E-9138-315E28FD1D3D}" presName="Name37" presStyleLbl="parChTrans1D3" presStyleIdx="17" presStyleCnt="21"/>
      <dgm:spPr/>
    </dgm:pt>
    <dgm:pt modelId="{44675F9C-1CFC-4C0B-B6E8-29C4250E7749}" type="pres">
      <dgm:prSet presAssocID="{359658E8-5791-44AD-A30D-A2B7BBF11301}" presName="hierRoot2" presStyleCnt="0">
        <dgm:presLayoutVars>
          <dgm:hierBranch val="init"/>
        </dgm:presLayoutVars>
      </dgm:prSet>
      <dgm:spPr/>
    </dgm:pt>
    <dgm:pt modelId="{A9D84652-4D5D-4CE8-B654-8157BFF70D33}" type="pres">
      <dgm:prSet presAssocID="{359658E8-5791-44AD-A30D-A2B7BBF11301}" presName="rootComposite" presStyleCnt="0"/>
      <dgm:spPr/>
    </dgm:pt>
    <dgm:pt modelId="{01B49847-E5FF-4C0E-B02C-377744D870F5}" type="pres">
      <dgm:prSet presAssocID="{359658E8-5791-44AD-A30D-A2B7BBF11301}" presName="rootText" presStyleLbl="node3" presStyleIdx="17" presStyleCnt="21" custLinFactNeighborY="-18382">
        <dgm:presLayoutVars>
          <dgm:chPref val="3"/>
        </dgm:presLayoutVars>
      </dgm:prSet>
      <dgm:spPr/>
    </dgm:pt>
    <dgm:pt modelId="{14A11DF6-B239-425C-B2B2-E7C913D495F3}" type="pres">
      <dgm:prSet presAssocID="{359658E8-5791-44AD-A30D-A2B7BBF11301}" presName="rootConnector" presStyleLbl="node3" presStyleIdx="17" presStyleCnt="21"/>
      <dgm:spPr/>
    </dgm:pt>
    <dgm:pt modelId="{05C3B139-1CC1-47F7-AF87-DFBDFBD3437B}" type="pres">
      <dgm:prSet presAssocID="{359658E8-5791-44AD-A30D-A2B7BBF11301}" presName="hierChild4" presStyleCnt="0"/>
      <dgm:spPr/>
    </dgm:pt>
    <dgm:pt modelId="{2047D28B-56F5-43B1-AE2D-2AC474DC0F42}" type="pres">
      <dgm:prSet presAssocID="{359658E8-5791-44AD-A30D-A2B7BBF11301}" presName="hierChild5" presStyleCnt="0"/>
      <dgm:spPr/>
    </dgm:pt>
    <dgm:pt modelId="{ABFCFD3F-452B-4CD2-BB67-D4BE8D30B116}" type="pres">
      <dgm:prSet presAssocID="{06F76256-22A0-4A46-B363-CAE4C0C6AB8F}" presName="Name37" presStyleLbl="parChTrans1D3" presStyleIdx="18" presStyleCnt="21"/>
      <dgm:spPr/>
    </dgm:pt>
    <dgm:pt modelId="{6B0E6221-098D-4E20-8B94-41883CEA69A7}" type="pres">
      <dgm:prSet presAssocID="{841D5CEA-A4E0-49E2-B683-2DB5D778B1D7}" presName="hierRoot2" presStyleCnt="0">
        <dgm:presLayoutVars>
          <dgm:hierBranch val="init"/>
        </dgm:presLayoutVars>
      </dgm:prSet>
      <dgm:spPr/>
    </dgm:pt>
    <dgm:pt modelId="{15DC9596-6F03-47CE-965A-725AC848CA5F}" type="pres">
      <dgm:prSet presAssocID="{841D5CEA-A4E0-49E2-B683-2DB5D778B1D7}" presName="rootComposite" presStyleCnt="0"/>
      <dgm:spPr/>
    </dgm:pt>
    <dgm:pt modelId="{2FA9BEC6-65D9-4F36-8887-B337FB1C33E4}" type="pres">
      <dgm:prSet presAssocID="{841D5CEA-A4E0-49E2-B683-2DB5D778B1D7}" presName="rootText" presStyleLbl="node3" presStyleIdx="18" presStyleCnt="21" custLinFactNeighborY="-24038">
        <dgm:presLayoutVars>
          <dgm:chPref val="3"/>
        </dgm:presLayoutVars>
      </dgm:prSet>
      <dgm:spPr/>
    </dgm:pt>
    <dgm:pt modelId="{4C0D1948-50D5-4BFE-B5FD-F58B66791814}" type="pres">
      <dgm:prSet presAssocID="{841D5CEA-A4E0-49E2-B683-2DB5D778B1D7}" presName="rootConnector" presStyleLbl="node3" presStyleIdx="18" presStyleCnt="21"/>
      <dgm:spPr/>
    </dgm:pt>
    <dgm:pt modelId="{FDF234A3-915D-4C91-BF6F-A90EDB83FEDC}" type="pres">
      <dgm:prSet presAssocID="{841D5CEA-A4E0-49E2-B683-2DB5D778B1D7}" presName="hierChild4" presStyleCnt="0"/>
      <dgm:spPr/>
    </dgm:pt>
    <dgm:pt modelId="{AD968CF0-EB99-4D06-9F3E-01C096DC510A}" type="pres">
      <dgm:prSet presAssocID="{841D5CEA-A4E0-49E2-B683-2DB5D778B1D7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6" presStyleCnt="9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6" presStyleCnt="7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6" presStyleCnt="7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19" presStyleCnt="21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19" presStyleCnt="21" custLinFactNeighborY="-9898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19" presStyleCnt="21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20" presStyleCnt="21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20" presStyleCnt="21" custLinFactNeighborY="-14140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20" presStyleCnt="21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7" presStyleCnt="9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31717" custLinFactNeighborY="-9898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8" presStyleCnt="9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29231" custLinFactNeighborY="-9898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F81A6902-FC3F-4AF7-A663-4CFB1FD28A46}" srcId="{9E543093-51AF-482F-A54F-41BA2B290BE8}" destId="{1D0D897A-720B-4E4E-993D-28795D6B33A1}" srcOrd="2" destOrd="0" parTransId="{F8145040-84CE-4624-87DF-201F02A4D00A}" sibTransId="{341EFAC8-D214-40FB-B3FB-4A782C673B5A}"/>
    <dgm:cxn modelId="{E6C16E04-D9F9-4CD8-A966-190DFC7F6D65}" srcId="{140C7BE8-953D-46B7-BBBC-CEFCFC1C4A44}" destId="{841D5CEA-A4E0-49E2-B683-2DB5D778B1D7}" srcOrd="3" destOrd="0" parTransId="{06F76256-22A0-4A46-B363-CAE4C0C6AB8F}" sibTransId="{FB2DDCD2-07D6-4DF5-AD36-F327D2340FFD}"/>
    <dgm:cxn modelId="{F990F109-2C7C-4958-A384-453C1B4C9644}" type="presOf" srcId="{7564F4A0-8D16-490D-907E-8ED95FA1220B}" destId="{62289886-03F6-4FB4-9DEF-38ED189E144E}" srcOrd="1" destOrd="0" presId="urn:microsoft.com/office/officeart/2005/8/layout/orgChart1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ADA50714-1B35-4A8C-99F4-D93092D524B4}" type="presOf" srcId="{C39A4AD1-5EBF-4FBB-98DD-E037B087B2DD}" destId="{8B0CF389-C6D4-47DE-93CD-6AA07A1F73C4}" srcOrd="1" destOrd="0" presId="urn:microsoft.com/office/officeart/2005/8/layout/orgChart1"/>
    <dgm:cxn modelId="{F0D66318-3794-44FE-85BF-EFBA60BFF7B9}" type="presOf" srcId="{841D5CEA-A4E0-49E2-B683-2DB5D778B1D7}" destId="{2FA9BEC6-65D9-4F36-8887-B337FB1C33E4}" srcOrd="0" destOrd="0" presId="urn:microsoft.com/office/officeart/2005/8/layout/orgChart1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8206DD27-5801-41F7-AF42-F1CA4944D0FF}" type="presOf" srcId="{9A87B3E7-8173-457F-A011-918CB2B5EB79}" destId="{0C4D3D70-48A7-46A0-B2CB-8E23DC5A9EE6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370F0929-3A7D-4249-A669-5A4E3889EC40}" type="presOf" srcId="{17286897-A97B-4E00-A966-D262E0802651}" destId="{3D3133D5-FC80-4C21-8360-99779D4DADFF}" srcOrd="0" destOrd="0" presId="urn:microsoft.com/office/officeart/2005/8/layout/orgChart1"/>
    <dgm:cxn modelId="{6890712A-E03A-427C-92BC-F4EEF3BE0D8E}" srcId="{62D3B73E-55D2-42B2-B721-2CA8E5C7AAC6}" destId="{FEF7AC84-1A4F-46EA-9A8C-6D15F8250C46}" srcOrd="1" destOrd="0" parTransId="{A00E7B0E-3574-4071-BD48-636B0D655062}" sibTransId="{9CE103A3-7AC5-4819-8C9F-D82498F1A473}"/>
    <dgm:cxn modelId="{DF10C32A-D239-4A66-AA3F-F09D1D6959EA}" type="presOf" srcId="{522FCDFA-75EC-42F5-9470-CDFE12334B46}" destId="{D350832A-6911-4506-A561-F967D033700E}" srcOrd="0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2" destOrd="0" parTransId="{5AC1D850-6AE5-4AB4-956F-DCCF850FE0A3}" sibTransId="{780907FE-2876-4E95-AB0C-17F0421E1145}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D54E6E32-B0E9-458A-A4BD-456098E5ECD3}" srcId="{BDA3E80D-83D1-43CB-89EA-5529CB9AAA78}" destId="{897542E0-B2F5-4EE4-8EE3-85C4B385D779}" srcOrd="8" destOrd="0" parTransId="{B9002353-9289-432A-9056-1107332AFC5B}" sibTransId="{CA9930E5-FB80-4A01-A1CD-1E377103E439}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B781CC36-F20E-4DBE-86E8-B3E69E6C18DF}" type="presOf" srcId="{FEF7AC84-1A4F-46EA-9A8C-6D15F8250C46}" destId="{2A3F8F22-8A81-4C3C-9FF6-E77BE802CC32}" srcOrd="0" destOrd="0" presId="urn:microsoft.com/office/officeart/2005/8/layout/orgChart1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87A7633A-C662-43EF-B5CC-B10106CF9A8C}" type="presOf" srcId="{BAA922EA-6F7E-40F5-9D1E-6522C35CEB91}" destId="{551F8C98-B2B2-4102-A99E-B5CF67691CF2}" srcOrd="0" destOrd="0" presId="urn:microsoft.com/office/officeart/2005/8/layout/orgChart1"/>
    <dgm:cxn modelId="{CFBCAF3B-227F-4AFB-97E9-18572C4FB837}" type="presOf" srcId="{522FCDFA-75EC-42F5-9470-CDFE12334B46}" destId="{9A7B4AD5-BC73-49A4-8470-15E98CD8109B}" srcOrd="1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14562843-34B2-4037-B9B2-E2332D2CD11E}" type="presOf" srcId="{D5C9C9D1-604B-4925-B2FF-5E3EBBE1DAAF}" destId="{2994FFDB-CB36-4419-8799-1117B4C45D05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2F00CC65-2B21-4CC2-B5D9-EAB20BFD303C}" type="presOf" srcId="{88E06C40-96DC-4D4B-BC8C-0C30B390CB3E}" destId="{0F5E245C-84CA-4A39-84A3-4C0A474E6F38}" srcOrd="1" destOrd="0" presId="urn:microsoft.com/office/officeart/2005/8/layout/orgChart1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80E96F49-D847-4EF0-8D4B-6FC51F0768C1}" type="presOf" srcId="{62D3B73E-55D2-42B2-B721-2CA8E5C7AAC6}" destId="{EECF1A44-9587-4C21-A2BC-D54767D8F554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5238054C-4FB8-49EF-BF6B-A0FD5A807245}" type="presOf" srcId="{3597990C-A619-4A95-BF17-4AF48E938703}" destId="{3AC5CE0A-D1C5-4051-B635-95FF2D91BAFC}" srcOrd="0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9D7DDE4E-FA42-43F9-AFEA-70DB1FD1E078}" srcId="{9E543093-51AF-482F-A54F-41BA2B290BE8}" destId="{3597990C-A619-4A95-BF17-4AF48E938703}" srcOrd="1" destOrd="0" parTransId="{9A87B3E7-8173-457F-A011-918CB2B5EB79}" sibTransId="{B48BB87B-B547-48FF-813D-115A36A0E12A}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46DCED50-B13F-4A67-87C0-36DB89B33B8D}" type="presOf" srcId="{F2128D90-3FD7-4EE4-9DB8-F82B99C2526B}" destId="{B4126409-BAB4-4277-AC9E-045A64B639AC}" srcOrd="0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E4D84456-2B61-42F8-9025-57DB608F0B91}" srcId="{9E543093-51AF-482F-A54F-41BA2B290BE8}" destId="{F3DFCE73-17EC-42FE-89FE-5CA28A99AD9C}" srcOrd="3" destOrd="0" parTransId="{C9ADFA54-8242-44E9-98FD-F9DE4AAF22B3}" sibTransId="{9E8A8CA8-FD63-481C-912D-D09BD46A8396}"/>
    <dgm:cxn modelId="{94BDB956-A31C-4A64-B68A-A7F57344BFB1}" srcId="{F93FE123-64C2-48E7-BB7C-78C89C6C6BF9}" destId="{F554F3ED-509F-434E-9414-96A5C7204449}" srcOrd="1" destOrd="0" parTransId="{25962EFF-7E61-48E6-88D8-61D9DDBA6AD8}" sibTransId="{0795AE4A-255D-4D4A-93BD-F5327A47AD31}"/>
    <dgm:cxn modelId="{3EFFF177-6213-4305-B37D-A7B6C045B1C0}" type="presOf" srcId="{3597990C-A619-4A95-BF17-4AF48E938703}" destId="{7CA48B13-8313-4C50-9C2C-E14C46E18CDB}" srcOrd="1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DA791D7B-1ACC-4D71-8CE2-2C5850102398}" type="presOf" srcId="{FFF76743-057B-4AB6-9477-039899594119}" destId="{33BE3C83-CD92-4B0A-A243-FC9569B3BD0D}" srcOrd="1" destOrd="0" presId="urn:microsoft.com/office/officeart/2005/8/layout/orgChart1"/>
    <dgm:cxn modelId="{A18BF97B-523F-4661-A1E7-62527BF4A518}" type="presOf" srcId="{F8145040-84CE-4624-87DF-201F02A4D00A}" destId="{383460A8-47B4-456E-A06E-8135E31B3DB5}" srcOrd="0" destOrd="0" presId="urn:microsoft.com/office/officeart/2005/8/layout/orgChart1"/>
    <dgm:cxn modelId="{E4A9D47C-3C8B-4A25-98DF-131910EF5C43}" type="presOf" srcId="{FEF7AC84-1A4F-46EA-9A8C-6D15F8250C46}" destId="{09D05793-FF5B-4C80-94F8-B0FEFC7784CD}" srcOrd="1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7" destOrd="0" parTransId="{2705112C-0791-4250-B875-ED990730F6C5}" sibTransId="{1A6AB38F-66D1-4BA9-8AAD-B524F0DC4142}"/>
    <dgm:cxn modelId="{761D1D81-C7E5-4293-9A96-0F12F6A946F5}" srcId="{F93FE123-64C2-48E7-BB7C-78C89C6C6BF9}" destId="{F2128D90-3FD7-4EE4-9DB8-F82B99C2526B}" srcOrd="2" destOrd="0" parTransId="{680B14F0-DE78-46ED-BF22-281D426BAB77}" sibTransId="{19F11BBE-D266-4EDE-A323-D00BF3FFA1F7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2B95F382-C0E8-43C1-A467-68E9B40B98A3}" srcId="{9E543093-51AF-482F-A54F-41BA2B290BE8}" destId="{88E06C40-96DC-4D4B-BC8C-0C30B390CB3E}" srcOrd="0" destOrd="0" parTransId="{018B78BD-B31E-4C32-8E0C-EBD453F6B883}" sibTransId="{15B1626C-BB30-4D77-AF8E-6E1B56262CFC}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58B66989-4290-4304-BC84-394107040232}" type="presOf" srcId="{B4DEEB40-0DA0-47EA-9B1F-565BB0D4F122}" destId="{84BF238D-CEF7-4D57-9B28-4A590B241548}" srcOrd="0" destOrd="0" presId="urn:microsoft.com/office/officeart/2005/8/layout/orgChart1"/>
    <dgm:cxn modelId="{96A3968A-7FE6-4FF6-A5B0-D3DA196C3D9D}" srcId="{3A9BC52B-E42D-4E47-9B73-E9B7E19108F2}" destId="{522FCDFA-75EC-42F5-9470-CDFE12334B46}" srcOrd="2" destOrd="0" parTransId="{93D88299-9343-4D19-904C-1B75D9B86A41}" sibTransId="{E365FBAF-0184-4BD0-92A0-E3F326D8429D}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2A8DE38F-C704-4383-B59A-9284A7218EC6}" type="presOf" srcId="{C9ADFA54-8242-44E9-98FD-F9DE4AAF22B3}" destId="{680FA84D-079B-41B6-9549-6E191DA6D02C}" srcOrd="0" destOrd="0" presId="urn:microsoft.com/office/officeart/2005/8/layout/orgChart1"/>
    <dgm:cxn modelId="{5177BB92-0483-4935-922A-94DC7F139BD8}" type="presOf" srcId="{841D5CEA-A4E0-49E2-B683-2DB5D778B1D7}" destId="{4C0D1948-50D5-4BFE-B5FD-F58B66791814}" srcOrd="1" destOrd="0" presId="urn:microsoft.com/office/officeart/2005/8/layout/orgChart1"/>
    <dgm:cxn modelId="{58939C98-1A7C-4A33-9875-F3A01C8FABCF}" type="presOf" srcId="{9ADE9945-46E6-463D-8328-D8845AD3F2CE}" destId="{46EAD9BA-9755-44DF-9668-DBB7A8A1B73D}" srcOrd="0" destOrd="0" presId="urn:microsoft.com/office/officeart/2005/8/layout/orgChart1"/>
    <dgm:cxn modelId="{F9DADB9A-C54C-4EFC-AE41-EC61CF1B5802}" type="presOf" srcId="{67516A8C-826C-4A0E-9138-315E28FD1D3D}" destId="{7E143813-DEAC-47A0-8273-767F07D7A437}" srcOrd="0" destOrd="0" presId="urn:microsoft.com/office/officeart/2005/8/layout/orgChart1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7CBADAA2-0354-42D6-8AB8-30B10D2EFD2A}" type="presOf" srcId="{62D3B73E-55D2-42B2-B721-2CA8E5C7AAC6}" destId="{ED4EE7B1-69D3-4B78-A000-028D3046E3BD}" srcOrd="1" destOrd="0" presId="urn:microsoft.com/office/officeart/2005/8/layout/orgChart1"/>
    <dgm:cxn modelId="{563766A4-04BD-455F-89F9-4E02BF1D6603}" type="presOf" srcId="{93D88299-9343-4D19-904C-1B75D9B86A41}" destId="{69AF7652-E118-4855-ACC9-452536A42045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F7A084AB-8A6C-446F-84D1-77FDD5C90D7D}" type="presOf" srcId="{7564F4A0-8D16-490D-907E-8ED95FA1220B}" destId="{5DB3D4AA-09BF-4D9E-AAC4-C4A221E771D8}" srcOrd="0" destOrd="0" presId="urn:microsoft.com/office/officeart/2005/8/layout/orgChart1"/>
    <dgm:cxn modelId="{2D3089AB-5E45-45F1-A9A9-B3E95A3EF398}" type="presOf" srcId="{359658E8-5791-44AD-A30D-A2B7BBF11301}" destId="{01B49847-E5FF-4C0E-B02C-377744D870F5}" srcOrd="0" destOrd="0" presId="urn:microsoft.com/office/officeart/2005/8/layout/orgChart1"/>
    <dgm:cxn modelId="{82DDB5AC-7EA2-42FB-9590-E59EA5CA3F44}" srcId="{BDA3E80D-83D1-43CB-89EA-5529CB9AAA78}" destId="{F93FE123-64C2-48E7-BB7C-78C89C6C6BF9}" srcOrd="6" destOrd="0" parTransId="{E591C46F-C3C1-4334-AD6A-48CD500503EB}" sibTransId="{44494D52-5C85-4BCC-BD10-DF728B666320}"/>
    <dgm:cxn modelId="{E46B24AD-281B-4A49-9C5C-91ACB87DBC89}" srcId="{62D3B73E-55D2-42B2-B721-2CA8E5C7AAC6}" destId="{AEBE9DEC-E884-4CF9-89FE-D5F2F48EE15E}" srcOrd="2" destOrd="0" parTransId="{17286897-A97B-4E00-A966-D262E0802651}" sibTransId="{37FDC28C-6756-4882-8255-B67AF90A5788}"/>
    <dgm:cxn modelId="{0A882DB3-1EF5-4F44-AA76-861761B2ED2A}" type="presOf" srcId="{88E06C40-96DC-4D4B-BC8C-0C30B390CB3E}" destId="{5701B72A-98C3-43CA-9882-2BCEEC40F442}" srcOrd="0" destOrd="0" presId="urn:microsoft.com/office/officeart/2005/8/layout/orgChart1"/>
    <dgm:cxn modelId="{259858B4-3D4F-49C4-AA84-005BD70FAFD6}" type="presOf" srcId="{1D0D897A-720B-4E4E-993D-28795D6B33A1}" destId="{296388E1-EA6E-4E90-BD0F-28B7C1D1585B}" srcOrd="0" destOrd="0" presId="urn:microsoft.com/office/officeart/2005/8/layout/orgChart1"/>
    <dgm:cxn modelId="{5DAF78B4-D163-440B-8FAF-8A8DD7978D63}" type="presOf" srcId="{F3DFCE73-17EC-42FE-89FE-5CA28A99AD9C}" destId="{F2044E06-3CBD-478F-9A97-677C895906CC}" srcOrd="1" destOrd="0" presId="urn:microsoft.com/office/officeart/2005/8/layout/orgChart1"/>
    <dgm:cxn modelId="{B8B3CDB4-AC51-473C-8749-CA6113378C01}" srcId="{BDA3E80D-83D1-43CB-89EA-5529CB9AAA78}" destId="{7D8A1772-F4D4-4657-90BE-B299B52DCFE4}" srcOrd="5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0AB12EB6-E165-45C9-B200-1B6CDB8EC658}" type="presOf" srcId="{E805C673-92D2-4D4D-86FF-5E937AABAE3A}" destId="{CBAD961B-C075-4AEC-97DB-0DBA4AE7CDC9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F27260B8-582B-404E-A06A-C65881FCDC6A}" type="presOf" srcId="{018B78BD-B31E-4C32-8E0C-EBD453F6B883}" destId="{A39CBD37-BE0C-483B-AC0E-521CDA8DDACF}" srcOrd="0" destOrd="0" presId="urn:microsoft.com/office/officeart/2005/8/layout/orgChart1"/>
    <dgm:cxn modelId="{61600ABD-6684-4EB6-B5CE-59F6A9B3C56F}" type="presOf" srcId="{F2128D90-3FD7-4EE4-9DB8-F82B99C2526B}" destId="{341C3A1A-C81A-48D9-A6AC-B72B7E841227}" srcOrd="1" destOrd="0" presId="urn:microsoft.com/office/officeart/2005/8/layout/orgChart1"/>
    <dgm:cxn modelId="{8161BAC1-7346-49B9-92A5-7ECABC6ACDDE}" type="presOf" srcId="{F3DFCE73-17EC-42FE-89FE-5CA28A99AD9C}" destId="{2E40F336-0E16-4B86-9A3A-3B0FB9A77873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8C4D28D0-D0CC-46E8-99A5-09D4C167D6BC}" type="presOf" srcId="{AEBE9DEC-E884-4CF9-89FE-D5F2F48EE15E}" destId="{03748696-192C-4DB1-BA1B-61869ED8E774}" srcOrd="0" destOrd="0" presId="urn:microsoft.com/office/officeart/2005/8/layout/orgChart1"/>
    <dgm:cxn modelId="{C0ECFBD0-A509-4697-99D4-12490A828D0A}" srcId="{BDA3E80D-83D1-43CB-89EA-5529CB9AAA78}" destId="{62D3B73E-55D2-42B2-B721-2CA8E5C7AAC6}" srcOrd="3" destOrd="0" parTransId="{69294193-45D0-4AED-861E-0F6C5CD76586}" sibTransId="{B215DE07-80EA-4699-93CF-AFDF56179482}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755759D3-A418-41DC-BD4B-3349925B2CDD}" type="presOf" srcId="{359658E8-5791-44AD-A30D-A2B7BBF11301}" destId="{14A11DF6-B239-425C-B2B2-E7C913D495F3}" srcOrd="1" destOrd="0" presId="urn:microsoft.com/office/officeart/2005/8/layout/orgChart1"/>
    <dgm:cxn modelId="{BE5B1FD4-FA00-4C90-89EF-D0B36421A922}" type="presOf" srcId="{680B14F0-DE78-46ED-BF22-281D426BAB77}" destId="{360FE858-CD63-43A3-8366-3689ECAE4550}" srcOrd="0" destOrd="0" presId="urn:microsoft.com/office/officeart/2005/8/layout/orgChart1"/>
    <dgm:cxn modelId="{053AA7D4-C355-49F7-9569-E1BD08599BEC}" srcId="{1A95DD40-0793-4AFF-A9DD-159E3D55C96B}" destId="{FFF76743-057B-4AB6-9477-039899594119}" srcOrd="0" destOrd="0" parTransId="{D5C9C9D1-604B-4925-B2FF-5E3EBBE1DAAF}" sibTransId="{16071E0F-6D79-4717-9813-8E87262120F5}"/>
    <dgm:cxn modelId="{810A09D6-43D6-4DE0-8C47-B466CF5D7CAE}" srcId="{1A95DD40-0793-4AFF-A9DD-159E3D55C96B}" destId="{E805C673-92D2-4D4D-86FF-5E937AABAE3A}" srcOrd="1" destOrd="0" parTransId="{BAA922EA-6F7E-40F5-9D1E-6522C35CEB91}" sibTransId="{C6893843-F7E5-4A0F-A5B3-3BD39EDF6824}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ADD67BD7-678C-4442-800F-F65008B5A2A4}" type="presOf" srcId="{AEBE9DEC-E884-4CF9-89FE-D5F2F48EE15E}" destId="{9A5397AF-8F7A-43FE-9C45-C84C14837680}" srcOrd="1" destOrd="0" presId="urn:microsoft.com/office/officeart/2005/8/layout/orgChart1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24711BE7-80A3-4E1A-BEC2-4DDB7F59ED7C}" srcId="{140C7BE8-953D-46B7-BBBC-CEFCFC1C4A44}" destId="{70466ED9-BB8A-4C0E-BB0E-63D84C59124C}" srcOrd="1" destOrd="0" parTransId="{CA5C73BC-41E8-4FFD-AB29-9E0644637AB1}" sibTransId="{C79640DE-8F9F-4422-A93F-F3C80957056A}"/>
    <dgm:cxn modelId="{9E1CA6E7-89CB-4A9B-99B9-9461893E5181}" srcId="{BDA3E80D-83D1-43CB-89EA-5529CB9AAA78}" destId="{1A95DD40-0793-4AFF-A9DD-159E3D55C96B}" srcOrd="4" destOrd="0" parTransId="{45DDB93D-9EFB-4128-A28A-2E2244F4E1C0}" sibTransId="{3D4DCA69-CF03-4958-8F2F-B72D1C4FD8FB}"/>
    <dgm:cxn modelId="{471E16EA-222E-452F-9E1D-559A5FC6DDFB}" type="presOf" srcId="{E805C673-92D2-4D4D-86FF-5E937AABAE3A}" destId="{819D84F0-AE3C-471B-8D6B-76A2940EA430}" srcOrd="1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5EE6AFEB-E1CF-4B37-883B-49A9ED46CAC1}" srcId="{62D3B73E-55D2-42B2-B721-2CA8E5C7AAC6}" destId="{C39A4AD1-5EBF-4FBB-98DD-E037B087B2DD}" srcOrd="0" destOrd="0" parTransId="{9ADE9945-46E6-463D-8328-D8845AD3F2CE}" sibTransId="{E64EE2B7-9818-42E9-B86D-FEECA84B7403}"/>
    <dgm:cxn modelId="{5471FAEB-0D5F-4ED9-AEA4-25CCC758EB0C}" srcId="{140C7BE8-953D-46B7-BBBC-CEFCFC1C4A44}" destId="{359658E8-5791-44AD-A30D-A2B7BBF11301}" srcOrd="2" destOrd="0" parTransId="{67516A8C-826C-4A0E-9138-315E28FD1D3D}" sibTransId="{2A405053-B89B-4CC2-B2E0-D5E8A64A9D94}"/>
    <dgm:cxn modelId="{7C111EEF-F295-439B-8889-2F1C1BD25076}" type="presOf" srcId="{1D0D897A-720B-4E4E-993D-28795D6B33A1}" destId="{F315E4FC-D635-4F2B-8D4D-0F39920B4BE3}" srcOrd="1" destOrd="0" presId="urn:microsoft.com/office/officeart/2005/8/layout/orgChart1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64B7B4F0-57D5-49F9-ABC6-46186D23F474}" type="presOf" srcId="{06F76256-22A0-4A46-B363-CAE4C0C6AB8F}" destId="{ABFCFD3F-452B-4CD2-BB67-D4BE8D30B116}" srcOrd="0" destOrd="0" presId="urn:microsoft.com/office/officeart/2005/8/layout/orgChart1"/>
    <dgm:cxn modelId="{738612F2-6A02-4C46-9D7A-89C1EF145558}" type="presOf" srcId="{FFF76743-057B-4AB6-9477-039899594119}" destId="{C27F17B6-C1E2-4B95-9EA1-506B466147E9}" srcOrd="0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7E20E0F3-289F-47FD-92E3-8517197A0B96}" type="presOf" srcId="{A00E7B0E-3574-4071-BD48-636B0D655062}" destId="{4FD63FDA-5652-4D7A-A2DA-CB7F2C09660E}" srcOrd="0" destOrd="0" presId="urn:microsoft.com/office/officeart/2005/8/layout/orgChart1"/>
    <dgm:cxn modelId="{493C2DF5-4A9D-420A-9ECE-774B7C4587C0}" srcId="{3A9BC52B-E42D-4E47-9B73-E9B7E19108F2}" destId="{7564F4A0-8D16-490D-907E-8ED95FA1220B}" srcOrd="1" destOrd="0" parTransId="{B4DEEB40-0DA0-47EA-9B1F-565BB0D4F122}" sibTransId="{8FB8FCB9-AE6D-4EC3-8269-A2B3ACF857EA}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9FC6DAF9-C450-4B1E-9F3E-9988BC9C96E3}" type="presOf" srcId="{69294193-45D0-4AED-861E-0F6C5CD76586}" destId="{D91CE9AE-6775-4DB8-9567-970242F5D21C}" srcOrd="0" destOrd="0" presId="urn:microsoft.com/office/officeart/2005/8/layout/orgChart1"/>
    <dgm:cxn modelId="{9CB562FB-BB74-4D65-AF70-6440CFBB458D}" type="presOf" srcId="{C39A4AD1-5EBF-4FBB-98DD-E037B087B2DD}" destId="{7EFC2C43-1246-400B-B2C2-D6391BA08E8B}" srcOrd="0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D1D78548-7D77-4946-9C94-236A56ED1A91}" type="presParOf" srcId="{1AE3AE86-6140-492A-A11F-E9F65F76A19E}" destId="{A39CBD37-BE0C-483B-AC0E-521CDA8DDACF}" srcOrd="0" destOrd="0" presId="urn:microsoft.com/office/officeart/2005/8/layout/orgChart1"/>
    <dgm:cxn modelId="{EB8F037F-73F3-475F-B4DC-48BAE3153487}" type="presParOf" srcId="{1AE3AE86-6140-492A-A11F-E9F65F76A19E}" destId="{EC7290E3-AFFD-478E-B860-1F57184E6DFA}" srcOrd="1" destOrd="0" presId="urn:microsoft.com/office/officeart/2005/8/layout/orgChart1"/>
    <dgm:cxn modelId="{5C1B7F46-A3F6-4436-BA39-BED23F3660E3}" type="presParOf" srcId="{EC7290E3-AFFD-478E-B860-1F57184E6DFA}" destId="{B27FDAC8-E56D-4D67-9693-12BA6AB1BC83}" srcOrd="0" destOrd="0" presId="urn:microsoft.com/office/officeart/2005/8/layout/orgChart1"/>
    <dgm:cxn modelId="{53701783-A445-4335-824C-0790F148ADA5}" type="presParOf" srcId="{B27FDAC8-E56D-4D67-9693-12BA6AB1BC83}" destId="{5701B72A-98C3-43CA-9882-2BCEEC40F442}" srcOrd="0" destOrd="0" presId="urn:microsoft.com/office/officeart/2005/8/layout/orgChart1"/>
    <dgm:cxn modelId="{EF526346-6DA7-4775-955F-064D290B3A99}" type="presParOf" srcId="{B27FDAC8-E56D-4D67-9693-12BA6AB1BC83}" destId="{0F5E245C-84CA-4A39-84A3-4C0A474E6F38}" srcOrd="1" destOrd="0" presId="urn:microsoft.com/office/officeart/2005/8/layout/orgChart1"/>
    <dgm:cxn modelId="{D2ACC3F2-345A-445A-8E45-10F2D569C421}" type="presParOf" srcId="{EC7290E3-AFFD-478E-B860-1F57184E6DFA}" destId="{4257568B-9FFA-4F0D-B913-F7BB3F8425AC}" srcOrd="1" destOrd="0" presId="urn:microsoft.com/office/officeart/2005/8/layout/orgChart1"/>
    <dgm:cxn modelId="{9A6E607C-2433-40D9-8B3C-B79C7D9EFD91}" type="presParOf" srcId="{EC7290E3-AFFD-478E-B860-1F57184E6DFA}" destId="{5B9A6EEA-0F6D-4B12-96E8-6DD237EE651B}" srcOrd="2" destOrd="0" presId="urn:microsoft.com/office/officeart/2005/8/layout/orgChart1"/>
    <dgm:cxn modelId="{9E89DDDE-D433-4FD3-9384-814BE07B5B55}" type="presParOf" srcId="{1AE3AE86-6140-492A-A11F-E9F65F76A19E}" destId="{0C4D3D70-48A7-46A0-B2CB-8E23DC5A9EE6}" srcOrd="2" destOrd="0" presId="urn:microsoft.com/office/officeart/2005/8/layout/orgChart1"/>
    <dgm:cxn modelId="{F4BB194B-869F-4C4E-9DD8-4F2484EB78D0}" type="presParOf" srcId="{1AE3AE86-6140-492A-A11F-E9F65F76A19E}" destId="{BA96C1BA-E886-43F2-8037-0A2C3D562727}" srcOrd="3" destOrd="0" presId="urn:microsoft.com/office/officeart/2005/8/layout/orgChart1"/>
    <dgm:cxn modelId="{C6F40F39-4716-4AB6-9FC2-34F994343D81}" type="presParOf" srcId="{BA96C1BA-E886-43F2-8037-0A2C3D562727}" destId="{8B2DE95B-CD77-41F0-84CD-A3A4064BB56B}" srcOrd="0" destOrd="0" presId="urn:microsoft.com/office/officeart/2005/8/layout/orgChart1"/>
    <dgm:cxn modelId="{CA29477E-94B2-4807-9BF8-258AC2072179}" type="presParOf" srcId="{8B2DE95B-CD77-41F0-84CD-A3A4064BB56B}" destId="{3AC5CE0A-D1C5-4051-B635-95FF2D91BAFC}" srcOrd="0" destOrd="0" presId="urn:microsoft.com/office/officeart/2005/8/layout/orgChart1"/>
    <dgm:cxn modelId="{337250C2-DD1D-44E3-8C0A-9DCF995705CC}" type="presParOf" srcId="{8B2DE95B-CD77-41F0-84CD-A3A4064BB56B}" destId="{7CA48B13-8313-4C50-9C2C-E14C46E18CDB}" srcOrd="1" destOrd="0" presId="urn:microsoft.com/office/officeart/2005/8/layout/orgChart1"/>
    <dgm:cxn modelId="{87E0EA34-59EE-4D69-A004-0DB44D472125}" type="presParOf" srcId="{BA96C1BA-E886-43F2-8037-0A2C3D562727}" destId="{9E4BE6BB-EE4E-4187-8B6E-35CD4D69CC1B}" srcOrd="1" destOrd="0" presId="urn:microsoft.com/office/officeart/2005/8/layout/orgChart1"/>
    <dgm:cxn modelId="{CDEE0D66-33B6-4CA3-99C2-83EB9E329D52}" type="presParOf" srcId="{BA96C1BA-E886-43F2-8037-0A2C3D562727}" destId="{346D3DAD-35A1-46F7-8C5C-42E27421E026}" srcOrd="2" destOrd="0" presId="urn:microsoft.com/office/officeart/2005/8/layout/orgChart1"/>
    <dgm:cxn modelId="{922A78C8-6CAA-4B04-8DB3-D46239985769}" type="presParOf" srcId="{1AE3AE86-6140-492A-A11F-E9F65F76A19E}" destId="{383460A8-47B4-456E-A06E-8135E31B3DB5}" srcOrd="4" destOrd="0" presId="urn:microsoft.com/office/officeart/2005/8/layout/orgChart1"/>
    <dgm:cxn modelId="{D23E94F7-03DE-4511-AF9A-9808F51B6AD8}" type="presParOf" srcId="{1AE3AE86-6140-492A-A11F-E9F65F76A19E}" destId="{037BB7DF-DBDE-4F84-B9FB-B460284C9D1A}" srcOrd="5" destOrd="0" presId="urn:microsoft.com/office/officeart/2005/8/layout/orgChart1"/>
    <dgm:cxn modelId="{9A46F098-1B43-47A1-8E7C-8EDCCED6B2C3}" type="presParOf" srcId="{037BB7DF-DBDE-4F84-B9FB-B460284C9D1A}" destId="{1DC8EED3-A51E-4B04-8DD0-8B696639DF7F}" srcOrd="0" destOrd="0" presId="urn:microsoft.com/office/officeart/2005/8/layout/orgChart1"/>
    <dgm:cxn modelId="{1B03CCBF-B04D-4465-9D9D-997BD7A44C45}" type="presParOf" srcId="{1DC8EED3-A51E-4B04-8DD0-8B696639DF7F}" destId="{296388E1-EA6E-4E90-BD0F-28B7C1D1585B}" srcOrd="0" destOrd="0" presId="urn:microsoft.com/office/officeart/2005/8/layout/orgChart1"/>
    <dgm:cxn modelId="{F1B37973-7595-4E61-8D50-9133B4441CE9}" type="presParOf" srcId="{1DC8EED3-A51E-4B04-8DD0-8B696639DF7F}" destId="{F315E4FC-D635-4F2B-8D4D-0F39920B4BE3}" srcOrd="1" destOrd="0" presId="urn:microsoft.com/office/officeart/2005/8/layout/orgChart1"/>
    <dgm:cxn modelId="{BB42675A-1C0C-461A-BB84-35A43BAD0A5E}" type="presParOf" srcId="{037BB7DF-DBDE-4F84-B9FB-B460284C9D1A}" destId="{CA3A83E3-288C-4BBC-9B82-5BBC34568F9C}" srcOrd="1" destOrd="0" presId="urn:microsoft.com/office/officeart/2005/8/layout/orgChart1"/>
    <dgm:cxn modelId="{DEB79F15-BEB8-41F7-95FA-B98D3552A6CF}" type="presParOf" srcId="{037BB7DF-DBDE-4F84-B9FB-B460284C9D1A}" destId="{9EC4F40D-0EBF-4EAC-9675-2ACD064BC04A}" srcOrd="2" destOrd="0" presId="urn:microsoft.com/office/officeart/2005/8/layout/orgChart1"/>
    <dgm:cxn modelId="{F617C252-8F9A-4101-A12A-39B306A7D503}" type="presParOf" srcId="{1AE3AE86-6140-492A-A11F-E9F65F76A19E}" destId="{680FA84D-079B-41B6-9549-6E191DA6D02C}" srcOrd="6" destOrd="0" presId="urn:microsoft.com/office/officeart/2005/8/layout/orgChart1"/>
    <dgm:cxn modelId="{9C01012E-F598-42A7-AA41-B70F1C5D2680}" type="presParOf" srcId="{1AE3AE86-6140-492A-A11F-E9F65F76A19E}" destId="{1B838B82-F3E4-4C09-896E-568EE47E2C1E}" srcOrd="7" destOrd="0" presId="urn:microsoft.com/office/officeart/2005/8/layout/orgChart1"/>
    <dgm:cxn modelId="{3D2846A5-4595-4BD5-9F36-30BE476150E3}" type="presParOf" srcId="{1B838B82-F3E4-4C09-896E-568EE47E2C1E}" destId="{4F248BFF-DF97-48E2-92BB-027F3D1FB57B}" srcOrd="0" destOrd="0" presId="urn:microsoft.com/office/officeart/2005/8/layout/orgChart1"/>
    <dgm:cxn modelId="{B392EE4F-389C-4248-9C25-9AB769B01789}" type="presParOf" srcId="{4F248BFF-DF97-48E2-92BB-027F3D1FB57B}" destId="{2E40F336-0E16-4B86-9A3A-3B0FB9A77873}" srcOrd="0" destOrd="0" presId="urn:microsoft.com/office/officeart/2005/8/layout/orgChart1"/>
    <dgm:cxn modelId="{F683E777-7A1A-4DB2-BF99-571AB58D57A3}" type="presParOf" srcId="{4F248BFF-DF97-48E2-92BB-027F3D1FB57B}" destId="{F2044E06-3CBD-478F-9A97-677C895906CC}" srcOrd="1" destOrd="0" presId="urn:microsoft.com/office/officeart/2005/8/layout/orgChart1"/>
    <dgm:cxn modelId="{D784696F-B5D7-4643-AF22-98AC809D571D}" type="presParOf" srcId="{1B838B82-F3E4-4C09-896E-568EE47E2C1E}" destId="{FCB1ADD0-B647-4456-91DE-EF421E2C530F}" srcOrd="1" destOrd="0" presId="urn:microsoft.com/office/officeart/2005/8/layout/orgChart1"/>
    <dgm:cxn modelId="{2B4FBDF0-A2B4-4ED5-BB04-8EB94538EC31}" type="presParOf" srcId="{1B838B82-F3E4-4C09-896E-568EE47E2C1E}" destId="{E348794C-777B-471F-B203-5E06FF3D74B2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E3A2D788-4BDB-4306-8DE1-0F0BDFCFF675}" type="presParOf" srcId="{702F29B1-99E5-4896-B101-A66FF14B51F6}" destId="{B71F6333-D23C-4EC2-9267-E9A3826C993D}" srcOrd="2" destOrd="0" presId="urn:microsoft.com/office/officeart/2005/8/layout/orgChart1"/>
    <dgm:cxn modelId="{7086632C-5806-4DE1-B9A3-82289A55AEA4}" type="presParOf" srcId="{702F29B1-99E5-4896-B101-A66FF14B51F6}" destId="{51990EDA-0367-4D88-990E-8597E6563A36}" srcOrd="3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937ADC50-B125-417B-9C23-946BD4EF9BF7}" type="presParOf" srcId="{7B862720-FA0B-4893-9E2B-972DF9D5EA5B}" destId="{84BF238D-CEF7-4D57-9B28-4A590B241548}" srcOrd="2" destOrd="0" presId="urn:microsoft.com/office/officeart/2005/8/layout/orgChart1"/>
    <dgm:cxn modelId="{6441B592-3B02-4BFF-956E-96D9B50EE2F7}" type="presParOf" srcId="{7B862720-FA0B-4893-9E2B-972DF9D5EA5B}" destId="{BBC72B8F-9FD7-4418-9146-B2D21A8CE588}" srcOrd="3" destOrd="0" presId="urn:microsoft.com/office/officeart/2005/8/layout/orgChart1"/>
    <dgm:cxn modelId="{D6175475-8BBD-4F04-B858-1738788765FE}" type="presParOf" srcId="{BBC72B8F-9FD7-4418-9146-B2D21A8CE588}" destId="{FD5A1B3B-68AB-4724-A690-17C8E18A28C8}" srcOrd="0" destOrd="0" presId="urn:microsoft.com/office/officeart/2005/8/layout/orgChart1"/>
    <dgm:cxn modelId="{C74EEE4B-DB05-4FAF-A434-9AC39AA32600}" type="presParOf" srcId="{FD5A1B3B-68AB-4724-A690-17C8E18A28C8}" destId="{5DB3D4AA-09BF-4D9E-AAC4-C4A221E771D8}" srcOrd="0" destOrd="0" presId="urn:microsoft.com/office/officeart/2005/8/layout/orgChart1"/>
    <dgm:cxn modelId="{2DB26897-1907-4889-B43D-B914073AF02F}" type="presParOf" srcId="{FD5A1B3B-68AB-4724-A690-17C8E18A28C8}" destId="{62289886-03F6-4FB4-9DEF-38ED189E144E}" srcOrd="1" destOrd="0" presId="urn:microsoft.com/office/officeart/2005/8/layout/orgChart1"/>
    <dgm:cxn modelId="{827DAF9C-347F-4F88-9907-00945D022F2E}" type="presParOf" srcId="{BBC72B8F-9FD7-4418-9146-B2D21A8CE588}" destId="{4A0F7B82-905F-4048-BAD9-79AD1B90478C}" srcOrd="1" destOrd="0" presId="urn:microsoft.com/office/officeart/2005/8/layout/orgChart1"/>
    <dgm:cxn modelId="{C4AF7054-2F49-49EB-8A66-DF84E88ED36D}" type="presParOf" srcId="{BBC72B8F-9FD7-4418-9146-B2D21A8CE588}" destId="{24E666AE-2AC9-4DDC-A09F-DBBEB0801F1E}" srcOrd="2" destOrd="0" presId="urn:microsoft.com/office/officeart/2005/8/layout/orgChart1"/>
    <dgm:cxn modelId="{4FFF01A0-A8D8-4403-A865-21FE4C1E81C3}" type="presParOf" srcId="{7B862720-FA0B-4893-9E2B-972DF9D5EA5B}" destId="{69AF7652-E118-4855-ACC9-452536A42045}" srcOrd="4" destOrd="0" presId="urn:microsoft.com/office/officeart/2005/8/layout/orgChart1"/>
    <dgm:cxn modelId="{89D3D622-84C2-4758-8DAB-EE51680E4757}" type="presParOf" srcId="{7B862720-FA0B-4893-9E2B-972DF9D5EA5B}" destId="{AF6843C7-C10B-40A2-AA1C-074693072D48}" srcOrd="5" destOrd="0" presId="urn:microsoft.com/office/officeart/2005/8/layout/orgChart1"/>
    <dgm:cxn modelId="{64DD4118-5854-4FF7-8610-15FB73F9DB80}" type="presParOf" srcId="{AF6843C7-C10B-40A2-AA1C-074693072D48}" destId="{CAF72E8D-7960-43F3-B844-9A6D9A298F49}" srcOrd="0" destOrd="0" presId="urn:microsoft.com/office/officeart/2005/8/layout/orgChart1"/>
    <dgm:cxn modelId="{288543C3-EDBA-4CA0-9813-4718D0674DC4}" type="presParOf" srcId="{CAF72E8D-7960-43F3-B844-9A6D9A298F49}" destId="{D350832A-6911-4506-A561-F967D033700E}" srcOrd="0" destOrd="0" presId="urn:microsoft.com/office/officeart/2005/8/layout/orgChart1"/>
    <dgm:cxn modelId="{794B323D-5DB7-4F51-A8E9-D3A1AE186CAF}" type="presParOf" srcId="{CAF72E8D-7960-43F3-B844-9A6D9A298F49}" destId="{9A7B4AD5-BC73-49A4-8470-15E98CD8109B}" srcOrd="1" destOrd="0" presId="urn:microsoft.com/office/officeart/2005/8/layout/orgChart1"/>
    <dgm:cxn modelId="{736DF8DF-0241-4CEF-A1E2-332FA9C06E31}" type="presParOf" srcId="{AF6843C7-C10B-40A2-AA1C-074693072D48}" destId="{DED0289B-3252-404B-88CE-2B921F6908EE}" srcOrd="1" destOrd="0" presId="urn:microsoft.com/office/officeart/2005/8/layout/orgChart1"/>
    <dgm:cxn modelId="{7F11CA2A-DB5A-43E7-A60A-E85A891234E3}" type="presParOf" srcId="{AF6843C7-C10B-40A2-AA1C-074693072D48}" destId="{F400CC78-83F4-42DD-B534-4442E3CED4E3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95551D1B-AD5A-4E25-BB2C-F160EA319D7C}" type="presParOf" srcId="{702F29B1-99E5-4896-B101-A66FF14B51F6}" destId="{D91CE9AE-6775-4DB8-9567-970242F5D21C}" srcOrd="4" destOrd="0" presId="urn:microsoft.com/office/officeart/2005/8/layout/orgChart1"/>
    <dgm:cxn modelId="{FA21F2F7-2EAB-4563-BB16-63B2E2478782}" type="presParOf" srcId="{702F29B1-99E5-4896-B101-A66FF14B51F6}" destId="{2F691528-F687-4C13-B9E4-FA29639008CF}" srcOrd="5" destOrd="0" presId="urn:microsoft.com/office/officeart/2005/8/layout/orgChart1"/>
    <dgm:cxn modelId="{F8E19E0B-1F14-48AF-92CC-E170EEC6F751}" type="presParOf" srcId="{2F691528-F687-4C13-B9E4-FA29639008CF}" destId="{7D24A7BE-EFEC-44A4-8699-315DF9D9BBE4}" srcOrd="0" destOrd="0" presId="urn:microsoft.com/office/officeart/2005/8/layout/orgChart1"/>
    <dgm:cxn modelId="{B81BB8EB-13ED-4413-A168-0A94DED67832}" type="presParOf" srcId="{7D24A7BE-EFEC-44A4-8699-315DF9D9BBE4}" destId="{EECF1A44-9587-4C21-A2BC-D54767D8F554}" srcOrd="0" destOrd="0" presId="urn:microsoft.com/office/officeart/2005/8/layout/orgChart1"/>
    <dgm:cxn modelId="{5F2A0768-E624-4493-AFCB-E6F47E8EC27D}" type="presParOf" srcId="{7D24A7BE-EFEC-44A4-8699-315DF9D9BBE4}" destId="{ED4EE7B1-69D3-4B78-A000-028D3046E3BD}" srcOrd="1" destOrd="0" presId="urn:microsoft.com/office/officeart/2005/8/layout/orgChart1"/>
    <dgm:cxn modelId="{72CBC5E5-4ABA-4B25-8EF2-C4D6B02B8ACB}" type="presParOf" srcId="{2F691528-F687-4C13-B9E4-FA29639008CF}" destId="{D8EEF291-D74E-4F29-9CF3-BEF1AF52ECD6}" srcOrd="1" destOrd="0" presId="urn:microsoft.com/office/officeart/2005/8/layout/orgChart1"/>
    <dgm:cxn modelId="{67ED5EEF-FFCC-4B8B-992D-509F5D2FDBE6}" type="presParOf" srcId="{D8EEF291-D74E-4F29-9CF3-BEF1AF52ECD6}" destId="{46EAD9BA-9755-44DF-9668-DBB7A8A1B73D}" srcOrd="0" destOrd="0" presId="urn:microsoft.com/office/officeart/2005/8/layout/orgChart1"/>
    <dgm:cxn modelId="{98FD1C2B-8229-4FCB-83C2-FF339AD053E0}" type="presParOf" srcId="{D8EEF291-D74E-4F29-9CF3-BEF1AF52ECD6}" destId="{37D5FD09-7469-49E6-84B0-EBD9280B430A}" srcOrd="1" destOrd="0" presId="urn:microsoft.com/office/officeart/2005/8/layout/orgChart1"/>
    <dgm:cxn modelId="{A67D662B-93EF-462E-9F0F-03099E17F329}" type="presParOf" srcId="{37D5FD09-7469-49E6-84B0-EBD9280B430A}" destId="{6B663A8D-2465-45AD-9797-B3D8E2B7182D}" srcOrd="0" destOrd="0" presId="urn:microsoft.com/office/officeart/2005/8/layout/orgChart1"/>
    <dgm:cxn modelId="{1599FEC4-BDA8-44E7-813F-D9E00896B018}" type="presParOf" srcId="{6B663A8D-2465-45AD-9797-B3D8E2B7182D}" destId="{7EFC2C43-1246-400B-B2C2-D6391BA08E8B}" srcOrd="0" destOrd="0" presId="urn:microsoft.com/office/officeart/2005/8/layout/orgChart1"/>
    <dgm:cxn modelId="{51CFF1EA-F3DC-4858-890F-29910DBD11CD}" type="presParOf" srcId="{6B663A8D-2465-45AD-9797-B3D8E2B7182D}" destId="{8B0CF389-C6D4-47DE-93CD-6AA07A1F73C4}" srcOrd="1" destOrd="0" presId="urn:microsoft.com/office/officeart/2005/8/layout/orgChart1"/>
    <dgm:cxn modelId="{F4330511-2DA5-45C1-96BA-AB4524E13B1D}" type="presParOf" srcId="{37D5FD09-7469-49E6-84B0-EBD9280B430A}" destId="{AA7356DE-693B-4F83-BAAA-E608E4A2CA1D}" srcOrd="1" destOrd="0" presId="urn:microsoft.com/office/officeart/2005/8/layout/orgChart1"/>
    <dgm:cxn modelId="{60E9118C-FC23-49BE-9453-D815BD317E6F}" type="presParOf" srcId="{37D5FD09-7469-49E6-84B0-EBD9280B430A}" destId="{E4063B89-548B-45E6-AD82-5B7E29E11833}" srcOrd="2" destOrd="0" presId="urn:microsoft.com/office/officeart/2005/8/layout/orgChart1"/>
    <dgm:cxn modelId="{A5B84D8D-0B2B-4647-A3C7-CAFD860B37C8}" type="presParOf" srcId="{D8EEF291-D74E-4F29-9CF3-BEF1AF52ECD6}" destId="{4FD63FDA-5652-4D7A-A2DA-CB7F2C09660E}" srcOrd="2" destOrd="0" presId="urn:microsoft.com/office/officeart/2005/8/layout/orgChart1"/>
    <dgm:cxn modelId="{A0EC9D7E-DFAA-493B-ADD0-611AEAFDFB85}" type="presParOf" srcId="{D8EEF291-D74E-4F29-9CF3-BEF1AF52ECD6}" destId="{1F0B8F63-2C2A-4FB8-8636-EC67B5F018D1}" srcOrd="3" destOrd="0" presId="urn:microsoft.com/office/officeart/2005/8/layout/orgChart1"/>
    <dgm:cxn modelId="{20F2F917-4C73-40DA-A9FE-EFE0F6DDC5C0}" type="presParOf" srcId="{1F0B8F63-2C2A-4FB8-8636-EC67B5F018D1}" destId="{6F78C683-82B2-4AED-881E-0ABFC5638580}" srcOrd="0" destOrd="0" presId="urn:microsoft.com/office/officeart/2005/8/layout/orgChart1"/>
    <dgm:cxn modelId="{90B058E6-90FE-4360-A64E-85C3F7A972B9}" type="presParOf" srcId="{6F78C683-82B2-4AED-881E-0ABFC5638580}" destId="{2A3F8F22-8A81-4C3C-9FF6-E77BE802CC32}" srcOrd="0" destOrd="0" presId="urn:microsoft.com/office/officeart/2005/8/layout/orgChart1"/>
    <dgm:cxn modelId="{CD358450-6D80-404C-B335-EBDAE01AFA00}" type="presParOf" srcId="{6F78C683-82B2-4AED-881E-0ABFC5638580}" destId="{09D05793-FF5B-4C80-94F8-B0FEFC7784CD}" srcOrd="1" destOrd="0" presId="urn:microsoft.com/office/officeart/2005/8/layout/orgChart1"/>
    <dgm:cxn modelId="{7144CC47-4ACC-4CA5-B3D8-6A3A99C054FF}" type="presParOf" srcId="{1F0B8F63-2C2A-4FB8-8636-EC67B5F018D1}" destId="{C4E78293-D993-453D-AC43-E3830A822E67}" srcOrd="1" destOrd="0" presId="urn:microsoft.com/office/officeart/2005/8/layout/orgChart1"/>
    <dgm:cxn modelId="{522A6D58-E4B6-405B-85BF-40097B90CAA8}" type="presParOf" srcId="{1F0B8F63-2C2A-4FB8-8636-EC67B5F018D1}" destId="{93E3997A-FDCD-437F-A6C1-807E61F6333C}" srcOrd="2" destOrd="0" presId="urn:microsoft.com/office/officeart/2005/8/layout/orgChart1"/>
    <dgm:cxn modelId="{B2DC6346-FA0A-4256-86D4-7B7E5052D8F9}" type="presParOf" srcId="{D8EEF291-D74E-4F29-9CF3-BEF1AF52ECD6}" destId="{3D3133D5-FC80-4C21-8360-99779D4DADFF}" srcOrd="4" destOrd="0" presId="urn:microsoft.com/office/officeart/2005/8/layout/orgChart1"/>
    <dgm:cxn modelId="{EA5A880F-3AF7-46FB-A553-E423C2B47764}" type="presParOf" srcId="{D8EEF291-D74E-4F29-9CF3-BEF1AF52ECD6}" destId="{F09F6A3F-760C-44CA-A067-53DE60A9125B}" srcOrd="5" destOrd="0" presId="urn:microsoft.com/office/officeart/2005/8/layout/orgChart1"/>
    <dgm:cxn modelId="{8D49520F-179C-4F4E-A018-AD131CE78026}" type="presParOf" srcId="{F09F6A3F-760C-44CA-A067-53DE60A9125B}" destId="{8FEE11E0-216D-4C08-BC1A-C04C7B092D7E}" srcOrd="0" destOrd="0" presId="urn:microsoft.com/office/officeart/2005/8/layout/orgChart1"/>
    <dgm:cxn modelId="{785D4D4B-85FD-4F9D-A67A-CEE81133BE25}" type="presParOf" srcId="{8FEE11E0-216D-4C08-BC1A-C04C7B092D7E}" destId="{03748696-192C-4DB1-BA1B-61869ED8E774}" srcOrd="0" destOrd="0" presId="urn:microsoft.com/office/officeart/2005/8/layout/orgChart1"/>
    <dgm:cxn modelId="{73A53814-0A25-4F7A-99C9-43DC4E51021E}" type="presParOf" srcId="{8FEE11E0-216D-4C08-BC1A-C04C7B092D7E}" destId="{9A5397AF-8F7A-43FE-9C45-C84C14837680}" srcOrd="1" destOrd="0" presId="urn:microsoft.com/office/officeart/2005/8/layout/orgChart1"/>
    <dgm:cxn modelId="{F5A831A3-53F7-4B10-ABD4-51404B4136C2}" type="presParOf" srcId="{F09F6A3F-760C-44CA-A067-53DE60A9125B}" destId="{FBE7565F-49A6-428E-8EB9-DE1FF89E3F75}" srcOrd="1" destOrd="0" presId="urn:microsoft.com/office/officeart/2005/8/layout/orgChart1"/>
    <dgm:cxn modelId="{2D74E892-CD6D-4635-AAE0-697310F51A32}" type="presParOf" srcId="{F09F6A3F-760C-44CA-A067-53DE60A9125B}" destId="{F8E57D64-EA79-4E2B-ABCA-5DDD762CED5B}" srcOrd="2" destOrd="0" presId="urn:microsoft.com/office/officeart/2005/8/layout/orgChart1"/>
    <dgm:cxn modelId="{728E4CA5-48AA-4320-9ACC-2822FD57D620}" type="presParOf" srcId="{2F691528-F687-4C13-B9E4-FA29639008CF}" destId="{C4303221-6D13-4A4F-8597-DFF323E65B67}" srcOrd="2" destOrd="0" presId="urn:microsoft.com/office/officeart/2005/8/layout/orgChart1"/>
    <dgm:cxn modelId="{5D7C5EB9-E5BF-4F79-9D44-0EA42F30D9E1}" type="presParOf" srcId="{702F29B1-99E5-4896-B101-A66FF14B51F6}" destId="{33993C2A-B7AD-4F23-8883-A754BF95EABE}" srcOrd="6" destOrd="0" presId="urn:microsoft.com/office/officeart/2005/8/layout/orgChart1"/>
    <dgm:cxn modelId="{B214A4F8-103A-482B-8524-CCED292D7BE6}" type="presParOf" srcId="{702F29B1-99E5-4896-B101-A66FF14B51F6}" destId="{FF08BDA0-A682-4884-9E7F-74783F6F0578}" srcOrd="7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78813A14-47B9-48E8-8626-C1908E36165B}" type="presParOf" srcId="{E474A6EE-A417-44C1-A518-D891C508A90A}" destId="{2994FFDB-CB36-4419-8799-1117B4C45D05}" srcOrd="0" destOrd="0" presId="urn:microsoft.com/office/officeart/2005/8/layout/orgChart1"/>
    <dgm:cxn modelId="{89D6218A-5E6B-4CD5-8667-3AECBCD11D39}" type="presParOf" srcId="{E474A6EE-A417-44C1-A518-D891C508A90A}" destId="{FDE4C71E-E52D-48D4-A0F6-A8F5761CB703}" srcOrd="1" destOrd="0" presId="urn:microsoft.com/office/officeart/2005/8/layout/orgChart1"/>
    <dgm:cxn modelId="{1DE3EA9A-AA66-4216-822C-6B22F00602D7}" type="presParOf" srcId="{FDE4C71E-E52D-48D4-A0F6-A8F5761CB703}" destId="{698E33B2-07B0-490D-951B-873B503DE39F}" srcOrd="0" destOrd="0" presId="urn:microsoft.com/office/officeart/2005/8/layout/orgChart1"/>
    <dgm:cxn modelId="{FDC2D8A7-63A8-40CD-B9BC-84B72EF4CBC9}" type="presParOf" srcId="{698E33B2-07B0-490D-951B-873B503DE39F}" destId="{C27F17B6-C1E2-4B95-9EA1-506B466147E9}" srcOrd="0" destOrd="0" presId="urn:microsoft.com/office/officeart/2005/8/layout/orgChart1"/>
    <dgm:cxn modelId="{6BAF6E69-D170-44B5-AC1F-92014A46CB1D}" type="presParOf" srcId="{698E33B2-07B0-490D-951B-873B503DE39F}" destId="{33BE3C83-CD92-4B0A-A243-FC9569B3BD0D}" srcOrd="1" destOrd="0" presId="urn:microsoft.com/office/officeart/2005/8/layout/orgChart1"/>
    <dgm:cxn modelId="{75B9D078-5933-4541-8467-7E919ECEFA81}" type="presParOf" srcId="{FDE4C71E-E52D-48D4-A0F6-A8F5761CB703}" destId="{2933AAD2-6B5C-4F6E-B648-A72A2674125C}" srcOrd="1" destOrd="0" presId="urn:microsoft.com/office/officeart/2005/8/layout/orgChart1"/>
    <dgm:cxn modelId="{0112F58D-2699-4DD3-B6DC-339C615E4F31}" type="presParOf" srcId="{FDE4C71E-E52D-48D4-A0F6-A8F5761CB703}" destId="{8967A8EC-ECC1-41CF-A375-23D1653F6081}" srcOrd="2" destOrd="0" presId="urn:microsoft.com/office/officeart/2005/8/layout/orgChart1"/>
    <dgm:cxn modelId="{B4BF50AE-F0B3-4694-AF24-B9603ECB7160}" type="presParOf" srcId="{E474A6EE-A417-44C1-A518-D891C508A90A}" destId="{551F8C98-B2B2-4102-A99E-B5CF67691CF2}" srcOrd="2" destOrd="0" presId="urn:microsoft.com/office/officeart/2005/8/layout/orgChart1"/>
    <dgm:cxn modelId="{8BEB825C-3486-42E1-92B0-4622BD356A0A}" type="presParOf" srcId="{E474A6EE-A417-44C1-A518-D891C508A90A}" destId="{35ADD897-BD73-47FC-A3DA-70716B66EACD}" srcOrd="3" destOrd="0" presId="urn:microsoft.com/office/officeart/2005/8/layout/orgChart1"/>
    <dgm:cxn modelId="{BA35F7A3-7782-4872-BE48-3C07E4FF50EE}" type="presParOf" srcId="{35ADD897-BD73-47FC-A3DA-70716B66EACD}" destId="{4AE5E912-6CEE-4495-AF2B-1A1FE3834BAF}" srcOrd="0" destOrd="0" presId="urn:microsoft.com/office/officeart/2005/8/layout/orgChart1"/>
    <dgm:cxn modelId="{FED1523C-421D-4936-AF01-0C3A55F55729}" type="presParOf" srcId="{4AE5E912-6CEE-4495-AF2B-1A1FE3834BAF}" destId="{CBAD961B-C075-4AEC-97DB-0DBA4AE7CDC9}" srcOrd="0" destOrd="0" presId="urn:microsoft.com/office/officeart/2005/8/layout/orgChart1"/>
    <dgm:cxn modelId="{C186DFB9-71AC-43FB-9462-E9A00CB907F8}" type="presParOf" srcId="{4AE5E912-6CEE-4495-AF2B-1A1FE3834BAF}" destId="{819D84F0-AE3C-471B-8D6B-76A2940EA430}" srcOrd="1" destOrd="0" presId="urn:microsoft.com/office/officeart/2005/8/layout/orgChart1"/>
    <dgm:cxn modelId="{09091F60-C217-4C31-AD63-B8ED7093CF4D}" type="presParOf" srcId="{35ADD897-BD73-47FC-A3DA-70716B66EACD}" destId="{FB43D99D-7D7F-48CF-B0A3-A487725C34FE}" srcOrd="1" destOrd="0" presId="urn:microsoft.com/office/officeart/2005/8/layout/orgChart1"/>
    <dgm:cxn modelId="{686B8BA2-2C2B-42E6-B752-D9FD745D6C20}" type="presParOf" srcId="{35ADD897-BD73-47FC-A3DA-70716B66EACD}" destId="{A656D364-6F80-4884-9450-87B99582B822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79C889CF-5A8F-451E-8280-91A187B7FC9B}" type="presParOf" srcId="{702F29B1-99E5-4896-B101-A66FF14B51F6}" destId="{FD9A2F87-5594-4B1C-959F-6AF063EC5722}" srcOrd="8" destOrd="0" presId="urn:microsoft.com/office/officeart/2005/8/layout/orgChart1"/>
    <dgm:cxn modelId="{1576BFE1-5BA0-42F0-9F72-FD164C02F3AA}" type="presParOf" srcId="{702F29B1-99E5-4896-B101-A66FF14B51F6}" destId="{72FC4307-AF73-410D-9740-C0206929B210}" srcOrd="9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F78BA671-6E6B-46D2-952C-0CCA38781266}" type="presParOf" srcId="{14671578-2E54-4AEE-AAD1-B1C890C0F542}" destId="{9BE1465B-C014-46BE-AA8A-69E4F7987327}" srcOrd="2" destOrd="0" presId="urn:microsoft.com/office/officeart/2005/8/layout/orgChart1"/>
    <dgm:cxn modelId="{E3A9145D-005B-4D92-B9DD-85CBDED49DA5}" type="presParOf" srcId="{14671578-2E54-4AEE-AAD1-B1C890C0F542}" destId="{9559C66C-0EE9-400E-AE2A-3C29BEF6B278}" srcOrd="3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DC5E668D-ABC4-4249-A426-54433BECEE45}" type="presParOf" srcId="{14671578-2E54-4AEE-AAD1-B1C890C0F542}" destId="{360FE858-CD63-43A3-8366-3689ECAE4550}" srcOrd="4" destOrd="0" presId="urn:microsoft.com/office/officeart/2005/8/layout/orgChart1"/>
    <dgm:cxn modelId="{3FC7C053-091B-4CB6-92F6-0DFBB1F3C221}" type="presParOf" srcId="{14671578-2E54-4AEE-AAD1-B1C890C0F542}" destId="{92985471-E99E-4F30-9BBC-2916D3CCA196}" srcOrd="5" destOrd="0" presId="urn:microsoft.com/office/officeart/2005/8/layout/orgChart1"/>
    <dgm:cxn modelId="{D7D7F9B9-A84C-4051-82E2-3DC9EF26EC12}" type="presParOf" srcId="{92985471-E99E-4F30-9BBC-2916D3CCA196}" destId="{D9AA93B9-1336-43D8-9D2A-15637C7FC67B}" srcOrd="0" destOrd="0" presId="urn:microsoft.com/office/officeart/2005/8/layout/orgChart1"/>
    <dgm:cxn modelId="{608F1B78-35B2-4814-B23E-4CA9FBA1D41F}" type="presParOf" srcId="{D9AA93B9-1336-43D8-9D2A-15637C7FC67B}" destId="{B4126409-BAB4-4277-AC9E-045A64B639AC}" srcOrd="0" destOrd="0" presId="urn:microsoft.com/office/officeart/2005/8/layout/orgChart1"/>
    <dgm:cxn modelId="{85F35469-FDCF-4645-928C-F41ECD0D7BF4}" type="presParOf" srcId="{D9AA93B9-1336-43D8-9D2A-15637C7FC67B}" destId="{341C3A1A-C81A-48D9-A6AC-B72B7E841227}" srcOrd="1" destOrd="0" presId="urn:microsoft.com/office/officeart/2005/8/layout/orgChart1"/>
    <dgm:cxn modelId="{8329C003-6547-410B-A1E9-367327264F40}" type="presParOf" srcId="{92985471-E99E-4F30-9BBC-2916D3CCA196}" destId="{B8FCF441-22AD-4D39-A7D5-5EC6F0641109}" srcOrd="1" destOrd="0" presId="urn:microsoft.com/office/officeart/2005/8/layout/orgChart1"/>
    <dgm:cxn modelId="{5129C1D0-992D-43A8-A3F4-DD0CA4E92A37}" type="presParOf" srcId="{92985471-E99E-4F30-9BBC-2916D3CCA196}" destId="{00E01F16-3418-4A16-89B6-8E96103B6C93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5D185199-4449-4FC4-A417-ADDB32F0F1FA}" type="presParOf" srcId="{702F29B1-99E5-4896-B101-A66FF14B51F6}" destId="{203CECAF-4583-4381-A15F-0B63A7CD1DC8}" srcOrd="10" destOrd="0" presId="urn:microsoft.com/office/officeart/2005/8/layout/orgChart1"/>
    <dgm:cxn modelId="{93B7AB06-19F1-4685-82BF-A131907775F0}" type="presParOf" srcId="{702F29B1-99E5-4896-B101-A66FF14B51F6}" destId="{8AA23E7D-C409-4F33-A40C-76801715EDE1}" srcOrd="11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E4C03691-6BD3-45EA-A947-2C540E9AC4D9}" type="presParOf" srcId="{4A709BA3-FD33-4520-B014-71D7F5D35A41}" destId="{C0684F0C-8EC3-4A0A-9CBE-845D8DC75645}" srcOrd="2" destOrd="0" presId="urn:microsoft.com/office/officeart/2005/8/layout/orgChart1"/>
    <dgm:cxn modelId="{B86E2B4D-D865-42B5-AC8A-395320F7B203}" type="presParOf" srcId="{4A709BA3-FD33-4520-B014-71D7F5D35A41}" destId="{15CB99E6-896A-4C55-8403-599A038043E8}" srcOrd="3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8D67116B-3640-439A-B920-B667BF3F1497}" type="presParOf" srcId="{4A709BA3-FD33-4520-B014-71D7F5D35A41}" destId="{7E143813-DEAC-47A0-8273-767F07D7A437}" srcOrd="4" destOrd="0" presId="urn:microsoft.com/office/officeart/2005/8/layout/orgChart1"/>
    <dgm:cxn modelId="{8B0B05DC-BE86-4FCA-8CD9-6809B2D49D20}" type="presParOf" srcId="{4A709BA3-FD33-4520-B014-71D7F5D35A41}" destId="{44675F9C-1CFC-4C0B-B6E8-29C4250E7749}" srcOrd="5" destOrd="0" presId="urn:microsoft.com/office/officeart/2005/8/layout/orgChart1"/>
    <dgm:cxn modelId="{0615658D-B6F4-4C52-BD15-53BD1DD349BB}" type="presParOf" srcId="{44675F9C-1CFC-4C0B-B6E8-29C4250E7749}" destId="{A9D84652-4D5D-4CE8-B654-8157BFF70D33}" srcOrd="0" destOrd="0" presId="urn:microsoft.com/office/officeart/2005/8/layout/orgChart1"/>
    <dgm:cxn modelId="{F8DA4F78-1986-42C8-99C4-218196A0E3DF}" type="presParOf" srcId="{A9D84652-4D5D-4CE8-B654-8157BFF70D33}" destId="{01B49847-E5FF-4C0E-B02C-377744D870F5}" srcOrd="0" destOrd="0" presId="urn:microsoft.com/office/officeart/2005/8/layout/orgChart1"/>
    <dgm:cxn modelId="{AE8B42D6-C050-4BFA-8ACA-3045D3726152}" type="presParOf" srcId="{A9D84652-4D5D-4CE8-B654-8157BFF70D33}" destId="{14A11DF6-B239-425C-B2B2-E7C913D495F3}" srcOrd="1" destOrd="0" presId="urn:microsoft.com/office/officeart/2005/8/layout/orgChart1"/>
    <dgm:cxn modelId="{A011B175-B20B-47C6-91BC-513FA2A99C55}" type="presParOf" srcId="{44675F9C-1CFC-4C0B-B6E8-29C4250E7749}" destId="{05C3B139-1CC1-47F7-AF87-DFBDFBD3437B}" srcOrd="1" destOrd="0" presId="urn:microsoft.com/office/officeart/2005/8/layout/orgChart1"/>
    <dgm:cxn modelId="{07769F0E-C483-48BD-B19E-E980D3A7482A}" type="presParOf" srcId="{44675F9C-1CFC-4C0B-B6E8-29C4250E7749}" destId="{2047D28B-56F5-43B1-AE2D-2AC474DC0F42}" srcOrd="2" destOrd="0" presId="urn:microsoft.com/office/officeart/2005/8/layout/orgChart1"/>
    <dgm:cxn modelId="{C310F487-F466-4AD2-9468-3A952B94732B}" type="presParOf" srcId="{4A709BA3-FD33-4520-B014-71D7F5D35A41}" destId="{ABFCFD3F-452B-4CD2-BB67-D4BE8D30B116}" srcOrd="6" destOrd="0" presId="urn:microsoft.com/office/officeart/2005/8/layout/orgChart1"/>
    <dgm:cxn modelId="{07ACA8C8-EFF4-40C9-B293-9866F8CA6247}" type="presParOf" srcId="{4A709BA3-FD33-4520-B014-71D7F5D35A41}" destId="{6B0E6221-098D-4E20-8B94-41883CEA69A7}" srcOrd="7" destOrd="0" presId="urn:microsoft.com/office/officeart/2005/8/layout/orgChart1"/>
    <dgm:cxn modelId="{69BF0633-868A-49AF-AA7C-DED23CB41CAF}" type="presParOf" srcId="{6B0E6221-098D-4E20-8B94-41883CEA69A7}" destId="{15DC9596-6F03-47CE-965A-725AC848CA5F}" srcOrd="0" destOrd="0" presId="urn:microsoft.com/office/officeart/2005/8/layout/orgChart1"/>
    <dgm:cxn modelId="{8251C2D4-D1F0-4C42-903A-9EFD76693EEF}" type="presParOf" srcId="{15DC9596-6F03-47CE-965A-725AC848CA5F}" destId="{2FA9BEC6-65D9-4F36-8887-B337FB1C33E4}" srcOrd="0" destOrd="0" presId="urn:microsoft.com/office/officeart/2005/8/layout/orgChart1"/>
    <dgm:cxn modelId="{8FDA8BE7-1ABA-4B20-A45D-3AAC2F8C85AB}" type="presParOf" srcId="{15DC9596-6F03-47CE-965A-725AC848CA5F}" destId="{4C0D1948-50D5-4BFE-B5FD-F58B66791814}" srcOrd="1" destOrd="0" presId="urn:microsoft.com/office/officeart/2005/8/layout/orgChart1"/>
    <dgm:cxn modelId="{D8E7EDA7-629D-40A2-80D7-575F3178644B}" type="presParOf" srcId="{6B0E6221-098D-4E20-8B94-41883CEA69A7}" destId="{FDF234A3-915D-4C91-BF6F-A90EDB83FEDC}" srcOrd="1" destOrd="0" presId="urn:microsoft.com/office/officeart/2005/8/layout/orgChart1"/>
    <dgm:cxn modelId="{58670729-6002-49A5-A8B2-BE6B4A5B08B3}" type="presParOf" srcId="{6B0E6221-098D-4E20-8B94-41883CEA69A7}" destId="{AD968CF0-EB99-4D06-9F3E-01C096DC510A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12" destOrd="0" presId="urn:microsoft.com/office/officeart/2005/8/layout/orgChart1"/>
    <dgm:cxn modelId="{CEFAC0D3-EBEA-4792-B0A5-20C33C1BF7FE}" type="presParOf" srcId="{702F29B1-99E5-4896-B101-A66FF14B51F6}" destId="{5A9F857C-6022-4AF7-BE3C-4795AB9766EF}" srcOrd="13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OBRAS, ENGENHARIA E INFRAESTRUTURA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3A9BC52B-E42D-4E47-9B73-E9B7E19108F2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5AC1D850-6AE5-4AB4-956F-DCCF850FE0A3}" type="parTrans" cxnId="{8D468530-5DF2-4BF5-8B24-6AA4548C52B8}">
      <dgm:prSet/>
      <dgm:spPr/>
      <dgm:t>
        <a:bodyPr/>
        <a:lstStyle/>
        <a:p>
          <a:endParaRPr lang="pt-BR"/>
        </a:p>
      </dgm:t>
    </dgm:pt>
    <dgm:pt modelId="{780907FE-2876-4E95-AB0C-17F0421E1145}" type="sibTrans" cxnId="{8D468530-5DF2-4BF5-8B24-6AA4548C52B8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de Planejamento Urbano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24B5B830-1763-45BE-ACDB-5A4D9C7D822C}">
      <dgm:prSet/>
      <dgm:spPr/>
      <dgm:t>
        <a:bodyPr/>
        <a:lstStyle/>
        <a:p>
          <a:r>
            <a:rPr lang="pt-BR" dirty="0"/>
            <a:t>Setor de Apoio Administrativo</a:t>
          </a:r>
        </a:p>
      </dgm:t>
    </dgm:pt>
    <dgm:pt modelId="{A52551DD-A977-4846-8A83-ACD52443F362}" type="parTrans" cxnId="{85B3F6C8-E023-4261-BF1B-82301BA30D80}">
      <dgm:prSet/>
      <dgm:spPr/>
      <dgm:t>
        <a:bodyPr/>
        <a:lstStyle/>
        <a:p>
          <a:endParaRPr lang="pt-BR"/>
        </a:p>
      </dgm:t>
    </dgm:pt>
    <dgm:pt modelId="{C94559DD-062E-48DA-8F8F-09D1FD48BEE1}" type="sibTrans" cxnId="{85B3F6C8-E023-4261-BF1B-82301BA30D80}">
      <dgm:prSet/>
      <dgm:spPr/>
      <dgm:t>
        <a:bodyPr/>
        <a:lstStyle/>
        <a:p>
          <a:endParaRPr lang="pt-BR"/>
        </a:p>
      </dgm:t>
    </dgm:pt>
    <dgm:pt modelId="{FFF76743-057B-4AB6-9477-039899594119}">
      <dgm:prSet/>
      <dgm:spPr/>
      <dgm:t>
        <a:bodyPr/>
        <a:lstStyle/>
        <a:p>
          <a:r>
            <a:rPr lang="pt-BR" dirty="0"/>
            <a:t>Setor de Planejamento, Desenvolvimento Urbano e Gestão de Contrapartidas</a:t>
          </a:r>
        </a:p>
      </dgm:t>
    </dgm:pt>
    <dgm:pt modelId="{D5C9C9D1-604B-4925-B2FF-5E3EBBE1DAAF}" type="parTrans" cxnId="{053AA7D4-C355-49F7-9569-E1BD08599BEC}">
      <dgm:prSet/>
      <dgm:spPr/>
      <dgm:t>
        <a:bodyPr/>
        <a:lstStyle/>
        <a:p>
          <a:endParaRPr lang="pt-BR"/>
        </a:p>
      </dgm:t>
    </dgm:pt>
    <dgm:pt modelId="{16071E0F-6D79-4717-9813-8E87262120F5}" type="sibTrans" cxnId="{053AA7D4-C355-49F7-9569-E1BD08599BEC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F93FE123-64C2-48E7-BB7C-78C89C6C6BF9}">
      <dgm:prSet/>
      <dgm:spPr/>
      <dgm:t>
        <a:bodyPr/>
        <a:lstStyle/>
        <a:p>
          <a:r>
            <a:rPr lang="pt-BR" dirty="0"/>
            <a:t>Divisão de Manutenção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Projetos e Obras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Licenciamento e Regularização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B98BD5CF-836F-4EF1-BC31-4D5548C74E29}">
      <dgm:prSet/>
      <dgm:spPr/>
      <dgm:t>
        <a:bodyPr/>
        <a:lstStyle/>
        <a:p>
          <a:r>
            <a:rPr lang="pt-BR" dirty="0"/>
            <a:t>Setor de Manutenção de Vias Urbanas e Rurais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Projetos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Licenciamento de Obras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F554F3ED-509F-434E-9414-96A5C7204449}">
      <dgm:prSet/>
      <dgm:spPr/>
      <dgm:t>
        <a:bodyPr/>
        <a:lstStyle/>
        <a:p>
          <a:r>
            <a:rPr lang="pt-BR" dirty="0"/>
            <a:t>Setor de Manutenção de Edificações Públicas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F2128D90-3FD7-4EE4-9DB8-F82B99C2526B}">
      <dgm:prSet/>
      <dgm:spPr/>
      <dgm:t>
        <a:bodyPr/>
        <a:lstStyle/>
        <a:p>
          <a:r>
            <a:rPr lang="pt-BR" dirty="0"/>
            <a:t>Setor de Manutenção de Iluminação Pública</a:t>
          </a:r>
        </a:p>
      </dgm:t>
    </dgm:pt>
    <dgm:pt modelId="{680B14F0-DE78-46ED-BF22-281D426BAB77}" type="parTrans" cxnId="{761D1D81-C7E5-4293-9A96-0F12F6A946F5}">
      <dgm:prSet/>
      <dgm:spPr/>
      <dgm:t>
        <a:bodyPr/>
        <a:lstStyle/>
        <a:p>
          <a:endParaRPr lang="pt-BR"/>
        </a:p>
      </dgm:t>
    </dgm:pt>
    <dgm:pt modelId="{19F11BBE-D266-4EDE-A323-D00BF3FFA1F7}" type="sibTrans" cxnId="{761D1D81-C7E5-4293-9A96-0F12F6A946F5}">
      <dgm:prSet/>
      <dgm:spPr/>
      <dgm:t>
        <a:bodyPr/>
        <a:lstStyle/>
        <a:p>
          <a:endParaRPr lang="pt-BR"/>
        </a:p>
      </dgm:t>
    </dgm:pt>
    <dgm:pt modelId="{70466ED9-BB8A-4C0E-BB0E-63D84C59124C}">
      <dgm:prSet/>
      <dgm:spPr/>
      <dgm:t>
        <a:bodyPr/>
        <a:lstStyle/>
        <a:p>
          <a:r>
            <a:rPr lang="pt-BR" dirty="0"/>
            <a:t>Setor de Fiscalização de Obras Públicas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359658E8-5791-44AD-A30D-A2B7BBF11301}">
      <dgm:prSet/>
      <dgm:spPr/>
      <dgm:t>
        <a:bodyPr/>
        <a:lstStyle/>
        <a:p>
          <a:r>
            <a:rPr lang="pt-BR" dirty="0"/>
            <a:t>Setor de Gerenciamento de Contratos de Obras Públicas</a:t>
          </a:r>
        </a:p>
      </dgm:t>
    </dgm:pt>
    <dgm:pt modelId="{67516A8C-826C-4A0E-9138-315E28FD1D3D}" type="parTrans" cxnId="{5471FAEB-0D5F-4ED9-AEA4-25CCC758EB0C}">
      <dgm:prSet/>
      <dgm:spPr/>
      <dgm:t>
        <a:bodyPr/>
        <a:lstStyle/>
        <a:p>
          <a:endParaRPr lang="pt-BR"/>
        </a:p>
      </dgm:t>
    </dgm:pt>
    <dgm:pt modelId="{2A405053-B89B-4CC2-B2E0-D5E8A64A9D94}" type="sibTrans" cxnId="{5471FAEB-0D5F-4ED9-AEA4-25CCC758EB0C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Fiscalização e Regularização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2FA7C500-6510-41CB-B54B-2CFA98363C5F}">
      <dgm:prSet/>
      <dgm:spPr/>
      <dgm:t>
        <a:bodyPr/>
        <a:lstStyle/>
        <a:p>
          <a:r>
            <a:rPr lang="pt-BR" dirty="0"/>
            <a:t>Setor de Topografia e Georreferenciamento</a:t>
          </a:r>
        </a:p>
      </dgm:t>
    </dgm:pt>
    <dgm:pt modelId="{CFA003AC-D94A-4FB5-BA25-AE57013D4548}" type="parTrans" cxnId="{F0241072-1338-4D20-ABBF-1245160D1410}">
      <dgm:prSet/>
      <dgm:spPr/>
      <dgm:t>
        <a:bodyPr/>
        <a:lstStyle/>
        <a:p>
          <a:endParaRPr lang="pt-BR"/>
        </a:p>
      </dgm:t>
    </dgm:pt>
    <dgm:pt modelId="{7F3AB037-A5EB-41E7-809D-DA1A1B4FB2E8}" type="sibTrans" cxnId="{F0241072-1338-4D20-ABBF-1245160D1410}">
      <dgm:prSet/>
      <dgm:spPr/>
      <dgm:t>
        <a:bodyPr/>
        <a:lstStyle/>
        <a:p>
          <a:endParaRPr lang="pt-BR"/>
        </a:p>
      </dgm:t>
    </dgm:pt>
    <dgm:pt modelId="{E2AF08C4-E2A2-4857-990C-4DCD995870E1}">
      <dgm:prSet/>
      <dgm:spPr/>
      <dgm:t>
        <a:bodyPr/>
        <a:lstStyle/>
        <a:p>
          <a:r>
            <a:rPr lang="pt-BR" dirty="0"/>
            <a:t>Setor de Regularização Fundiária de Interesse Específico</a:t>
          </a:r>
        </a:p>
      </dgm:t>
    </dgm:pt>
    <dgm:pt modelId="{EB196C07-4C27-4D7E-A197-1314BBD1DDA5}" type="parTrans" cxnId="{95B79C49-FE7C-45BF-B719-8188A48B5289}">
      <dgm:prSet/>
      <dgm:spPr/>
      <dgm:t>
        <a:bodyPr/>
        <a:lstStyle/>
        <a:p>
          <a:endParaRPr lang="pt-BR"/>
        </a:p>
      </dgm:t>
    </dgm:pt>
    <dgm:pt modelId="{7C926C2C-83F9-4583-A21F-43DCAEC3E858}" type="sibTrans" cxnId="{95B79C49-FE7C-45BF-B719-8188A48B5289}">
      <dgm:prSet/>
      <dgm:spPr/>
      <dgm:t>
        <a:bodyPr/>
        <a:lstStyle/>
        <a:p>
          <a:endParaRPr lang="pt-BR"/>
        </a:p>
      </dgm:t>
    </dgm:pt>
    <dgm:pt modelId="{9BFF3418-BF53-46D2-A415-5DFEA96CEEE6}">
      <dgm:prSet/>
      <dgm:spPr/>
      <dgm:t>
        <a:bodyPr/>
        <a:lstStyle/>
        <a:p>
          <a:r>
            <a:rPr lang="pt-BR" dirty="0"/>
            <a:t>Setor de Gestão de Concessão dos Serviços de Água e Esgoto</a:t>
          </a:r>
        </a:p>
      </dgm:t>
    </dgm:pt>
    <dgm:pt modelId="{AC7C1260-43E6-4E83-B1D3-F4FE63DB127F}" type="parTrans" cxnId="{8CDE7292-A975-42F8-8194-DF3F882EE56E}">
      <dgm:prSet/>
      <dgm:spPr/>
      <dgm:t>
        <a:bodyPr/>
        <a:lstStyle/>
        <a:p>
          <a:endParaRPr lang="pt-BR"/>
        </a:p>
      </dgm:t>
    </dgm:pt>
    <dgm:pt modelId="{1386503E-2180-4297-81F0-CDFA359CCCEC}" type="sibTrans" cxnId="{8CDE7292-A975-42F8-8194-DF3F882EE56E}">
      <dgm:prSet/>
      <dgm:spPr/>
      <dgm:t>
        <a:bodyPr/>
        <a:lstStyle/>
        <a:p>
          <a:endParaRPr lang="pt-BR"/>
        </a:p>
      </dgm:t>
    </dgm:pt>
    <dgm:pt modelId="{788F6AED-67B0-4BF7-8491-BBCBB2C0FAD4}">
      <dgm:prSet/>
      <dgm:spPr/>
      <dgm:t>
        <a:bodyPr/>
        <a:lstStyle/>
        <a:p>
          <a:r>
            <a:rPr lang="pt-BR" dirty="0"/>
            <a:t>Setor de Drenagem Urbana</a:t>
          </a:r>
        </a:p>
      </dgm:t>
    </dgm:pt>
    <dgm:pt modelId="{6CF6C4ED-3A6E-4F23-99B7-04F26E80AC07}" type="parTrans" cxnId="{8B509222-F0BD-4F48-B8D8-B34A9C91A749}">
      <dgm:prSet/>
      <dgm:spPr/>
      <dgm:t>
        <a:bodyPr/>
        <a:lstStyle/>
        <a:p>
          <a:endParaRPr lang="pt-BR"/>
        </a:p>
      </dgm:t>
    </dgm:pt>
    <dgm:pt modelId="{C3B682B5-FCA4-4E6A-B410-B2C90F31A5C9}" type="sibTrans" cxnId="{8B509222-F0BD-4F48-B8D8-B34A9C91A749}">
      <dgm:prSet/>
      <dgm:spPr/>
      <dgm:t>
        <a:bodyPr/>
        <a:lstStyle/>
        <a:p>
          <a:endParaRPr lang="pt-BR"/>
        </a:p>
      </dgm:t>
    </dgm:pt>
    <dgm:pt modelId="{4C0D9C9E-281A-427D-B42E-1A2D64E897C3}">
      <dgm:prSet/>
      <dgm:spPr/>
      <dgm:t>
        <a:bodyPr/>
        <a:lstStyle/>
        <a:p>
          <a:r>
            <a:rPr lang="pt-BR" dirty="0"/>
            <a:t>Divisão de Convênios e Operações de Recursos Externos</a:t>
          </a:r>
        </a:p>
      </dgm:t>
    </dgm:pt>
    <dgm:pt modelId="{FB51165F-B24B-4189-93C2-8C8AE1DD61A9}" type="parTrans" cxnId="{0F72D173-F90A-4646-ACAC-BE44D5159EEB}">
      <dgm:prSet/>
      <dgm:spPr/>
      <dgm:t>
        <a:bodyPr/>
        <a:lstStyle/>
        <a:p>
          <a:endParaRPr lang="pt-BR"/>
        </a:p>
      </dgm:t>
    </dgm:pt>
    <dgm:pt modelId="{6BB18B22-6023-4608-8A34-4C9F09FAF890}" type="sibTrans" cxnId="{0F72D173-F90A-4646-ACAC-BE44D5159EEB}">
      <dgm:prSet/>
      <dgm:spPr/>
      <dgm:t>
        <a:bodyPr/>
        <a:lstStyle/>
        <a:p>
          <a:endParaRPr lang="pt-BR"/>
        </a:p>
      </dgm:t>
    </dgm:pt>
    <dgm:pt modelId="{33F13FF3-3CDC-4422-A9F5-0919E4E90342}">
      <dgm:prSet/>
      <dgm:spPr/>
      <dgm:t>
        <a:bodyPr/>
        <a:lstStyle/>
        <a:p>
          <a:r>
            <a:rPr lang="pt-BR" dirty="0"/>
            <a:t>Setor de Prestação de Contas e Monitoramento</a:t>
          </a:r>
        </a:p>
      </dgm:t>
    </dgm:pt>
    <dgm:pt modelId="{BBB0582D-A8EA-4F83-BCE8-46ECC8EDC6C3}" type="parTrans" cxnId="{C14E62D9-116C-4804-8B7E-BD4C2FA294F6}">
      <dgm:prSet/>
      <dgm:spPr/>
      <dgm:t>
        <a:bodyPr/>
        <a:lstStyle/>
        <a:p>
          <a:endParaRPr lang="pt-BR"/>
        </a:p>
      </dgm:t>
    </dgm:pt>
    <dgm:pt modelId="{4AA752DE-8D7E-48A5-B742-BD663FC96BF2}" type="sibTrans" cxnId="{C14E62D9-116C-4804-8B7E-BD4C2FA294F6}">
      <dgm:prSet/>
      <dgm:spPr/>
      <dgm:t>
        <a:bodyPr/>
        <a:lstStyle/>
        <a:p>
          <a:endParaRPr lang="pt-BR"/>
        </a:p>
      </dgm:t>
    </dgm:pt>
    <dgm:pt modelId="{22478502-E888-430A-877B-0BA2C7B9F5B7}">
      <dgm:prSet/>
      <dgm:spPr/>
      <dgm:t>
        <a:bodyPr/>
        <a:lstStyle/>
        <a:p>
          <a:r>
            <a:rPr lang="pt-BR"/>
            <a:t>Setor de Operacionalização de Convênios</a:t>
          </a:r>
          <a:endParaRPr lang="pt-BR" dirty="0"/>
        </a:p>
      </dgm:t>
    </dgm:pt>
    <dgm:pt modelId="{20247C9E-7077-495E-9551-5971D67281F8}" type="parTrans" cxnId="{6DFD9172-0744-4938-BCD7-7E0CA6CC5DE9}">
      <dgm:prSet/>
      <dgm:spPr/>
      <dgm:t>
        <a:bodyPr/>
        <a:lstStyle/>
        <a:p>
          <a:endParaRPr lang="pt-BR"/>
        </a:p>
      </dgm:t>
    </dgm:pt>
    <dgm:pt modelId="{F73E5C63-A6BF-4460-AF95-68F51E822AE2}" type="sibTrans" cxnId="{6DFD9172-0744-4938-BCD7-7E0CA6CC5DE9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B71F6333-D23C-4EC2-9267-E9A3826C993D}" type="pres">
      <dgm:prSet presAssocID="{5AC1D850-6AE5-4AB4-956F-DCCF850FE0A3}" presName="Name37" presStyleLbl="parChTrans1D2" presStyleIdx="0" presStyleCnt="8"/>
      <dgm:spPr/>
    </dgm:pt>
    <dgm:pt modelId="{51990EDA-0367-4D88-990E-8597E6563A36}" type="pres">
      <dgm:prSet presAssocID="{3A9BC52B-E42D-4E47-9B73-E9B7E19108F2}" presName="hierRoot2" presStyleCnt="0">
        <dgm:presLayoutVars>
          <dgm:hierBranch val="init"/>
        </dgm:presLayoutVars>
      </dgm:prSet>
      <dgm:spPr/>
    </dgm:pt>
    <dgm:pt modelId="{F20EFB1A-8D75-4485-904E-301C358609E8}" type="pres">
      <dgm:prSet presAssocID="{3A9BC52B-E42D-4E47-9B73-E9B7E19108F2}" presName="rootComposite" presStyleCnt="0"/>
      <dgm:spPr/>
    </dgm:pt>
    <dgm:pt modelId="{DF37597B-EA07-4D1A-B4DB-2C245CC0833D}" type="pres">
      <dgm:prSet presAssocID="{3A9BC52B-E42D-4E47-9B73-E9B7E19108F2}" presName="rootText" presStyleLbl="node2" presStyleIdx="0" presStyleCnt="6">
        <dgm:presLayoutVars>
          <dgm:chPref val="3"/>
        </dgm:presLayoutVars>
      </dgm:prSet>
      <dgm:spPr/>
    </dgm:pt>
    <dgm:pt modelId="{0984A286-C00C-4365-87A9-2C3E34C53F13}" type="pres">
      <dgm:prSet presAssocID="{3A9BC52B-E42D-4E47-9B73-E9B7E19108F2}" presName="rootConnector" presStyleLbl="node2" presStyleIdx="0" presStyleCnt="6"/>
      <dgm:spPr/>
    </dgm:pt>
    <dgm:pt modelId="{7B862720-FA0B-4893-9E2B-972DF9D5EA5B}" type="pres">
      <dgm:prSet presAssocID="{3A9BC52B-E42D-4E47-9B73-E9B7E19108F2}" presName="hierChild4" presStyleCnt="0"/>
      <dgm:spPr/>
    </dgm:pt>
    <dgm:pt modelId="{A61C1441-3CBA-4DD2-AC94-5F049B8FFE8F}" type="pres">
      <dgm:prSet presAssocID="{A52551DD-A977-4846-8A83-ACD52443F362}" presName="Name37" presStyleLbl="parChTrans1D3" presStyleIdx="0" presStyleCnt="16"/>
      <dgm:spPr/>
    </dgm:pt>
    <dgm:pt modelId="{AABD0E94-5355-430B-9E44-88CB181B09CA}" type="pres">
      <dgm:prSet presAssocID="{24B5B830-1763-45BE-ACDB-5A4D9C7D822C}" presName="hierRoot2" presStyleCnt="0">
        <dgm:presLayoutVars>
          <dgm:hierBranch val="init"/>
        </dgm:presLayoutVars>
      </dgm:prSet>
      <dgm:spPr/>
    </dgm:pt>
    <dgm:pt modelId="{705693CF-AC4C-44C8-BBB0-E3DA90B07AA2}" type="pres">
      <dgm:prSet presAssocID="{24B5B830-1763-45BE-ACDB-5A4D9C7D822C}" presName="rootComposite" presStyleCnt="0"/>
      <dgm:spPr/>
    </dgm:pt>
    <dgm:pt modelId="{316773ED-A518-4CAF-9276-BE0FE7439E79}" type="pres">
      <dgm:prSet presAssocID="{24B5B830-1763-45BE-ACDB-5A4D9C7D822C}" presName="rootText" presStyleLbl="node3" presStyleIdx="0" presStyleCnt="16" custLinFactNeighborY="-8844">
        <dgm:presLayoutVars>
          <dgm:chPref val="3"/>
        </dgm:presLayoutVars>
      </dgm:prSet>
      <dgm:spPr/>
    </dgm:pt>
    <dgm:pt modelId="{0515303C-5545-4183-A6FE-E055E6A62202}" type="pres">
      <dgm:prSet presAssocID="{24B5B830-1763-45BE-ACDB-5A4D9C7D822C}" presName="rootConnector" presStyleLbl="node3" presStyleIdx="0" presStyleCnt="16"/>
      <dgm:spPr/>
    </dgm:pt>
    <dgm:pt modelId="{B7FA7E07-DB58-427A-B76A-57FA228B584A}" type="pres">
      <dgm:prSet presAssocID="{24B5B830-1763-45BE-ACDB-5A4D9C7D822C}" presName="hierChild4" presStyleCnt="0"/>
      <dgm:spPr/>
    </dgm:pt>
    <dgm:pt modelId="{6202E12B-7311-4C33-B6B2-C456E09E59A5}" type="pres">
      <dgm:prSet presAssocID="{24B5B830-1763-45BE-ACDB-5A4D9C7D822C}" presName="hierChild5" presStyleCnt="0"/>
      <dgm:spPr/>
    </dgm:pt>
    <dgm:pt modelId="{F61E4AD8-9AE1-408A-9C3F-65D7D34D9E94}" type="pres">
      <dgm:prSet presAssocID="{AC7C1260-43E6-4E83-B1D3-F4FE63DB127F}" presName="Name37" presStyleLbl="parChTrans1D3" presStyleIdx="1" presStyleCnt="16"/>
      <dgm:spPr/>
    </dgm:pt>
    <dgm:pt modelId="{7C370393-9AB2-441D-80BF-A3517EA34B5A}" type="pres">
      <dgm:prSet presAssocID="{9BFF3418-BF53-46D2-A415-5DFEA96CEEE6}" presName="hierRoot2" presStyleCnt="0">
        <dgm:presLayoutVars>
          <dgm:hierBranch val="init"/>
        </dgm:presLayoutVars>
      </dgm:prSet>
      <dgm:spPr/>
    </dgm:pt>
    <dgm:pt modelId="{8CAF29FD-934C-43CC-832D-008C12FB5895}" type="pres">
      <dgm:prSet presAssocID="{9BFF3418-BF53-46D2-A415-5DFEA96CEEE6}" presName="rootComposite" presStyleCnt="0"/>
      <dgm:spPr/>
    </dgm:pt>
    <dgm:pt modelId="{6A8AC019-4EE8-4B98-A586-417BC96DF943}" type="pres">
      <dgm:prSet presAssocID="{9BFF3418-BF53-46D2-A415-5DFEA96CEEE6}" presName="rootText" presStyleLbl="node3" presStyleIdx="1" presStyleCnt="16" custLinFactNeighborY="-16214">
        <dgm:presLayoutVars>
          <dgm:chPref val="3"/>
        </dgm:presLayoutVars>
      </dgm:prSet>
      <dgm:spPr/>
    </dgm:pt>
    <dgm:pt modelId="{72955EB6-EF2B-4B29-BF3A-51490CBBCCBC}" type="pres">
      <dgm:prSet presAssocID="{9BFF3418-BF53-46D2-A415-5DFEA96CEEE6}" presName="rootConnector" presStyleLbl="node3" presStyleIdx="1" presStyleCnt="16"/>
      <dgm:spPr/>
    </dgm:pt>
    <dgm:pt modelId="{7ED7A030-6F9F-424C-99B6-635AD56CA491}" type="pres">
      <dgm:prSet presAssocID="{9BFF3418-BF53-46D2-A415-5DFEA96CEEE6}" presName="hierChild4" presStyleCnt="0"/>
      <dgm:spPr/>
    </dgm:pt>
    <dgm:pt modelId="{95959247-CD39-4A74-BBEA-1FA3D8C188B0}" type="pres">
      <dgm:prSet presAssocID="{9BFF3418-BF53-46D2-A415-5DFEA96CEEE6}" presName="hierChild5" presStyleCnt="0"/>
      <dgm:spPr/>
    </dgm:pt>
    <dgm:pt modelId="{8C3B0294-1E9F-4F32-94D2-1CDE8D64EF05}" type="pres">
      <dgm:prSet presAssocID="{3A9BC52B-E42D-4E47-9B73-E9B7E19108F2}" presName="hierChild5" presStyleCnt="0"/>
      <dgm:spPr/>
    </dgm:pt>
    <dgm:pt modelId="{33993C2A-B7AD-4F23-8883-A754BF95EABE}" type="pres">
      <dgm:prSet presAssocID="{45DDB93D-9EFB-4128-A28A-2E2244F4E1C0}" presName="Name37" presStyleLbl="parChTrans1D2" presStyleIdx="1" presStyleCnt="8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1" presStyleCnt="6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1" presStyleCnt="6"/>
      <dgm:spPr/>
    </dgm:pt>
    <dgm:pt modelId="{E474A6EE-A417-44C1-A518-D891C508A90A}" type="pres">
      <dgm:prSet presAssocID="{1A95DD40-0793-4AFF-A9DD-159E3D55C96B}" presName="hierChild4" presStyleCnt="0"/>
      <dgm:spPr/>
    </dgm:pt>
    <dgm:pt modelId="{2994FFDB-CB36-4419-8799-1117B4C45D05}" type="pres">
      <dgm:prSet presAssocID="{D5C9C9D1-604B-4925-B2FF-5E3EBBE1DAAF}" presName="Name37" presStyleLbl="parChTrans1D3" presStyleIdx="2" presStyleCnt="16"/>
      <dgm:spPr/>
    </dgm:pt>
    <dgm:pt modelId="{FDE4C71E-E52D-48D4-A0F6-A8F5761CB703}" type="pres">
      <dgm:prSet presAssocID="{FFF76743-057B-4AB6-9477-039899594119}" presName="hierRoot2" presStyleCnt="0">
        <dgm:presLayoutVars>
          <dgm:hierBranch val="init"/>
        </dgm:presLayoutVars>
      </dgm:prSet>
      <dgm:spPr/>
    </dgm:pt>
    <dgm:pt modelId="{698E33B2-07B0-490D-951B-873B503DE39F}" type="pres">
      <dgm:prSet presAssocID="{FFF76743-057B-4AB6-9477-039899594119}" presName="rootComposite" presStyleCnt="0"/>
      <dgm:spPr/>
    </dgm:pt>
    <dgm:pt modelId="{C27F17B6-C1E2-4B95-9EA1-506B466147E9}" type="pres">
      <dgm:prSet presAssocID="{FFF76743-057B-4AB6-9477-039899594119}" presName="rootText" presStyleLbl="node3" presStyleIdx="2" presStyleCnt="16" custLinFactNeighborY="-8844">
        <dgm:presLayoutVars>
          <dgm:chPref val="3"/>
        </dgm:presLayoutVars>
      </dgm:prSet>
      <dgm:spPr/>
    </dgm:pt>
    <dgm:pt modelId="{33BE3C83-CD92-4B0A-A243-FC9569B3BD0D}" type="pres">
      <dgm:prSet presAssocID="{FFF76743-057B-4AB6-9477-039899594119}" presName="rootConnector" presStyleLbl="node3" presStyleIdx="2" presStyleCnt="16"/>
      <dgm:spPr/>
    </dgm:pt>
    <dgm:pt modelId="{2933AAD2-6B5C-4F6E-B648-A72A2674125C}" type="pres">
      <dgm:prSet presAssocID="{FFF76743-057B-4AB6-9477-039899594119}" presName="hierChild4" presStyleCnt="0"/>
      <dgm:spPr/>
    </dgm:pt>
    <dgm:pt modelId="{8967A8EC-ECC1-41CF-A375-23D1653F6081}" type="pres">
      <dgm:prSet presAssocID="{FFF76743-057B-4AB6-9477-039899594119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2" presStyleCnt="8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2" presStyleCnt="6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2" presStyleCnt="6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3" presStyleCnt="16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3" presStyleCnt="16" custLinFactNeighborY="-8844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3" presStyleCnt="16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4" presStyleCnt="16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4" presStyleCnt="16" custLinFactNeighborY="-16214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4" presStyleCnt="16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60FE858-CD63-43A3-8366-3689ECAE4550}" type="pres">
      <dgm:prSet presAssocID="{680B14F0-DE78-46ED-BF22-281D426BAB77}" presName="Name37" presStyleLbl="parChTrans1D3" presStyleIdx="5" presStyleCnt="16"/>
      <dgm:spPr/>
    </dgm:pt>
    <dgm:pt modelId="{92985471-E99E-4F30-9BBC-2916D3CCA196}" type="pres">
      <dgm:prSet presAssocID="{F2128D90-3FD7-4EE4-9DB8-F82B99C2526B}" presName="hierRoot2" presStyleCnt="0">
        <dgm:presLayoutVars>
          <dgm:hierBranch val="init"/>
        </dgm:presLayoutVars>
      </dgm:prSet>
      <dgm:spPr/>
    </dgm:pt>
    <dgm:pt modelId="{D9AA93B9-1336-43D8-9D2A-15637C7FC67B}" type="pres">
      <dgm:prSet presAssocID="{F2128D90-3FD7-4EE4-9DB8-F82B99C2526B}" presName="rootComposite" presStyleCnt="0"/>
      <dgm:spPr/>
    </dgm:pt>
    <dgm:pt modelId="{B4126409-BAB4-4277-AC9E-045A64B639AC}" type="pres">
      <dgm:prSet presAssocID="{F2128D90-3FD7-4EE4-9DB8-F82B99C2526B}" presName="rootText" presStyleLbl="node3" presStyleIdx="5" presStyleCnt="16" custLinFactNeighborY="-22109">
        <dgm:presLayoutVars>
          <dgm:chPref val="3"/>
        </dgm:presLayoutVars>
      </dgm:prSet>
      <dgm:spPr/>
    </dgm:pt>
    <dgm:pt modelId="{341C3A1A-C81A-48D9-A6AC-B72B7E841227}" type="pres">
      <dgm:prSet presAssocID="{F2128D90-3FD7-4EE4-9DB8-F82B99C2526B}" presName="rootConnector" presStyleLbl="node3" presStyleIdx="5" presStyleCnt="16"/>
      <dgm:spPr/>
    </dgm:pt>
    <dgm:pt modelId="{B8FCF441-22AD-4D39-A7D5-5EC6F0641109}" type="pres">
      <dgm:prSet presAssocID="{F2128D90-3FD7-4EE4-9DB8-F82B99C2526B}" presName="hierChild4" presStyleCnt="0"/>
      <dgm:spPr/>
    </dgm:pt>
    <dgm:pt modelId="{00E01F16-3418-4A16-89B6-8E96103B6C93}" type="pres">
      <dgm:prSet presAssocID="{F2128D90-3FD7-4EE4-9DB8-F82B99C2526B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3" presStyleCnt="8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3" presStyleCnt="6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3" presStyleCnt="6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6" presStyleCnt="16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6" presStyleCnt="16" custLinFactNeighborY="-8844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6" presStyleCnt="16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7" presStyleCnt="16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7" presStyleCnt="16" custLinFactNeighborY="-16214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7" presStyleCnt="16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7E143813-DEAC-47A0-8273-767F07D7A437}" type="pres">
      <dgm:prSet presAssocID="{67516A8C-826C-4A0E-9138-315E28FD1D3D}" presName="Name37" presStyleLbl="parChTrans1D3" presStyleIdx="8" presStyleCnt="16"/>
      <dgm:spPr/>
    </dgm:pt>
    <dgm:pt modelId="{44675F9C-1CFC-4C0B-B6E8-29C4250E7749}" type="pres">
      <dgm:prSet presAssocID="{359658E8-5791-44AD-A30D-A2B7BBF11301}" presName="hierRoot2" presStyleCnt="0">
        <dgm:presLayoutVars>
          <dgm:hierBranch val="init"/>
        </dgm:presLayoutVars>
      </dgm:prSet>
      <dgm:spPr/>
    </dgm:pt>
    <dgm:pt modelId="{A9D84652-4D5D-4CE8-B654-8157BFF70D33}" type="pres">
      <dgm:prSet presAssocID="{359658E8-5791-44AD-A30D-A2B7BBF11301}" presName="rootComposite" presStyleCnt="0"/>
      <dgm:spPr/>
    </dgm:pt>
    <dgm:pt modelId="{01B49847-E5FF-4C0E-B02C-377744D870F5}" type="pres">
      <dgm:prSet presAssocID="{359658E8-5791-44AD-A30D-A2B7BBF11301}" presName="rootText" presStyleLbl="node3" presStyleIdx="8" presStyleCnt="16" custLinFactNeighborY="-22109">
        <dgm:presLayoutVars>
          <dgm:chPref val="3"/>
        </dgm:presLayoutVars>
      </dgm:prSet>
      <dgm:spPr/>
    </dgm:pt>
    <dgm:pt modelId="{14A11DF6-B239-425C-B2B2-E7C913D495F3}" type="pres">
      <dgm:prSet presAssocID="{359658E8-5791-44AD-A30D-A2B7BBF11301}" presName="rootConnector" presStyleLbl="node3" presStyleIdx="8" presStyleCnt="16"/>
      <dgm:spPr/>
    </dgm:pt>
    <dgm:pt modelId="{05C3B139-1CC1-47F7-AF87-DFBDFBD3437B}" type="pres">
      <dgm:prSet presAssocID="{359658E8-5791-44AD-A30D-A2B7BBF11301}" presName="hierChild4" presStyleCnt="0"/>
      <dgm:spPr/>
    </dgm:pt>
    <dgm:pt modelId="{2047D28B-56F5-43B1-AE2D-2AC474DC0F42}" type="pres">
      <dgm:prSet presAssocID="{359658E8-5791-44AD-A30D-A2B7BBF11301}" presName="hierChild5" presStyleCnt="0"/>
      <dgm:spPr/>
    </dgm:pt>
    <dgm:pt modelId="{593D4A15-FAF3-45B2-862A-2FE5909C7721}" type="pres">
      <dgm:prSet presAssocID="{6CF6C4ED-3A6E-4F23-99B7-04F26E80AC07}" presName="Name37" presStyleLbl="parChTrans1D3" presStyleIdx="9" presStyleCnt="16"/>
      <dgm:spPr/>
    </dgm:pt>
    <dgm:pt modelId="{4AE67ECF-5316-4C55-97B9-5C3D222B1195}" type="pres">
      <dgm:prSet presAssocID="{788F6AED-67B0-4BF7-8491-BBCBB2C0FAD4}" presName="hierRoot2" presStyleCnt="0">
        <dgm:presLayoutVars>
          <dgm:hierBranch val="init"/>
        </dgm:presLayoutVars>
      </dgm:prSet>
      <dgm:spPr/>
    </dgm:pt>
    <dgm:pt modelId="{FF9F1988-0CA7-4A3B-91F5-8A3A0B47DA01}" type="pres">
      <dgm:prSet presAssocID="{788F6AED-67B0-4BF7-8491-BBCBB2C0FAD4}" presName="rootComposite" presStyleCnt="0"/>
      <dgm:spPr/>
    </dgm:pt>
    <dgm:pt modelId="{FA234D32-78B4-451A-8002-6C7CDAABCF5D}" type="pres">
      <dgm:prSet presAssocID="{788F6AED-67B0-4BF7-8491-BBCBB2C0FAD4}" presName="rootText" presStyleLbl="node3" presStyleIdx="9" presStyleCnt="16" custLinFactNeighborY="-28005">
        <dgm:presLayoutVars>
          <dgm:chPref val="3"/>
        </dgm:presLayoutVars>
      </dgm:prSet>
      <dgm:spPr/>
    </dgm:pt>
    <dgm:pt modelId="{97224B62-2710-4B88-A14D-FAB2A486DA4E}" type="pres">
      <dgm:prSet presAssocID="{788F6AED-67B0-4BF7-8491-BBCBB2C0FAD4}" presName="rootConnector" presStyleLbl="node3" presStyleIdx="9" presStyleCnt="16"/>
      <dgm:spPr/>
    </dgm:pt>
    <dgm:pt modelId="{84AAA0C8-AAA3-4081-A90D-DD7F4CA00C38}" type="pres">
      <dgm:prSet presAssocID="{788F6AED-67B0-4BF7-8491-BBCBB2C0FAD4}" presName="hierChild4" presStyleCnt="0"/>
      <dgm:spPr/>
    </dgm:pt>
    <dgm:pt modelId="{D44C0F32-39A7-4624-9D11-56A24BFA8414}" type="pres">
      <dgm:prSet presAssocID="{788F6AED-67B0-4BF7-8491-BBCBB2C0FAD4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4" presStyleCnt="8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4" presStyleCnt="6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4" presStyleCnt="6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10" presStyleCnt="16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10" presStyleCnt="16" custLinFactNeighborY="-8844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10" presStyleCnt="16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11" presStyleCnt="16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11" presStyleCnt="16" custLinFactNeighborY="-16214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11" presStyleCnt="16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F6D288D7-F623-40B8-86F2-5691B3A77B53}" type="pres">
      <dgm:prSet presAssocID="{CFA003AC-D94A-4FB5-BA25-AE57013D4548}" presName="Name37" presStyleLbl="parChTrans1D3" presStyleIdx="12" presStyleCnt="16"/>
      <dgm:spPr/>
    </dgm:pt>
    <dgm:pt modelId="{034EF4D6-D246-4338-8B7D-60DA41BBAB18}" type="pres">
      <dgm:prSet presAssocID="{2FA7C500-6510-41CB-B54B-2CFA98363C5F}" presName="hierRoot2" presStyleCnt="0">
        <dgm:presLayoutVars>
          <dgm:hierBranch val="init"/>
        </dgm:presLayoutVars>
      </dgm:prSet>
      <dgm:spPr/>
    </dgm:pt>
    <dgm:pt modelId="{9FD5B89C-48FE-4A74-8809-2139B87863B4}" type="pres">
      <dgm:prSet presAssocID="{2FA7C500-6510-41CB-B54B-2CFA98363C5F}" presName="rootComposite" presStyleCnt="0"/>
      <dgm:spPr/>
    </dgm:pt>
    <dgm:pt modelId="{5A3AF29F-DB0D-4A51-AA1F-0906720DFCCD}" type="pres">
      <dgm:prSet presAssocID="{2FA7C500-6510-41CB-B54B-2CFA98363C5F}" presName="rootText" presStyleLbl="node3" presStyleIdx="12" presStyleCnt="16" custLinFactNeighborY="-22109">
        <dgm:presLayoutVars>
          <dgm:chPref val="3"/>
        </dgm:presLayoutVars>
      </dgm:prSet>
      <dgm:spPr/>
    </dgm:pt>
    <dgm:pt modelId="{572BA4B6-E515-433F-B7F7-50C68776F99C}" type="pres">
      <dgm:prSet presAssocID="{2FA7C500-6510-41CB-B54B-2CFA98363C5F}" presName="rootConnector" presStyleLbl="node3" presStyleIdx="12" presStyleCnt="16"/>
      <dgm:spPr/>
    </dgm:pt>
    <dgm:pt modelId="{8194E55C-954C-40D0-B031-15F3154566E1}" type="pres">
      <dgm:prSet presAssocID="{2FA7C500-6510-41CB-B54B-2CFA98363C5F}" presName="hierChild4" presStyleCnt="0"/>
      <dgm:spPr/>
    </dgm:pt>
    <dgm:pt modelId="{B562DA22-384C-4DDD-BC4D-C69E917C3CE9}" type="pres">
      <dgm:prSet presAssocID="{2FA7C500-6510-41CB-B54B-2CFA98363C5F}" presName="hierChild5" presStyleCnt="0"/>
      <dgm:spPr/>
    </dgm:pt>
    <dgm:pt modelId="{B94C92FA-8750-4B0B-A887-09009CFB9B98}" type="pres">
      <dgm:prSet presAssocID="{EB196C07-4C27-4D7E-A197-1314BBD1DDA5}" presName="Name37" presStyleLbl="parChTrans1D3" presStyleIdx="13" presStyleCnt="16"/>
      <dgm:spPr/>
    </dgm:pt>
    <dgm:pt modelId="{410A2D5B-46A5-45B0-BC2B-FB781DA56490}" type="pres">
      <dgm:prSet presAssocID="{E2AF08C4-E2A2-4857-990C-4DCD995870E1}" presName="hierRoot2" presStyleCnt="0">
        <dgm:presLayoutVars>
          <dgm:hierBranch val="init"/>
        </dgm:presLayoutVars>
      </dgm:prSet>
      <dgm:spPr/>
    </dgm:pt>
    <dgm:pt modelId="{B8384074-002C-48EA-BA25-94A1F6164B26}" type="pres">
      <dgm:prSet presAssocID="{E2AF08C4-E2A2-4857-990C-4DCD995870E1}" presName="rootComposite" presStyleCnt="0"/>
      <dgm:spPr/>
    </dgm:pt>
    <dgm:pt modelId="{E3B7A292-D246-431F-A06C-74CCAB318BD8}" type="pres">
      <dgm:prSet presAssocID="{E2AF08C4-E2A2-4857-990C-4DCD995870E1}" presName="rootText" presStyleLbl="node3" presStyleIdx="13" presStyleCnt="16" custLinFactNeighborY="-28005">
        <dgm:presLayoutVars>
          <dgm:chPref val="3"/>
        </dgm:presLayoutVars>
      </dgm:prSet>
      <dgm:spPr/>
    </dgm:pt>
    <dgm:pt modelId="{DDC72F8E-150F-435B-9A4F-1F8957928E7A}" type="pres">
      <dgm:prSet presAssocID="{E2AF08C4-E2A2-4857-990C-4DCD995870E1}" presName="rootConnector" presStyleLbl="node3" presStyleIdx="13" presStyleCnt="16"/>
      <dgm:spPr/>
    </dgm:pt>
    <dgm:pt modelId="{76E016ED-6B30-4820-90C9-7465EC981D51}" type="pres">
      <dgm:prSet presAssocID="{E2AF08C4-E2A2-4857-990C-4DCD995870E1}" presName="hierChild4" presStyleCnt="0"/>
      <dgm:spPr/>
    </dgm:pt>
    <dgm:pt modelId="{C5D83A3D-2553-42E4-B090-644DB18CF6FB}" type="pres">
      <dgm:prSet presAssocID="{E2AF08C4-E2A2-4857-990C-4DCD995870E1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1218D60A-B1B0-4CF6-947C-5148BE7A98E3}" type="pres">
      <dgm:prSet presAssocID="{FB51165F-B24B-4189-93C2-8C8AE1DD61A9}" presName="Name37" presStyleLbl="parChTrans1D2" presStyleIdx="5" presStyleCnt="8"/>
      <dgm:spPr/>
    </dgm:pt>
    <dgm:pt modelId="{16CA2011-3B7A-4270-8C6A-A82686E148E6}" type="pres">
      <dgm:prSet presAssocID="{4C0D9C9E-281A-427D-B42E-1A2D64E897C3}" presName="hierRoot2" presStyleCnt="0">
        <dgm:presLayoutVars>
          <dgm:hierBranch val="init"/>
        </dgm:presLayoutVars>
      </dgm:prSet>
      <dgm:spPr/>
    </dgm:pt>
    <dgm:pt modelId="{3D1412A4-4FC4-47E2-A510-FA1ABF5BE00B}" type="pres">
      <dgm:prSet presAssocID="{4C0D9C9E-281A-427D-B42E-1A2D64E897C3}" presName="rootComposite" presStyleCnt="0"/>
      <dgm:spPr/>
    </dgm:pt>
    <dgm:pt modelId="{F53C521C-7329-462F-BA4B-F05FFAFC9CD2}" type="pres">
      <dgm:prSet presAssocID="{4C0D9C9E-281A-427D-B42E-1A2D64E897C3}" presName="rootText" presStyleLbl="node2" presStyleIdx="5" presStyleCnt="6">
        <dgm:presLayoutVars>
          <dgm:chPref val="3"/>
        </dgm:presLayoutVars>
      </dgm:prSet>
      <dgm:spPr/>
    </dgm:pt>
    <dgm:pt modelId="{13CFB5A3-B768-499B-8243-602CB3AFEB7B}" type="pres">
      <dgm:prSet presAssocID="{4C0D9C9E-281A-427D-B42E-1A2D64E897C3}" presName="rootConnector" presStyleLbl="node2" presStyleIdx="5" presStyleCnt="6"/>
      <dgm:spPr/>
    </dgm:pt>
    <dgm:pt modelId="{58058C24-2194-4B15-9540-370E68AC1972}" type="pres">
      <dgm:prSet presAssocID="{4C0D9C9E-281A-427D-B42E-1A2D64E897C3}" presName="hierChild4" presStyleCnt="0"/>
      <dgm:spPr/>
    </dgm:pt>
    <dgm:pt modelId="{B1684D49-319A-419B-B953-5F26A5FAEBDB}" type="pres">
      <dgm:prSet presAssocID="{20247C9E-7077-495E-9551-5971D67281F8}" presName="Name37" presStyleLbl="parChTrans1D3" presStyleIdx="14" presStyleCnt="16"/>
      <dgm:spPr/>
    </dgm:pt>
    <dgm:pt modelId="{9404ADBD-A7EB-4D0C-9699-B90904DEEFBA}" type="pres">
      <dgm:prSet presAssocID="{22478502-E888-430A-877B-0BA2C7B9F5B7}" presName="hierRoot2" presStyleCnt="0">
        <dgm:presLayoutVars>
          <dgm:hierBranch val="init"/>
        </dgm:presLayoutVars>
      </dgm:prSet>
      <dgm:spPr/>
    </dgm:pt>
    <dgm:pt modelId="{1C5D0502-64A3-4867-8AAA-478A98620FDE}" type="pres">
      <dgm:prSet presAssocID="{22478502-E888-430A-877B-0BA2C7B9F5B7}" presName="rootComposite" presStyleCnt="0"/>
      <dgm:spPr/>
    </dgm:pt>
    <dgm:pt modelId="{10768755-1FC6-4848-BC4F-7827B7954355}" type="pres">
      <dgm:prSet presAssocID="{22478502-E888-430A-877B-0BA2C7B9F5B7}" presName="rootText" presStyleLbl="node3" presStyleIdx="14" presStyleCnt="16">
        <dgm:presLayoutVars>
          <dgm:chPref val="3"/>
        </dgm:presLayoutVars>
      </dgm:prSet>
      <dgm:spPr/>
    </dgm:pt>
    <dgm:pt modelId="{6972CD36-D820-4BB8-AFB4-04629D66A887}" type="pres">
      <dgm:prSet presAssocID="{22478502-E888-430A-877B-0BA2C7B9F5B7}" presName="rootConnector" presStyleLbl="node3" presStyleIdx="14" presStyleCnt="16"/>
      <dgm:spPr/>
    </dgm:pt>
    <dgm:pt modelId="{65E1BD1B-18C2-4298-B719-EEDCAF310504}" type="pres">
      <dgm:prSet presAssocID="{22478502-E888-430A-877B-0BA2C7B9F5B7}" presName="hierChild4" presStyleCnt="0"/>
      <dgm:spPr/>
    </dgm:pt>
    <dgm:pt modelId="{760151DB-AAC3-437C-8D01-E74ECA72D8DB}" type="pres">
      <dgm:prSet presAssocID="{22478502-E888-430A-877B-0BA2C7B9F5B7}" presName="hierChild5" presStyleCnt="0"/>
      <dgm:spPr/>
    </dgm:pt>
    <dgm:pt modelId="{8BFA2BD5-AE73-4D91-B1FB-478019419F28}" type="pres">
      <dgm:prSet presAssocID="{BBB0582D-A8EA-4F83-BCE8-46ECC8EDC6C3}" presName="Name37" presStyleLbl="parChTrans1D3" presStyleIdx="15" presStyleCnt="16"/>
      <dgm:spPr/>
    </dgm:pt>
    <dgm:pt modelId="{AE0198F9-5136-4A8E-8DA5-AFCF762FCFA8}" type="pres">
      <dgm:prSet presAssocID="{33F13FF3-3CDC-4422-A9F5-0919E4E90342}" presName="hierRoot2" presStyleCnt="0">
        <dgm:presLayoutVars>
          <dgm:hierBranch val="init"/>
        </dgm:presLayoutVars>
      </dgm:prSet>
      <dgm:spPr/>
    </dgm:pt>
    <dgm:pt modelId="{4F2152A9-C5CD-4A99-81A6-174AA07CE297}" type="pres">
      <dgm:prSet presAssocID="{33F13FF3-3CDC-4422-A9F5-0919E4E90342}" presName="rootComposite" presStyleCnt="0"/>
      <dgm:spPr/>
    </dgm:pt>
    <dgm:pt modelId="{CD8B521F-53FA-4121-82F9-1927FA248C11}" type="pres">
      <dgm:prSet presAssocID="{33F13FF3-3CDC-4422-A9F5-0919E4E90342}" presName="rootText" presStyleLbl="node3" presStyleIdx="15" presStyleCnt="16">
        <dgm:presLayoutVars>
          <dgm:chPref val="3"/>
        </dgm:presLayoutVars>
      </dgm:prSet>
      <dgm:spPr/>
    </dgm:pt>
    <dgm:pt modelId="{3DEAECD6-A1A7-46AE-885B-03F324AE6C7F}" type="pres">
      <dgm:prSet presAssocID="{33F13FF3-3CDC-4422-A9F5-0919E4E90342}" presName="rootConnector" presStyleLbl="node3" presStyleIdx="15" presStyleCnt="16"/>
      <dgm:spPr/>
    </dgm:pt>
    <dgm:pt modelId="{270424DB-42EA-45B2-B06F-700DD8C2B822}" type="pres">
      <dgm:prSet presAssocID="{33F13FF3-3CDC-4422-A9F5-0919E4E90342}" presName="hierChild4" presStyleCnt="0"/>
      <dgm:spPr/>
    </dgm:pt>
    <dgm:pt modelId="{89261170-CE59-46E0-B31F-B8FF9C64A898}" type="pres">
      <dgm:prSet presAssocID="{33F13FF3-3CDC-4422-A9F5-0919E4E90342}" presName="hierChild5" presStyleCnt="0"/>
      <dgm:spPr/>
    </dgm:pt>
    <dgm:pt modelId="{201166AB-E7AF-4646-9FBA-84620E54DE9C}" type="pres">
      <dgm:prSet presAssocID="{4C0D9C9E-281A-427D-B42E-1A2D64E897C3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6" presStyleCnt="8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31716" custLinFactNeighborY="-5656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7" presStyleCnt="8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28183" custLinFactNeighborY="-5656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E83E8303-9818-4F74-9A81-9BD780F0F5C5}" type="presOf" srcId="{4C0D9C9E-281A-427D-B42E-1A2D64E897C3}" destId="{13CFB5A3-B768-499B-8243-602CB3AFEB7B}" srcOrd="1" destOrd="0" presId="urn:microsoft.com/office/officeart/2005/8/layout/orgChart1"/>
    <dgm:cxn modelId="{25C5CE03-FD5F-4F9D-9742-92568C7ACC0C}" type="presOf" srcId="{EB196C07-4C27-4D7E-A197-1314BBD1DDA5}" destId="{B94C92FA-8750-4B0B-A887-09009CFB9B98}" srcOrd="0" destOrd="0" presId="urn:microsoft.com/office/officeart/2005/8/layout/orgChart1"/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E787380E-76B8-4D0B-9C5E-0456CE34AF15}" type="presOf" srcId="{788F6AED-67B0-4BF7-8491-BBCBB2C0FAD4}" destId="{97224B62-2710-4B88-A14D-FAB2A486DA4E}" srcOrd="1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8C43D715-276A-4B49-BF7F-1D83B2ED2583}" type="presOf" srcId="{20247C9E-7077-495E-9551-5971D67281F8}" destId="{B1684D49-319A-419B-B953-5F26A5FAEBDB}" srcOrd="0" destOrd="0" presId="urn:microsoft.com/office/officeart/2005/8/layout/orgChart1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B491951F-8176-4580-A2B8-D2B173017679}" type="presOf" srcId="{9BFF3418-BF53-46D2-A415-5DFEA96CEEE6}" destId="{6A8AC019-4EE8-4B98-A586-417BC96DF943}" srcOrd="0" destOrd="0" presId="urn:microsoft.com/office/officeart/2005/8/layout/orgChart1"/>
    <dgm:cxn modelId="{8B509222-F0BD-4F48-B8D8-B34A9C91A749}" srcId="{140C7BE8-953D-46B7-BBBC-CEFCFC1C4A44}" destId="{788F6AED-67B0-4BF7-8491-BBCBB2C0FAD4}" srcOrd="3" destOrd="0" parTransId="{6CF6C4ED-3A6E-4F23-99B7-04F26E80AC07}" sibTransId="{C3B682B5-FCA4-4E6A-B410-B2C90F31A5C9}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F6CD4528-EEA5-4F95-9E4B-4132CD766FB0}" type="presOf" srcId="{2FA7C500-6510-41CB-B54B-2CFA98363C5F}" destId="{5A3AF29F-DB0D-4A51-AA1F-0906720DFCCD}" srcOrd="0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8D468530-5DF2-4BF5-8B24-6AA4548C52B8}" srcId="{BDA3E80D-83D1-43CB-89EA-5529CB9AAA78}" destId="{3A9BC52B-E42D-4E47-9B73-E9B7E19108F2}" srcOrd="1" destOrd="0" parTransId="{5AC1D850-6AE5-4AB4-956F-DCCF850FE0A3}" sibTransId="{780907FE-2876-4E95-AB0C-17F0421E1145}"/>
    <dgm:cxn modelId="{D54E6E32-B0E9-458A-A4BD-456098E5ECD3}" srcId="{BDA3E80D-83D1-43CB-89EA-5529CB9AAA78}" destId="{897542E0-B2F5-4EE4-8EE3-85C4B385D779}" srcOrd="6" destOrd="0" parTransId="{B9002353-9289-432A-9056-1107332AFC5B}" sibTransId="{CA9930E5-FB80-4A01-A1CD-1E377103E439}"/>
    <dgm:cxn modelId="{029DFD33-269D-48C3-B987-D1DB7698F384}" type="presOf" srcId="{24B5B830-1763-45BE-ACDB-5A4D9C7D822C}" destId="{0515303C-5545-4183-A6FE-E055E6A62202}" srcOrd="1" destOrd="0" presId="urn:microsoft.com/office/officeart/2005/8/layout/orgChart1"/>
    <dgm:cxn modelId="{13FD023A-60E9-4A33-8469-A454C59C0695}" type="presOf" srcId="{22478502-E888-430A-877B-0BA2C7B9F5B7}" destId="{6972CD36-D820-4BB8-AFB4-04629D66A887}" srcOrd="1" destOrd="0" presId="urn:microsoft.com/office/officeart/2005/8/layout/orgChart1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2BC0183E-421E-401E-9A64-5033322932D3}" type="presOf" srcId="{2FA7C500-6510-41CB-B54B-2CFA98363C5F}" destId="{572BA4B6-E515-433F-B7F7-50C68776F99C}" srcOrd="1" destOrd="0" presId="urn:microsoft.com/office/officeart/2005/8/layout/orgChart1"/>
    <dgm:cxn modelId="{5AFAC65E-0A6A-457D-B64A-67B17F7BAEB7}" type="presOf" srcId="{FB51165F-B24B-4189-93C2-8C8AE1DD61A9}" destId="{1218D60A-B1B0-4CF6-947C-5148BE7A98E3}" srcOrd="0" destOrd="0" presId="urn:microsoft.com/office/officeart/2005/8/layout/orgChart1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5E177261-4723-45DF-81A6-BE2ABD022AE7}" type="presOf" srcId="{33F13FF3-3CDC-4422-A9F5-0919E4E90342}" destId="{CD8B521F-53FA-4121-82F9-1927FA248C11}" srcOrd="0" destOrd="0" presId="urn:microsoft.com/office/officeart/2005/8/layout/orgChart1"/>
    <dgm:cxn modelId="{14562843-34B2-4037-B9B2-E2332D2CD11E}" type="presOf" srcId="{D5C9C9D1-604B-4925-B2FF-5E3EBBE1DAAF}" destId="{2994FFDB-CB36-4419-8799-1117B4C45D05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185E3167-AE6C-4975-9C0F-95C1BE54C301}" type="presOf" srcId="{24B5B830-1763-45BE-ACDB-5A4D9C7D822C}" destId="{316773ED-A518-4CAF-9276-BE0FE7439E79}" srcOrd="0" destOrd="0" presId="urn:microsoft.com/office/officeart/2005/8/layout/orgChart1"/>
    <dgm:cxn modelId="{57F46067-6C08-4049-A659-1FDC383C511D}" type="presOf" srcId="{22478502-E888-430A-877B-0BA2C7B9F5B7}" destId="{10768755-1FC6-4848-BC4F-7827B7954355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95B79C49-FE7C-45BF-B719-8188A48B5289}" srcId="{897542E0-B2F5-4EE4-8EE3-85C4B385D779}" destId="{E2AF08C4-E2A2-4857-990C-4DCD995870E1}" srcOrd="3" destOrd="0" parTransId="{EB196C07-4C27-4D7E-A197-1314BBD1DDA5}" sibTransId="{7C926C2C-83F9-4583-A21F-43DCAEC3E858}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46DCED50-B13F-4A67-87C0-36DB89B33B8D}" type="presOf" srcId="{F2128D90-3FD7-4EE4-9DB8-F82B99C2526B}" destId="{B4126409-BAB4-4277-AC9E-045A64B639AC}" srcOrd="0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F0241072-1338-4D20-ABBF-1245160D1410}" srcId="{897542E0-B2F5-4EE4-8EE3-85C4B385D779}" destId="{2FA7C500-6510-41CB-B54B-2CFA98363C5F}" srcOrd="2" destOrd="0" parTransId="{CFA003AC-D94A-4FB5-BA25-AE57013D4548}" sibTransId="{7F3AB037-A5EB-41E7-809D-DA1A1B4FB2E8}"/>
    <dgm:cxn modelId="{6DFD9172-0744-4938-BCD7-7E0CA6CC5DE9}" srcId="{4C0D9C9E-281A-427D-B42E-1A2D64E897C3}" destId="{22478502-E888-430A-877B-0BA2C7B9F5B7}" srcOrd="0" destOrd="0" parTransId="{20247C9E-7077-495E-9551-5971D67281F8}" sibTransId="{F73E5C63-A6BF-4460-AF95-68F51E822AE2}"/>
    <dgm:cxn modelId="{0F72D173-F90A-4646-ACAC-BE44D5159EEB}" srcId="{BDA3E80D-83D1-43CB-89EA-5529CB9AAA78}" destId="{4C0D9C9E-281A-427D-B42E-1A2D64E897C3}" srcOrd="7" destOrd="0" parTransId="{FB51165F-B24B-4189-93C2-8C8AE1DD61A9}" sibTransId="{6BB18B22-6023-4608-8A34-4C9F09FAF890}"/>
    <dgm:cxn modelId="{94BDB956-A31C-4A64-B68A-A7F57344BFB1}" srcId="{F93FE123-64C2-48E7-BB7C-78C89C6C6BF9}" destId="{F554F3ED-509F-434E-9414-96A5C7204449}" srcOrd="1" destOrd="0" parTransId="{25962EFF-7E61-48E6-88D8-61D9DDBA6AD8}" sibTransId="{0795AE4A-255D-4D4A-93BD-F5327A47AD31}"/>
    <dgm:cxn modelId="{1D064479-92C1-464F-B9E2-D092468612D2}" type="presOf" srcId="{4C0D9C9E-281A-427D-B42E-1A2D64E897C3}" destId="{F53C521C-7329-462F-BA4B-F05FFAFC9CD2}" srcOrd="0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F0A6127A-850A-4032-BD50-9131BCB354D3}" type="presOf" srcId="{5AC1D850-6AE5-4AB4-956F-DCCF850FE0A3}" destId="{B71F6333-D23C-4EC2-9267-E9A3826C993D}" srcOrd="0" destOrd="0" presId="urn:microsoft.com/office/officeart/2005/8/layout/orgChart1"/>
    <dgm:cxn modelId="{DA791D7B-1ACC-4D71-8CE2-2C5850102398}" type="presOf" srcId="{FFF76743-057B-4AB6-9477-039899594119}" destId="{33BE3C83-CD92-4B0A-A243-FC9569B3BD0D}" srcOrd="1" destOrd="0" presId="urn:microsoft.com/office/officeart/2005/8/layout/orgChart1"/>
    <dgm:cxn modelId="{3094D17C-6980-4FA4-82C6-B688EA5DA2B4}" type="presOf" srcId="{AC7C1260-43E6-4E83-B1D3-F4FE63DB127F}" destId="{F61E4AD8-9AE1-408A-9C3F-65D7D34D9E94}" srcOrd="0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5" destOrd="0" parTransId="{2705112C-0791-4250-B875-ED990730F6C5}" sibTransId="{1A6AB38F-66D1-4BA9-8AAD-B524F0DC4142}"/>
    <dgm:cxn modelId="{761D1D81-C7E5-4293-9A96-0F12F6A946F5}" srcId="{F93FE123-64C2-48E7-BB7C-78C89C6C6BF9}" destId="{F2128D90-3FD7-4EE4-9DB8-F82B99C2526B}" srcOrd="2" destOrd="0" parTransId="{680B14F0-DE78-46ED-BF22-281D426BAB77}" sibTransId="{19F11BBE-D266-4EDE-A323-D00BF3FFA1F7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1A62AE89-7E1D-48E7-8561-0E644BEDC340}" type="presOf" srcId="{E2AF08C4-E2A2-4857-990C-4DCD995870E1}" destId="{DDC72F8E-150F-435B-9A4F-1F8957928E7A}" srcOrd="1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8CDE7292-A975-42F8-8194-DF3F882EE56E}" srcId="{3A9BC52B-E42D-4E47-9B73-E9B7E19108F2}" destId="{9BFF3418-BF53-46D2-A415-5DFEA96CEEE6}" srcOrd="1" destOrd="0" parTransId="{AC7C1260-43E6-4E83-B1D3-F4FE63DB127F}" sibTransId="{1386503E-2180-4297-81F0-CDFA359CCCEC}"/>
    <dgm:cxn modelId="{F9DADB9A-C54C-4EFC-AE41-EC61CF1B5802}" type="presOf" srcId="{67516A8C-826C-4A0E-9138-315E28FD1D3D}" destId="{7E143813-DEAC-47A0-8273-767F07D7A437}" srcOrd="0" destOrd="0" presId="urn:microsoft.com/office/officeart/2005/8/layout/orgChart1"/>
    <dgm:cxn modelId="{D2926D9C-7C17-45C2-8DD3-A23B5BAEB8AF}" type="presOf" srcId="{BBB0582D-A8EA-4F83-BCE8-46ECC8EDC6C3}" destId="{8BFA2BD5-AE73-4D91-B1FB-478019419F28}" srcOrd="0" destOrd="0" presId="urn:microsoft.com/office/officeart/2005/8/layout/orgChart1"/>
    <dgm:cxn modelId="{E3EC9D9D-6288-4054-BB43-CC56A9BFE6DC}" type="presOf" srcId="{3A9BC52B-E42D-4E47-9B73-E9B7E19108F2}" destId="{DF37597B-EA07-4D1A-B4DB-2C245CC0833D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FEA76A9E-5318-4E10-A1DF-AF0B0361C496}" type="presOf" srcId="{E2AF08C4-E2A2-4857-990C-4DCD995870E1}" destId="{E3B7A292-D246-431F-A06C-74CCAB318BD8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2D3089AB-5E45-45F1-A9A9-B3E95A3EF398}" type="presOf" srcId="{359658E8-5791-44AD-A30D-A2B7BBF11301}" destId="{01B49847-E5FF-4C0E-B02C-377744D870F5}" srcOrd="0" destOrd="0" presId="urn:microsoft.com/office/officeart/2005/8/layout/orgChart1"/>
    <dgm:cxn modelId="{82DDB5AC-7EA2-42FB-9590-E59EA5CA3F44}" srcId="{BDA3E80D-83D1-43CB-89EA-5529CB9AAA78}" destId="{F93FE123-64C2-48E7-BB7C-78C89C6C6BF9}" srcOrd="4" destOrd="0" parTransId="{E591C46F-C3C1-4334-AD6A-48CD500503EB}" sibTransId="{44494D52-5C85-4BCC-BD10-DF728B666320}"/>
    <dgm:cxn modelId="{B8B3CDB4-AC51-473C-8749-CA6113378C01}" srcId="{BDA3E80D-83D1-43CB-89EA-5529CB9AAA78}" destId="{7D8A1772-F4D4-4657-90BE-B299B52DCFE4}" srcOrd="3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61600ABD-6684-4EB6-B5CE-59F6A9B3C56F}" type="presOf" srcId="{F2128D90-3FD7-4EE4-9DB8-F82B99C2526B}" destId="{341C3A1A-C81A-48D9-A6AC-B72B7E841227}" srcOrd="1" destOrd="0" presId="urn:microsoft.com/office/officeart/2005/8/layout/orgChart1"/>
    <dgm:cxn modelId="{FACA73BE-EB86-4426-8D41-BE462B8E4610}" type="presOf" srcId="{6CF6C4ED-3A6E-4F23-99B7-04F26E80AC07}" destId="{593D4A15-FAF3-45B2-862A-2FE5909C7721}" srcOrd="0" destOrd="0" presId="urn:microsoft.com/office/officeart/2005/8/layout/orgChart1"/>
    <dgm:cxn modelId="{A251E5C6-E3F8-4B85-BE7A-EAAFA9B202D6}" type="presOf" srcId="{3A9BC52B-E42D-4E47-9B73-E9B7E19108F2}" destId="{0984A286-C00C-4365-87A9-2C3E34C53F13}" srcOrd="1" destOrd="0" presId="urn:microsoft.com/office/officeart/2005/8/layout/orgChart1"/>
    <dgm:cxn modelId="{85B3F6C8-E023-4261-BF1B-82301BA30D80}" srcId="{3A9BC52B-E42D-4E47-9B73-E9B7E19108F2}" destId="{24B5B830-1763-45BE-ACDB-5A4D9C7D822C}" srcOrd="0" destOrd="0" parTransId="{A52551DD-A977-4846-8A83-ACD52443F362}" sibTransId="{C94559DD-062E-48DA-8F8F-09D1FD48BEE1}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0D53D6CF-2029-4C4B-A83D-B647EEF9915A}" type="presOf" srcId="{788F6AED-67B0-4BF7-8491-BBCBB2C0FAD4}" destId="{FA234D32-78B4-451A-8002-6C7CDAABCF5D}" srcOrd="0" destOrd="0" presId="urn:microsoft.com/office/officeart/2005/8/layout/orgChart1"/>
    <dgm:cxn modelId="{688B56D1-1D13-4A17-9156-52EC2C9C4228}" type="presOf" srcId="{33F13FF3-3CDC-4422-A9F5-0919E4E90342}" destId="{3DEAECD6-A1A7-46AE-885B-03F324AE6C7F}" srcOrd="1" destOrd="0" presId="urn:microsoft.com/office/officeart/2005/8/layout/orgChart1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755759D3-A418-41DC-BD4B-3349925B2CDD}" type="presOf" srcId="{359658E8-5791-44AD-A30D-A2B7BBF11301}" destId="{14A11DF6-B239-425C-B2B2-E7C913D495F3}" srcOrd="1" destOrd="0" presId="urn:microsoft.com/office/officeart/2005/8/layout/orgChart1"/>
    <dgm:cxn modelId="{BE5B1FD4-FA00-4C90-89EF-D0B36421A922}" type="presOf" srcId="{680B14F0-DE78-46ED-BF22-281D426BAB77}" destId="{360FE858-CD63-43A3-8366-3689ECAE4550}" srcOrd="0" destOrd="0" presId="urn:microsoft.com/office/officeart/2005/8/layout/orgChart1"/>
    <dgm:cxn modelId="{053AA7D4-C355-49F7-9569-E1BD08599BEC}" srcId="{1A95DD40-0793-4AFF-A9DD-159E3D55C96B}" destId="{FFF76743-057B-4AB6-9477-039899594119}" srcOrd="0" destOrd="0" parTransId="{D5C9C9D1-604B-4925-B2FF-5E3EBBE1DAAF}" sibTransId="{16071E0F-6D79-4717-9813-8E87262120F5}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C14E62D9-116C-4804-8B7E-BD4C2FA294F6}" srcId="{4C0D9C9E-281A-427D-B42E-1A2D64E897C3}" destId="{33F13FF3-3CDC-4422-A9F5-0919E4E90342}" srcOrd="1" destOrd="0" parTransId="{BBB0582D-A8EA-4F83-BCE8-46ECC8EDC6C3}" sibTransId="{4AA752DE-8D7E-48A5-B742-BD663FC96BF2}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E04D9BE0-AB91-4210-B120-3F1A4A8AA903}" type="presOf" srcId="{A52551DD-A977-4846-8A83-ACD52443F362}" destId="{A61C1441-3CBA-4DD2-AC94-5F049B8FFE8F}" srcOrd="0" destOrd="0" presId="urn:microsoft.com/office/officeart/2005/8/layout/orgChart1"/>
    <dgm:cxn modelId="{24711BE7-80A3-4E1A-BEC2-4DDB7F59ED7C}" srcId="{140C7BE8-953D-46B7-BBBC-CEFCFC1C4A44}" destId="{70466ED9-BB8A-4C0E-BB0E-63D84C59124C}" srcOrd="1" destOrd="0" parTransId="{CA5C73BC-41E8-4FFD-AB29-9E0644637AB1}" sibTransId="{C79640DE-8F9F-4422-A93F-F3C80957056A}"/>
    <dgm:cxn modelId="{9E1CA6E7-89CB-4A9B-99B9-9461893E5181}" srcId="{BDA3E80D-83D1-43CB-89EA-5529CB9AAA78}" destId="{1A95DD40-0793-4AFF-A9DD-159E3D55C96B}" srcOrd="2" destOrd="0" parTransId="{45DDB93D-9EFB-4128-A28A-2E2244F4E1C0}" sibTransId="{3D4DCA69-CF03-4958-8F2F-B72D1C4FD8FB}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5471FAEB-0D5F-4ED9-AEA4-25CCC758EB0C}" srcId="{140C7BE8-953D-46B7-BBBC-CEFCFC1C4A44}" destId="{359658E8-5791-44AD-A30D-A2B7BBF11301}" srcOrd="2" destOrd="0" parTransId="{67516A8C-826C-4A0E-9138-315E28FD1D3D}" sibTransId="{2A405053-B89B-4CC2-B2E0-D5E8A64A9D94}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738612F2-6A02-4C46-9D7A-89C1EF145558}" type="presOf" srcId="{FFF76743-057B-4AB6-9477-039899594119}" destId="{C27F17B6-C1E2-4B95-9EA1-506B466147E9}" srcOrd="0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D73DEAF4-1939-4C76-AE25-C3CC6D64444A}" type="presOf" srcId="{9BFF3418-BF53-46D2-A415-5DFEA96CEEE6}" destId="{72955EB6-EF2B-4B29-BF3A-51490CBBCCBC}" srcOrd="1" destOrd="0" presId="urn:microsoft.com/office/officeart/2005/8/layout/orgChart1"/>
    <dgm:cxn modelId="{85FEEAF6-A6D1-4C80-9EA6-0E165C3BBE87}" type="presOf" srcId="{CFA003AC-D94A-4FB5-BA25-AE57013D4548}" destId="{F6D288D7-F623-40B8-86F2-5691B3A77B53}" srcOrd="0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E3A2D788-4BDB-4306-8DE1-0F0BDFCFF675}" type="presParOf" srcId="{702F29B1-99E5-4896-B101-A66FF14B51F6}" destId="{B71F6333-D23C-4EC2-9267-E9A3826C993D}" srcOrd="0" destOrd="0" presId="urn:microsoft.com/office/officeart/2005/8/layout/orgChart1"/>
    <dgm:cxn modelId="{7086632C-5806-4DE1-B9A3-82289A55AEA4}" type="presParOf" srcId="{702F29B1-99E5-4896-B101-A66FF14B51F6}" destId="{51990EDA-0367-4D88-990E-8597E6563A36}" srcOrd="1" destOrd="0" presId="urn:microsoft.com/office/officeart/2005/8/layout/orgChart1"/>
    <dgm:cxn modelId="{780C80EF-7613-4BDE-A378-FBF4B921091B}" type="presParOf" srcId="{51990EDA-0367-4D88-990E-8597E6563A36}" destId="{F20EFB1A-8D75-4485-904E-301C358609E8}" srcOrd="0" destOrd="0" presId="urn:microsoft.com/office/officeart/2005/8/layout/orgChart1"/>
    <dgm:cxn modelId="{4AC33830-FD62-4409-A729-EB363455C222}" type="presParOf" srcId="{F20EFB1A-8D75-4485-904E-301C358609E8}" destId="{DF37597B-EA07-4D1A-B4DB-2C245CC0833D}" srcOrd="0" destOrd="0" presId="urn:microsoft.com/office/officeart/2005/8/layout/orgChart1"/>
    <dgm:cxn modelId="{D349BFD3-6623-4E4F-B813-3296F292DF50}" type="presParOf" srcId="{F20EFB1A-8D75-4485-904E-301C358609E8}" destId="{0984A286-C00C-4365-87A9-2C3E34C53F13}" srcOrd="1" destOrd="0" presId="urn:microsoft.com/office/officeart/2005/8/layout/orgChart1"/>
    <dgm:cxn modelId="{AA721FF9-8C7C-4277-B4BE-21EF851EC3DC}" type="presParOf" srcId="{51990EDA-0367-4D88-990E-8597E6563A36}" destId="{7B862720-FA0B-4893-9E2B-972DF9D5EA5B}" srcOrd="1" destOrd="0" presId="urn:microsoft.com/office/officeart/2005/8/layout/orgChart1"/>
    <dgm:cxn modelId="{0E782DE8-4216-4F76-A573-66AEEBCEE169}" type="presParOf" srcId="{7B862720-FA0B-4893-9E2B-972DF9D5EA5B}" destId="{A61C1441-3CBA-4DD2-AC94-5F049B8FFE8F}" srcOrd="0" destOrd="0" presId="urn:microsoft.com/office/officeart/2005/8/layout/orgChart1"/>
    <dgm:cxn modelId="{AD7B386E-CDFD-4D7B-8D4E-9C014C4BAD51}" type="presParOf" srcId="{7B862720-FA0B-4893-9E2B-972DF9D5EA5B}" destId="{AABD0E94-5355-430B-9E44-88CB181B09CA}" srcOrd="1" destOrd="0" presId="urn:microsoft.com/office/officeart/2005/8/layout/orgChart1"/>
    <dgm:cxn modelId="{26C628B8-5186-4BD7-80C1-CA6B4C94B9F3}" type="presParOf" srcId="{AABD0E94-5355-430B-9E44-88CB181B09CA}" destId="{705693CF-AC4C-44C8-BBB0-E3DA90B07AA2}" srcOrd="0" destOrd="0" presId="urn:microsoft.com/office/officeart/2005/8/layout/orgChart1"/>
    <dgm:cxn modelId="{26B0A1B0-8221-4B6D-91EE-E76F2EC29D9E}" type="presParOf" srcId="{705693CF-AC4C-44C8-BBB0-E3DA90B07AA2}" destId="{316773ED-A518-4CAF-9276-BE0FE7439E79}" srcOrd="0" destOrd="0" presId="urn:microsoft.com/office/officeart/2005/8/layout/orgChart1"/>
    <dgm:cxn modelId="{8E4D0C7B-639B-4B78-BB5C-7F96BEB691A8}" type="presParOf" srcId="{705693CF-AC4C-44C8-BBB0-E3DA90B07AA2}" destId="{0515303C-5545-4183-A6FE-E055E6A62202}" srcOrd="1" destOrd="0" presId="urn:microsoft.com/office/officeart/2005/8/layout/orgChart1"/>
    <dgm:cxn modelId="{61EE6A19-69D0-4881-BC56-9608708EAE49}" type="presParOf" srcId="{AABD0E94-5355-430B-9E44-88CB181B09CA}" destId="{B7FA7E07-DB58-427A-B76A-57FA228B584A}" srcOrd="1" destOrd="0" presId="urn:microsoft.com/office/officeart/2005/8/layout/orgChart1"/>
    <dgm:cxn modelId="{06296D52-AC91-4E1F-84E3-8E5339C9D1EA}" type="presParOf" srcId="{AABD0E94-5355-430B-9E44-88CB181B09CA}" destId="{6202E12B-7311-4C33-B6B2-C456E09E59A5}" srcOrd="2" destOrd="0" presId="urn:microsoft.com/office/officeart/2005/8/layout/orgChart1"/>
    <dgm:cxn modelId="{17C8A7D5-AC9E-4B4E-A364-9BBA0EAA2FF3}" type="presParOf" srcId="{7B862720-FA0B-4893-9E2B-972DF9D5EA5B}" destId="{F61E4AD8-9AE1-408A-9C3F-65D7D34D9E94}" srcOrd="2" destOrd="0" presId="urn:microsoft.com/office/officeart/2005/8/layout/orgChart1"/>
    <dgm:cxn modelId="{C228793F-6BC6-43A2-B2DC-7887084E4A1D}" type="presParOf" srcId="{7B862720-FA0B-4893-9E2B-972DF9D5EA5B}" destId="{7C370393-9AB2-441D-80BF-A3517EA34B5A}" srcOrd="3" destOrd="0" presId="urn:microsoft.com/office/officeart/2005/8/layout/orgChart1"/>
    <dgm:cxn modelId="{AC0D8C77-794D-4063-AB99-0D8A6E350F8A}" type="presParOf" srcId="{7C370393-9AB2-441D-80BF-A3517EA34B5A}" destId="{8CAF29FD-934C-43CC-832D-008C12FB5895}" srcOrd="0" destOrd="0" presId="urn:microsoft.com/office/officeart/2005/8/layout/orgChart1"/>
    <dgm:cxn modelId="{7606E7C6-66DA-4D6C-ACD8-748471893047}" type="presParOf" srcId="{8CAF29FD-934C-43CC-832D-008C12FB5895}" destId="{6A8AC019-4EE8-4B98-A586-417BC96DF943}" srcOrd="0" destOrd="0" presId="urn:microsoft.com/office/officeart/2005/8/layout/orgChart1"/>
    <dgm:cxn modelId="{A3EF0CD9-D06A-466F-A284-FCE85C206C44}" type="presParOf" srcId="{8CAF29FD-934C-43CC-832D-008C12FB5895}" destId="{72955EB6-EF2B-4B29-BF3A-51490CBBCCBC}" srcOrd="1" destOrd="0" presId="urn:microsoft.com/office/officeart/2005/8/layout/orgChart1"/>
    <dgm:cxn modelId="{CB4A979D-39CD-41A0-8C39-98D6A19646B8}" type="presParOf" srcId="{7C370393-9AB2-441D-80BF-A3517EA34B5A}" destId="{7ED7A030-6F9F-424C-99B6-635AD56CA491}" srcOrd="1" destOrd="0" presId="urn:microsoft.com/office/officeart/2005/8/layout/orgChart1"/>
    <dgm:cxn modelId="{D35721BE-3982-44D0-B3CE-0A0DD7EA659C}" type="presParOf" srcId="{7C370393-9AB2-441D-80BF-A3517EA34B5A}" destId="{95959247-CD39-4A74-BBEA-1FA3D8C188B0}" srcOrd="2" destOrd="0" presId="urn:microsoft.com/office/officeart/2005/8/layout/orgChart1"/>
    <dgm:cxn modelId="{805D96BD-C776-464D-BEC7-DB3EB6933C2E}" type="presParOf" srcId="{51990EDA-0367-4D88-990E-8597E6563A36}" destId="{8C3B0294-1E9F-4F32-94D2-1CDE8D64EF05}" srcOrd="2" destOrd="0" presId="urn:microsoft.com/office/officeart/2005/8/layout/orgChart1"/>
    <dgm:cxn modelId="{5D7C5EB9-E5BF-4F79-9D44-0EA42F30D9E1}" type="presParOf" srcId="{702F29B1-99E5-4896-B101-A66FF14B51F6}" destId="{33993C2A-B7AD-4F23-8883-A754BF95EABE}" srcOrd="2" destOrd="0" presId="urn:microsoft.com/office/officeart/2005/8/layout/orgChart1"/>
    <dgm:cxn modelId="{B214A4F8-103A-482B-8524-CCED292D7BE6}" type="presParOf" srcId="{702F29B1-99E5-4896-B101-A66FF14B51F6}" destId="{FF08BDA0-A682-4884-9E7F-74783F6F0578}" srcOrd="3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78813A14-47B9-48E8-8626-C1908E36165B}" type="presParOf" srcId="{E474A6EE-A417-44C1-A518-D891C508A90A}" destId="{2994FFDB-CB36-4419-8799-1117B4C45D05}" srcOrd="0" destOrd="0" presId="urn:microsoft.com/office/officeart/2005/8/layout/orgChart1"/>
    <dgm:cxn modelId="{89D6218A-5E6B-4CD5-8667-3AECBCD11D39}" type="presParOf" srcId="{E474A6EE-A417-44C1-A518-D891C508A90A}" destId="{FDE4C71E-E52D-48D4-A0F6-A8F5761CB703}" srcOrd="1" destOrd="0" presId="urn:microsoft.com/office/officeart/2005/8/layout/orgChart1"/>
    <dgm:cxn modelId="{1DE3EA9A-AA66-4216-822C-6B22F00602D7}" type="presParOf" srcId="{FDE4C71E-E52D-48D4-A0F6-A8F5761CB703}" destId="{698E33B2-07B0-490D-951B-873B503DE39F}" srcOrd="0" destOrd="0" presId="urn:microsoft.com/office/officeart/2005/8/layout/orgChart1"/>
    <dgm:cxn modelId="{FDC2D8A7-63A8-40CD-B9BC-84B72EF4CBC9}" type="presParOf" srcId="{698E33B2-07B0-490D-951B-873B503DE39F}" destId="{C27F17B6-C1E2-4B95-9EA1-506B466147E9}" srcOrd="0" destOrd="0" presId="urn:microsoft.com/office/officeart/2005/8/layout/orgChart1"/>
    <dgm:cxn modelId="{6BAF6E69-D170-44B5-AC1F-92014A46CB1D}" type="presParOf" srcId="{698E33B2-07B0-490D-951B-873B503DE39F}" destId="{33BE3C83-CD92-4B0A-A243-FC9569B3BD0D}" srcOrd="1" destOrd="0" presId="urn:microsoft.com/office/officeart/2005/8/layout/orgChart1"/>
    <dgm:cxn modelId="{75B9D078-5933-4541-8467-7E919ECEFA81}" type="presParOf" srcId="{FDE4C71E-E52D-48D4-A0F6-A8F5761CB703}" destId="{2933AAD2-6B5C-4F6E-B648-A72A2674125C}" srcOrd="1" destOrd="0" presId="urn:microsoft.com/office/officeart/2005/8/layout/orgChart1"/>
    <dgm:cxn modelId="{0112F58D-2699-4DD3-B6DC-339C615E4F31}" type="presParOf" srcId="{FDE4C71E-E52D-48D4-A0F6-A8F5761CB703}" destId="{8967A8EC-ECC1-41CF-A375-23D1653F6081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79C889CF-5A8F-451E-8280-91A187B7FC9B}" type="presParOf" srcId="{702F29B1-99E5-4896-B101-A66FF14B51F6}" destId="{FD9A2F87-5594-4B1C-959F-6AF063EC5722}" srcOrd="4" destOrd="0" presId="urn:microsoft.com/office/officeart/2005/8/layout/orgChart1"/>
    <dgm:cxn modelId="{1576BFE1-5BA0-42F0-9F72-FD164C02F3AA}" type="presParOf" srcId="{702F29B1-99E5-4896-B101-A66FF14B51F6}" destId="{72FC4307-AF73-410D-9740-C0206929B210}" srcOrd="5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F78BA671-6E6B-46D2-952C-0CCA38781266}" type="presParOf" srcId="{14671578-2E54-4AEE-AAD1-B1C890C0F542}" destId="{9BE1465B-C014-46BE-AA8A-69E4F7987327}" srcOrd="2" destOrd="0" presId="urn:microsoft.com/office/officeart/2005/8/layout/orgChart1"/>
    <dgm:cxn modelId="{E3A9145D-005B-4D92-B9DD-85CBDED49DA5}" type="presParOf" srcId="{14671578-2E54-4AEE-AAD1-B1C890C0F542}" destId="{9559C66C-0EE9-400E-AE2A-3C29BEF6B278}" srcOrd="3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DC5E668D-ABC4-4249-A426-54433BECEE45}" type="presParOf" srcId="{14671578-2E54-4AEE-AAD1-B1C890C0F542}" destId="{360FE858-CD63-43A3-8366-3689ECAE4550}" srcOrd="4" destOrd="0" presId="urn:microsoft.com/office/officeart/2005/8/layout/orgChart1"/>
    <dgm:cxn modelId="{3FC7C053-091B-4CB6-92F6-0DFBB1F3C221}" type="presParOf" srcId="{14671578-2E54-4AEE-AAD1-B1C890C0F542}" destId="{92985471-E99E-4F30-9BBC-2916D3CCA196}" srcOrd="5" destOrd="0" presId="urn:microsoft.com/office/officeart/2005/8/layout/orgChart1"/>
    <dgm:cxn modelId="{D7D7F9B9-A84C-4051-82E2-3DC9EF26EC12}" type="presParOf" srcId="{92985471-E99E-4F30-9BBC-2916D3CCA196}" destId="{D9AA93B9-1336-43D8-9D2A-15637C7FC67B}" srcOrd="0" destOrd="0" presId="urn:microsoft.com/office/officeart/2005/8/layout/orgChart1"/>
    <dgm:cxn modelId="{608F1B78-35B2-4814-B23E-4CA9FBA1D41F}" type="presParOf" srcId="{D9AA93B9-1336-43D8-9D2A-15637C7FC67B}" destId="{B4126409-BAB4-4277-AC9E-045A64B639AC}" srcOrd="0" destOrd="0" presId="urn:microsoft.com/office/officeart/2005/8/layout/orgChart1"/>
    <dgm:cxn modelId="{85F35469-FDCF-4645-928C-F41ECD0D7BF4}" type="presParOf" srcId="{D9AA93B9-1336-43D8-9D2A-15637C7FC67B}" destId="{341C3A1A-C81A-48D9-A6AC-B72B7E841227}" srcOrd="1" destOrd="0" presId="urn:microsoft.com/office/officeart/2005/8/layout/orgChart1"/>
    <dgm:cxn modelId="{8329C003-6547-410B-A1E9-367327264F40}" type="presParOf" srcId="{92985471-E99E-4F30-9BBC-2916D3CCA196}" destId="{B8FCF441-22AD-4D39-A7D5-5EC6F0641109}" srcOrd="1" destOrd="0" presId="urn:microsoft.com/office/officeart/2005/8/layout/orgChart1"/>
    <dgm:cxn modelId="{5129C1D0-992D-43A8-A3F4-DD0CA4E92A37}" type="presParOf" srcId="{92985471-E99E-4F30-9BBC-2916D3CCA196}" destId="{00E01F16-3418-4A16-89B6-8E96103B6C93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5D185199-4449-4FC4-A417-ADDB32F0F1FA}" type="presParOf" srcId="{702F29B1-99E5-4896-B101-A66FF14B51F6}" destId="{203CECAF-4583-4381-A15F-0B63A7CD1DC8}" srcOrd="6" destOrd="0" presId="urn:microsoft.com/office/officeart/2005/8/layout/orgChart1"/>
    <dgm:cxn modelId="{93B7AB06-19F1-4685-82BF-A131907775F0}" type="presParOf" srcId="{702F29B1-99E5-4896-B101-A66FF14B51F6}" destId="{8AA23E7D-C409-4F33-A40C-76801715EDE1}" srcOrd="7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E4C03691-6BD3-45EA-A947-2C540E9AC4D9}" type="presParOf" srcId="{4A709BA3-FD33-4520-B014-71D7F5D35A41}" destId="{C0684F0C-8EC3-4A0A-9CBE-845D8DC75645}" srcOrd="2" destOrd="0" presId="urn:microsoft.com/office/officeart/2005/8/layout/orgChart1"/>
    <dgm:cxn modelId="{B86E2B4D-D865-42B5-AC8A-395320F7B203}" type="presParOf" srcId="{4A709BA3-FD33-4520-B014-71D7F5D35A41}" destId="{15CB99E6-896A-4C55-8403-599A038043E8}" srcOrd="3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8D67116B-3640-439A-B920-B667BF3F1497}" type="presParOf" srcId="{4A709BA3-FD33-4520-B014-71D7F5D35A41}" destId="{7E143813-DEAC-47A0-8273-767F07D7A437}" srcOrd="4" destOrd="0" presId="urn:microsoft.com/office/officeart/2005/8/layout/orgChart1"/>
    <dgm:cxn modelId="{8B0B05DC-BE86-4FCA-8CD9-6809B2D49D20}" type="presParOf" srcId="{4A709BA3-FD33-4520-B014-71D7F5D35A41}" destId="{44675F9C-1CFC-4C0B-B6E8-29C4250E7749}" srcOrd="5" destOrd="0" presId="urn:microsoft.com/office/officeart/2005/8/layout/orgChart1"/>
    <dgm:cxn modelId="{0615658D-B6F4-4C52-BD15-53BD1DD349BB}" type="presParOf" srcId="{44675F9C-1CFC-4C0B-B6E8-29C4250E7749}" destId="{A9D84652-4D5D-4CE8-B654-8157BFF70D33}" srcOrd="0" destOrd="0" presId="urn:microsoft.com/office/officeart/2005/8/layout/orgChart1"/>
    <dgm:cxn modelId="{F8DA4F78-1986-42C8-99C4-218196A0E3DF}" type="presParOf" srcId="{A9D84652-4D5D-4CE8-B654-8157BFF70D33}" destId="{01B49847-E5FF-4C0E-B02C-377744D870F5}" srcOrd="0" destOrd="0" presId="urn:microsoft.com/office/officeart/2005/8/layout/orgChart1"/>
    <dgm:cxn modelId="{AE8B42D6-C050-4BFA-8ACA-3045D3726152}" type="presParOf" srcId="{A9D84652-4D5D-4CE8-B654-8157BFF70D33}" destId="{14A11DF6-B239-425C-B2B2-E7C913D495F3}" srcOrd="1" destOrd="0" presId="urn:microsoft.com/office/officeart/2005/8/layout/orgChart1"/>
    <dgm:cxn modelId="{A011B175-B20B-47C6-91BC-513FA2A99C55}" type="presParOf" srcId="{44675F9C-1CFC-4C0B-B6E8-29C4250E7749}" destId="{05C3B139-1CC1-47F7-AF87-DFBDFBD3437B}" srcOrd="1" destOrd="0" presId="urn:microsoft.com/office/officeart/2005/8/layout/orgChart1"/>
    <dgm:cxn modelId="{07769F0E-C483-48BD-B19E-E980D3A7482A}" type="presParOf" srcId="{44675F9C-1CFC-4C0B-B6E8-29C4250E7749}" destId="{2047D28B-56F5-43B1-AE2D-2AC474DC0F42}" srcOrd="2" destOrd="0" presId="urn:microsoft.com/office/officeart/2005/8/layout/orgChart1"/>
    <dgm:cxn modelId="{36ACEF53-4952-420D-BA93-62AA7636FBEA}" type="presParOf" srcId="{4A709BA3-FD33-4520-B014-71D7F5D35A41}" destId="{593D4A15-FAF3-45B2-862A-2FE5909C7721}" srcOrd="6" destOrd="0" presId="urn:microsoft.com/office/officeart/2005/8/layout/orgChart1"/>
    <dgm:cxn modelId="{E97918BA-34C5-4A5C-9A6A-159CE5AFB38E}" type="presParOf" srcId="{4A709BA3-FD33-4520-B014-71D7F5D35A41}" destId="{4AE67ECF-5316-4C55-97B9-5C3D222B1195}" srcOrd="7" destOrd="0" presId="urn:microsoft.com/office/officeart/2005/8/layout/orgChart1"/>
    <dgm:cxn modelId="{E8431701-CFA9-4837-8A8D-D794A8823B3E}" type="presParOf" srcId="{4AE67ECF-5316-4C55-97B9-5C3D222B1195}" destId="{FF9F1988-0CA7-4A3B-91F5-8A3A0B47DA01}" srcOrd="0" destOrd="0" presId="urn:microsoft.com/office/officeart/2005/8/layout/orgChart1"/>
    <dgm:cxn modelId="{2D9D785D-B932-4064-84D8-2C3CD48E850B}" type="presParOf" srcId="{FF9F1988-0CA7-4A3B-91F5-8A3A0B47DA01}" destId="{FA234D32-78B4-451A-8002-6C7CDAABCF5D}" srcOrd="0" destOrd="0" presId="urn:microsoft.com/office/officeart/2005/8/layout/orgChart1"/>
    <dgm:cxn modelId="{A61D27AE-3828-420D-938E-0F0FEFFC0880}" type="presParOf" srcId="{FF9F1988-0CA7-4A3B-91F5-8A3A0B47DA01}" destId="{97224B62-2710-4B88-A14D-FAB2A486DA4E}" srcOrd="1" destOrd="0" presId="urn:microsoft.com/office/officeart/2005/8/layout/orgChart1"/>
    <dgm:cxn modelId="{8F064134-C8CD-42A5-A402-68E2D002E3FC}" type="presParOf" srcId="{4AE67ECF-5316-4C55-97B9-5C3D222B1195}" destId="{84AAA0C8-AAA3-4081-A90D-DD7F4CA00C38}" srcOrd="1" destOrd="0" presId="urn:microsoft.com/office/officeart/2005/8/layout/orgChart1"/>
    <dgm:cxn modelId="{081DCA9A-3287-422C-8B6A-41C7D57F7F3C}" type="presParOf" srcId="{4AE67ECF-5316-4C55-97B9-5C3D222B1195}" destId="{D44C0F32-39A7-4624-9D11-56A24BFA8414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8" destOrd="0" presId="urn:microsoft.com/office/officeart/2005/8/layout/orgChart1"/>
    <dgm:cxn modelId="{CEFAC0D3-EBEA-4792-B0A5-20C33C1BF7FE}" type="presParOf" srcId="{702F29B1-99E5-4896-B101-A66FF14B51F6}" destId="{5A9F857C-6022-4AF7-BE3C-4795AB9766EF}" srcOrd="9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0C270B6D-FAC7-468E-96C4-74032293C6A8}" type="presParOf" srcId="{A98ED857-9544-4D5D-BFA5-CE9AE5B76A55}" destId="{F6D288D7-F623-40B8-86F2-5691B3A77B53}" srcOrd="4" destOrd="0" presId="urn:microsoft.com/office/officeart/2005/8/layout/orgChart1"/>
    <dgm:cxn modelId="{164B6077-D4AB-45DF-9F00-A50452581CD0}" type="presParOf" srcId="{A98ED857-9544-4D5D-BFA5-CE9AE5B76A55}" destId="{034EF4D6-D246-4338-8B7D-60DA41BBAB18}" srcOrd="5" destOrd="0" presId="urn:microsoft.com/office/officeart/2005/8/layout/orgChart1"/>
    <dgm:cxn modelId="{5C104EBC-B2A0-4ECE-81D0-DFFFAB0F2464}" type="presParOf" srcId="{034EF4D6-D246-4338-8B7D-60DA41BBAB18}" destId="{9FD5B89C-48FE-4A74-8809-2139B87863B4}" srcOrd="0" destOrd="0" presId="urn:microsoft.com/office/officeart/2005/8/layout/orgChart1"/>
    <dgm:cxn modelId="{94CA53CB-6D23-4E18-9039-C6D961D52585}" type="presParOf" srcId="{9FD5B89C-48FE-4A74-8809-2139B87863B4}" destId="{5A3AF29F-DB0D-4A51-AA1F-0906720DFCCD}" srcOrd="0" destOrd="0" presId="urn:microsoft.com/office/officeart/2005/8/layout/orgChart1"/>
    <dgm:cxn modelId="{AD9ED660-715C-4E4E-9D81-40A6624B677C}" type="presParOf" srcId="{9FD5B89C-48FE-4A74-8809-2139B87863B4}" destId="{572BA4B6-E515-433F-B7F7-50C68776F99C}" srcOrd="1" destOrd="0" presId="urn:microsoft.com/office/officeart/2005/8/layout/orgChart1"/>
    <dgm:cxn modelId="{9A1E639D-3551-4E6B-AD32-DEFEFED868DC}" type="presParOf" srcId="{034EF4D6-D246-4338-8B7D-60DA41BBAB18}" destId="{8194E55C-954C-40D0-B031-15F3154566E1}" srcOrd="1" destOrd="0" presId="urn:microsoft.com/office/officeart/2005/8/layout/orgChart1"/>
    <dgm:cxn modelId="{8C05C77F-7F56-40EC-97BF-EBD325AEA33B}" type="presParOf" srcId="{034EF4D6-D246-4338-8B7D-60DA41BBAB18}" destId="{B562DA22-384C-4DDD-BC4D-C69E917C3CE9}" srcOrd="2" destOrd="0" presId="urn:microsoft.com/office/officeart/2005/8/layout/orgChart1"/>
    <dgm:cxn modelId="{50C10AEB-0D28-4BC1-AA0C-124C95011C90}" type="presParOf" srcId="{A98ED857-9544-4D5D-BFA5-CE9AE5B76A55}" destId="{B94C92FA-8750-4B0B-A887-09009CFB9B98}" srcOrd="6" destOrd="0" presId="urn:microsoft.com/office/officeart/2005/8/layout/orgChart1"/>
    <dgm:cxn modelId="{A98FF450-588D-44D0-95A9-DBBB290AEF24}" type="presParOf" srcId="{A98ED857-9544-4D5D-BFA5-CE9AE5B76A55}" destId="{410A2D5B-46A5-45B0-BC2B-FB781DA56490}" srcOrd="7" destOrd="0" presId="urn:microsoft.com/office/officeart/2005/8/layout/orgChart1"/>
    <dgm:cxn modelId="{939564AF-B808-48B1-8C9E-1E103B167DB7}" type="presParOf" srcId="{410A2D5B-46A5-45B0-BC2B-FB781DA56490}" destId="{B8384074-002C-48EA-BA25-94A1F6164B26}" srcOrd="0" destOrd="0" presId="urn:microsoft.com/office/officeart/2005/8/layout/orgChart1"/>
    <dgm:cxn modelId="{9F8C55A0-3226-485A-8B80-3C6EBE33703C}" type="presParOf" srcId="{B8384074-002C-48EA-BA25-94A1F6164B26}" destId="{E3B7A292-D246-431F-A06C-74CCAB318BD8}" srcOrd="0" destOrd="0" presId="urn:microsoft.com/office/officeart/2005/8/layout/orgChart1"/>
    <dgm:cxn modelId="{6E36BC80-921D-472E-B694-CCE85513DA4B}" type="presParOf" srcId="{B8384074-002C-48EA-BA25-94A1F6164B26}" destId="{DDC72F8E-150F-435B-9A4F-1F8957928E7A}" srcOrd="1" destOrd="0" presId="urn:microsoft.com/office/officeart/2005/8/layout/orgChart1"/>
    <dgm:cxn modelId="{0BBC6819-272F-4711-A9BA-0E9E23C42BCF}" type="presParOf" srcId="{410A2D5B-46A5-45B0-BC2B-FB781DA56490}" destId="{76E016ED-6B30-4820-90C9-7465EC981D51}" srcOrd="1" destOrd="0" presId="urn:microsoft.com/office/officeart/2005/8/layout/orgChart1"/>
    <dgm:cxn modelId="{7BA809B9-F785-407B-A4A0-6B5A811B7D19}" type="presParOf" srcId="{410A2D5B-46A5-45B0-BC2B-FB781DA56490}" destId="{C5D83A3D-2553-42E4-B090-644DB18CF6FB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EE4D19F2-CDA9-4F8E-AB28-E4AA92E6E74A}" type="presParOf" srcId="{702F29B1-99E5-4896-B101-A66FF14B51F6}" destId="{1218D60A-B1B0-4CF6-947C-5148BE7A98E3}" srcOrd="10" destOrd="0" presId="urn:microsoft.com/office/officeart/2005/8/layout/orgChart1"/>
    <dgm:cxn modelId="{C2D608A7-2C58-43B5-9F08-D22DB7302131}" type="presParOf" srcId="{702F29B1-99E5-4896-B101-A66FF14B51F6}" destId="{16CA2011-3B7A-4270-8C6A-A82686E148E6}" srcOrd="11" destOrd="0" presId="urn:microsoft.com/office/officeart/2005/8/layout/orgChart1"/>
    <dgm:cxn modelId="{00CAF02F-18C4-40AA-AF47-9509FD26CA3B}" type="presParOf" srcId="{16CA2011-3B7A-4270-8C6A-A82686E148E6}" destId="{3D1412A4-4FC4-47E2-A510-FA1ABF5BE00B}" srcOrd="0" destOrd="0" presId="urn:microsoft.com/office/officeart/2005/8/layout/orgChart1"/>
    <dgm:cxn modelId="{0EFB6A6B-083E-4AA3-A5FD-D04F446B1126}" type="presParOf" srcId="{3D1412A4-4FC4-47E2-A510-FA1ABF5BE00B}" destId="{F53C521C-7329-462F-BA4B-F05FFAFC9CD2}" srcOrd="0" destOrd="0" presId="urn:microsoft.com/office/officeart/2005/8/layout/orgChart1"/>
    <dgm:cxn modelId="{75AA06C6-B0F3-4DFF-941B-9AD284827779}" type="presParOf" srcId="{3D1412A4-4FC4-47E2-A510-FA1ABF5BE00B}" destId="{13CFB5A3-B768-499B-8243-602CB3AFEB7B}" srcOrd="1" destOrd="0" presId="urn:microsoft.com/office/officeart/2005/8/layout/orgChart1"/>
    <dgm:cxn modelId="{8A0D2CFE-F5B3-4BDA-AABF-ECAAE5886977}" type="presParOf" srcId="{16CA2011-3B7A-4270-8C6A-A82686E148E6}" destId="{58058C24-2194-4B15-9540-370E68AC1972}" srcOrd="1" destOrd="0" presId="urn:microsoft.com/office/officeart/2005/8/layout/orgChart1"/>
    <dgm:cxn modelId="{6BE1C564-3918-411A-86EF-FC8721A8ADDF}" type="presParOf" srcId="{58058C24-2194-4B15-9540-370E68AC1972}" destId="{B1684D49-319A-419B-B953-5F26A5FAEBDB}" srcOrd="0" destOrd="0" presId="urn:microsoft.com/office/officeart/2005/8/layout/orgChart1"/>
    <dgm:cxn modelId="{3ED07027-8988-4B74-BD8D-EAF292E5B59A}" type="presParOf" srcId="{58058C24-2194-4B15-9540-370E68AC1972}" destId="{9404ADBD-A7EB-4D0C-9699-B90904DEEFBA}" srcOrd="1" destOrd="0" presId="urn:microsoft.com/office/officeart/2005/8/layout/orgChart1"/>
    <dgm:cxn modelId="{08EC405A-98B7-4B1F-ABC3-D5C683C2F78A}" type="presParOf" srcId="{9404ADBD-A7EB-4D0C-9699-B90904DEEFBA}" destId="{1C5D0502-64A3-4867-8AAA-478A98620FDE}" srcOrd="0" destOrd="0" presId="urn:microsoft.com/office/officeart/2005/8/layout/orgChart1"/>
    <dgm:cxn modelId="{988E8E33-250B-4386-A62C-1A5C71D35E98}" type="presParOf" srcId="{1C5D0502-64A3-4867-8AAA-478A98620FDE}" destId="{10768755-1FC6-4848-BC4F-7827B7954355}" srcOrd="0" destOrd="0" presId="urn:microsoft.com/office/officeart/2005/8/layout/orgChart1"/>
    <dgm:cxn modelId="{6CD7DB58-27A8-4A21-82DF-E50E00DAB82A}" type="presParOf" srcId="{1C5D0502-64A3-4867-8AAA-478A98620FDE}" destId="{6972CD36-D820-4BB8-AFB4-04629D66A887}" srcOrd="1" destOrd="0" presId="urn:microsoft.com/office/officeart/2005/8/layout/orgChart1"/>
    <dgm:cxn modelId="{A93CEC93-3FBC-49A9-A487-BB59755762D2}" type="presParOf" srcId="{9404ADBD-A7EB-4D0C-9699-B90904DEEFBA}" destId="{65E1BD1B-18C2-4298-B719-EEDCAF310504}" srcOrd="1" destOrd="0" presId="urn:microsoft.com/office/officeart/2005/8/layout/orgChart1"/>
    <dgm:cxn modelId="{A6A75F43-A8B8-4961-A12B-44CE81514C74}" type="presParOf" srcId="{9404ADBD-A7EB-4D0C-9699-B90904DEEFBA}" destId="{760151DB-AAC3-437C-8D01-E74ECA72D8DB}" srcOrd="2" destOrd="0" presId="urn:microsoft.com/office/officeart/2005/8/layout/orgChart1"/>
    <dgm:cxn modelId="{92DDF15C-C32C-4F12-BD65-0197ECE95B8B}" type="presParOf" srcId="{58058C24-2194-4B15-9540-370E68AC1972}" destId="{8BFA2BD5-AE73-4D91-B1FB-478019419F28}" srcOrd="2" destOrd="0" presId="urn:microsoft.com/office/officeart/2005/8/layout/orgChart1"/>
    <dgm:cxn modelId="{EAB1EC15-FABC-405D-968C-BC551FBAA6F6}" type="presParOf" srcId="{58058C24-2194-4B15-9540-370E68AC1972}" destId="{AE0198F9-5136-4A8E-8DA5-AFCF762FCFA8}" srcOrd="3" destOrd="0" presId="urn:microsoft.com/office/officeart/2005/8/layout/orgChart1"/>
    <dgm:cxn modelId="{7C3FA4C0-A962-4973-BF5D-FF1182DAAA38}" type="presParOf" srcId="{AE0198F9-5136-4A8E-8DA5-AFCF762FCFA8}" destId="{4F2152A9-C5CD-4A99-81A6-174AA07CE297}" srcOrd="0" destOrd="0" presId="urn:microsoft.com/office/officeart/2005/8/layout/orgChart1"/>
    <dgm:cxn modelId="{BD5DE4C8-4E41-4C02-9F22-DB32E66A38F3}" type="presParOf" srcId="{4F2152A9-C5CD-4A99-81A6-174AA07CE297}" destId="{CD8B521F-53FA-4121-82F9-1927FA248C11}" srcOrd="0" destOrd="0" presId="urn:microsoft.com/office/officeart/2005/8/layout/orgChart1"/>
    <dgm:cxn modelId="{B5737DC3-C69E-419C-A259-C52B56C9C8AB}" type="presParOf" srcId="{4F2152A9-C5CD-4A99-81A6-174AA07CE297}" destId="{3DEAECD6-A1A7-46AE-885B-03F324AE6C7F}" srcOrd="1" destOrd="0" presId="urn:microsoft.com/office/officeart/2005/8/layout/orgChart1"/>
    <dgm:cxn modelId="{10C26C26-8BDE-4C9D-BA8C-FBB782FA99FC}" type="presParOf" srcId="{AE0198F9-5136-4A8E-8DA5-AFCF762FCFA8}" destId="{270424DB-42EA-45B2-B06F-700DD8C2B822}" srcOrd="1" destOrd="0" presId="urn:microsoft.com/office/officeart/2005/8/layout/orgChart1"/>
    <dgm:cxn modelId="{5D97C37B-3394-44D0-8E66-ED669D564E66}" type="presParOf" srcId="{AE0198F9-5136-4A8E-8DA5-AFCF762FCFA8}" destId="{89261170-CE59-46E0-B31F-B8FF9C64A898}" srcOrd="2" destOrd="0" presId="urn:microsoft.com/office/officeart/2005/8/layout/orgChart1"/>
    <dgm:cxn modelId="{0A2D3A81-1FC0-46F7-ABBD-156A10B6CEA8}" type="presParOf" srcId="{16CA2011-3B7A-4270-8C6A-A82686E148E6}" destId="{201166AB-E7AF-4646-9FBA-84620E54DE9C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ZELADORIA E MEIO AMBIENTE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ASSESSOR EXECUTIVO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1A95DD40-0793-4AFF-A9DD-159E3D55C96B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45DDB93D-9EFB-4128-A28A-2E2244F4E1C0}" type="parTrans" cxnId="{9E1CA6E7-89CB-4A9B-99B9-9461893E5181}">
      <dgm:prSet/>
      <dgm:spPr/>
      <dgm:t>
        <a:bodyPr/>
        <a:lstStyle/>
        <a:p>
          <a:endParaRPr lang="pt-BR"/>
        </a:p>
      </dgm:t>
    </dgm:pt>
    <dgm:pt modelId="{3D4DCA69-CF03-4958-8F2F-B72D1C4FD8FB}" type="sibTrans" cxnId="{9E1CA6E7-89CB-4A9B-99B9-9461893E5181}">
      <dgm:prSet/>
      <dgm:spPr/>
      <dgm:t>
        <a:bodyPr/>
        <a:lstStyle/>
        <a:p>
          <a:endParaRPr lang="pt-BR"/>
        </a:p>
      </dgm:t>
    </dgm:pt>
    <dgm:pt modelId="{FFF76743-057B-4AB6-9477-039899594119}">
      <dgm:prSet/>
      <dgm:spPr/>
      <dgm:t>
        <a:bodyPr/>
        <a:lstStyle/>
        <a:p>
          <a:r>
            <a:rPr lang="pt-BR" dirty="0"/>
            <a:t>Setor de Apoio Administrativo</a:t>
          </a:r>
        </a:p>
      </dgm:t>
    </dgm:pt>
    <dgm:pt modelId="{D5C9C9D1-604B-4925-B2FF-5E3EBBE1DAAF}" type="parTrans" cxnId="{053AA7D4-C355-49F7-9569-E1BD08599BEC}">
      <dgm:prSet/>
      <dgm:spPr/>
      <dgm:t>
        <a:bodyPr/>
        <a:lstStyle/>
        <a:p>
          <a:endParaRPr lang="pt-BR"/>
        </a:p>
      </dgm:t>
    </dgm:pt>
    <dgm:pt modelId="{16071E0F-6D79-4717-9813-8E87262120F5}" type="sibTrans" cxnId="{053AA7D4-C355-49F7-9569-E1BD08599BEC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140C7BE8-953D-46B7-BBBC-CEFCFC1C4A44}">
      <dgm:prSet/>
      <dgm:spPr/>
      <dgm:t>
        <a:bodyPr/>
        <a:lstStyle/>
        <a:p>
          <a:r>
            <a:rPr lang="pt-BR" dirty="0"/>
            <a:t>Divisão de Serviços de Zeladoria</a:t>
          </a:r>
        </a:p>
      </dgm:t>
    </dgm:pt>
    <dgm:pt modelId="{2705112C-0791-4250-B875-ED990730F6C5}" type="parTrans" cxnId="{68B7F17E-6EB9-4006-BFF8-64EF78DA3F52}">
      <dgm:prSet/>
      <dgm:spPr/>
      <dgm:t>
        <a:bodyPr/>
        <a:lstStyle/>
        <a:p>
          <a:endParaRPr lang="pt-BR"/>
        </a:p>
      </dgm:t>
    </dgm:pt>
    <dgm:pt modelId="{1A6AB38F-66D1-4BA9-8AAD-B524F0DC4142}" type="sibTrans" cxnId="{68B7F17E-6EB9-4006-BFF8-64EF78DA3F52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Meio Ambiente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94C9AD59-53AB-4DFE-8216-C64824EE7283}">
      <dgm:prSet/>
      <dgm:spPr/>
      <dgm:t>
        <a:bodyPr/>
        <a:lstStyle/>
        <a:p>
          <a:r>
            <a:rPr lang="pt-BR" dirty="0"/>
            <a:t>Divisão de Proteção e Bem-Estar Animal</a:t>
          </a:r>
        </a:p>
      </dgm:t>
    </dgm:pt>
    <dgm:pt modelId="{A1E0EE58-75B8-47F9-BA9A-182DA25ACFB5}" type="parTrans" cxnId="{A2CE7A10-BF12-4E38-9442-6976FF0B1F66}">
      <dgm:prSet/>
      <dgm:spPr/>
      <dgm:t>
        <a:bodyPr/>
        <a:lstStyle/>
        <a:p>
          <a:endParaRPr lang="pt-BR"/>
        </a:p>
      </dgm:t>
    </dgm:pt>
    <dgm:pt modelId="{B81960D3-743A-4CF6-A002-6AF1837F4E6F}" type="sibTrans" cxnId="{A2CE7A10-BF12-4E38-9442-6976FF0B1F66}">
      <dgm:prSet/>
      <dgm:spPr/>
      <dgm:t>
        <a:bodyPr/>
        <a:lstStyle/>
        <a:p>
          <a:endParaRPr lang="pt-BR"/>
        </a:p>
      </dgm:t>
    </dgm:pt>
    <dgm:pt modelId="{0D2EFA40-5299-4765-9373-A4D0A32096A9}">
      <dgm:prSet/>
      <dgm:spPr/>
      <dgm:t>
        <a:bodyPr/>
        <a:lstStyle/>
        <a:p>
          <a:r>
            <a:rPr lang="pt-BR" dirty="0"/>
            <a:t>Setor de Conservação Urbana</a:t>
          </a:r>
        </a:p>
      </dgm:t>
    </dgm:pt>
    <dgm:pt modelId="{112CCA63-8AE1-474A-BC04-8D434DEC9708}" type="parTrans" cxnId="{1C6F8312-2D75-4BA7-B82A-57A40E2F0143}">
      <dgm:prSet/>
      <dgm:spPr/>
      <dgm:t>
        <a:bodyPr/>
        <a:lstStyle/>
        <a:p>
          <a:endParaRPr lang="pt-BR"/>
        </a:p>
      </dgm:t>
    </dgm:pt>
    <dgm:pt modelId="{825C50A8-4B44-4C32-9184-3C444F49583E}" type="sibTrans" cxnId="{1C6F8312-2D75-4BA7-B82A-57A40E2F0143}">
      <dgm:prSet/>
      <dgm:spPr/>
      <dgm:t>
        <a:bodyPr/>
        <a:lstStyle/>
        <a:p>
          <a:endParaRPr lang="pt-BR"/>
        </a:p>
      </dgm:t>
    </dgm:pt>
    <dgm:pt modelId="{9A29A1EB-9181-4067-AEAA-0F4878194FEA}">
      <dgm:prSet/>
      <dgm:spPr/>
      <dgm:t>
        <a:bodyPr/>
        <a:lstStyle/>
        <a:p>
          <a:r>
            <a:rPr lang="pt-BR" dirty="0"/>
            <a:t>Setor de Manutenção, Operação e Instalações Ambientais</a:t>
          </a:r>
        </a:p>
      </dgm:t>
    </dgm:pt>
    <dgm:pt modelId="{07B61545-E370-4B00-939D-1DFFF68EBF4D}" type="parTrans" cxnId="{7C99AD3C-B2C4-4545-9E32-B5764223D7C6}">
      <dgm:prSet/>
      <dgm:spPr/>
      <dgm:t>
        <a:bodyPr/>
        <a:lstStyle/>
        <a:p>
          <a:endParaRPr lang="pt-BR"/>
        </a:p>
      </dgm:t>
    </dgm:pt>
    <dgm:pt modelId="{B714C414-3CFB-4F92-A502-BF35968C0220}" type="sibTrans" cxnId="{7C99AD3C-B2C4-4545-9E32-B5764223D7C6}">
      <dgm:prSet/>
      <dgm:spPr/>
      <dgm:t>
        <a:bodyPr/>
        <a:lstStyle/>
        <a:p>
          <a:endParaRPr lang="pt-BR"/>
        </a:p>
      </dgm:t>
    </dgm:pt>
    <dgm:pt modelId="{730CAE5D-00E9-4180-881E-E88FD1358F2E}">
      <dgm:prSet/>
      <dgm:spPr/>
      <dgm:t>
        <a:bodyPr/>
        <a:lstStyle/>
        <a:p>
          <a:r>
            <a:rPr lang="pt-BR" dirty="0"/>
            <a:t>Setor de Acolhimento e Proteção Animal</a:t>
          </a:r>
        </a:p>
      </dgm:t>
    </dgm:pt>
    <dgm:pt modelId="{541D8A11-6EDE-4543-82E9-95445C56638B}" type="parTrans" cxnId="{235CD430-A200-4C3F-96AB-52BD518C3960}">
      <dgm:prSet/>
      <dgm:spPr/>
      <dgm:t>
        <a:bodyPr/>
        <a:lstStyle/>
        <a:p>
          <a:endParaRPr lang="pt-BR"/>
        </a:p>
      </dgm:t>
    </dgm:pt>
    <dgm:pt modelId="{213CEA96-650E-43E9-A6ED-0D578DFD1BBF}" type="sibTrans" cxnId="{235CD430-A200-4C3F-96AB-52BD518C3960}">
      <dgm:prSet/>
      <dgm:spPr/>
      <dgm:t>
        <a:bodyPr/>
        <a:lstStyle/>
        <a:p>
          <a:endParaRPr lang="pt-BR"/>
        </a:p>
      </dgm:t>
    </dgm:pt>
    <dgm:pt modelId="{70466ED9-BB8A-4C0E-BB0E-63D84C59124C}">
      <dgm:prSet/>
      <dgm:spPr/>
      <dgm:t>
        <a:bodyPr/>
        <a:lstStyle/>
        <a:p>
          <a:r>
            <a:rPr lang="pt-BR" dirty="0"/>
            <a:t>Setor de Conservação de Áreas Verdes</a:t>
          </a:r>
        </a:p>
      </dgm:t>
    </dgm:pt>
    <dgm:pt modelId="{CA5C73BC-41E8-4FFD-AB29-9E0644637AB1}" type="parTrans" cxnId="{24711BE7-80A3-4E1A-BEC2-4DDB7F59ED7C}">
      <dgm:prSet/>
      <dgm:spPr/>
      <dgm:t>
        <a:bodyPr/>
        <a:lstStyle/>
        <a:p>
          <a:endParaRPr lang="pt-BR"/>
        </a:p>
      </dgm:t>
    </dgm:pt>
    <dgm:pt modelId="{C79640DE-8F9F-4422-A93F-F3C80957056A}" type="sibTrans" cxnId="{24711BE7-80A3-4E1A-BEC2-4DDB7F59ED7C}">
      <dgm:prSet/>
      <dgm:spPr/>
      <dgm:t>
        <a:bodyPr/>
        <a:lstStyle/>
        <a:p>
          <a:endParaRPr lang="pt-BR"/>
        </a:p>
      </dgm:t>
    </dgm:pt>
    <dgm:pt modelId="{359658E8-5791-44AD-A30D-A2B7BBF11301}">
      <dgm:prSet/>
      <dgm:spPr/>
      <dgm:t>
        <a:bodyPr/>
        <a:lstStyle/>
        <a:p>
          <a:r>
            <a:rPr lang="pt-BR" dirty="0"/>
            <a:t>Setor de Arborização e Paisagismo </a:t>
          </a:r>
        </a:p>
      </dgm:t>
    </dgm:pt>
    <dgm:pt modelId="{67516A8C-826C-4A0E-9138-315E28FD1D3D}" type="parTrans" cxnId="{5471FAEB-0D5F-4ED9-AEA4-25CCC758EB0C}">
      <dgm:prSet/>
      <dgm:spPr/>
      <dgm:t>
        <a:bodyPr/>
        <a:lstStyle/>
        <a:p>
          <a:endParaRPr lang="pt-BR"/>
        </a:p>
      </dgm:t>
    </dgm:pt>
    <dgm:pt modelId="{2A405053-B89B-4CC2-B2E0-D5E8A64A9D94}" type="sibTrans" cxnId="{5471FAEB-0D5F-4ED9-AEA4-25CCC758EB0C}">
      <dgm:prSet/>
      <dgm:spPr/>
      <dgm:t>
        <a:bodyPr/>
        <a:lstStyle/>
        <a:p>
          <a:endParaRPr lang="pt-BR"/>
        </a:p>
      </dgm:t>
    </dgm:pt>
    <dgm:pt modelId="{58AC23B3-3CBD-4683-A7A9-DBC7DC8B6E65}">
      <dgm:prSet/>
      <dgm:spPr/>
      <dgm:t>
        <a:bodyPr/>
        <a:lstStyle/>
        <a:p>
          <a:r>
            <a:rPr lang="pt-BR" dirty="0"/>
            <a:t>Setor de Fiscalização e Licenciamentos</a:t>
          </a:r>
        </a:p>
      </dgm:t>
    </dgm:pt>
    <dgm:pt modelId="{F591D3EB-2F79-4E90-A8D7-E1097433DE01}" type="parTrans" cxnId="{E52A8F60-D538-4EEA-99C2-0F8EC84B3839}">
      <dgm:prSet/>
      <dgm:spPr/>
      <dgm:t>
        <a:bodyPr/>
        <a:lstStyle/>
        <a:p>
          <a:endParaRPr lang="pt-BR"/>
        </a:p>
      </dgm:t>
    </dgm:pt>
    <dgm:pt modelId="{61425CCD-3452-4D82-91D1-E9ABE86756A8}" type="sibTrans" cxnId="{E52A8F60-D538-4EEA-99C2-0F8EC84B3839}">
      <dgm:prSet/>
      <dgm:spPr/>
      <dgm:t>
        <a:bodyPr/>
        <a:lstStyle/>
        <a:p>
          <a:endParaRPr lang="pt-BR"/>
        </a:p>
      </dgm:t>
    </dgm:pt>
    <dgm:pt modelId="{2FA7C500-6510-41CB-B54B-2CFA98363C5F}">
      <dgm:prSet/>
      <dgm:spPr/>
      <dgm:t>
        <a:bodyPr/>
        <a:lstStyle/>
        <a:p>
          <a:r>
            <a:rPr lang="pt-BR" dirty="0"/>
            <a:t>Setor de Educação Ambiental</a:t>
          </a:r>
        </a:p>
      </dgm:t>
    </dgm:pt>
    <dgm:pt modelId="{CFA003AC-D94A-4FB5-BA25-AE57013D4548}" type="parTrans" cxnId="{F0241072-1338-4D20-ABBF-1245160D1410}">
      <dgm:prSet/>
      <dgm:spPr/>
      <dgm:t>
        <a:bodyPr/>
        <a:lstStyle/>
        <a:p>
          <a:endParaRPr lang="pt-BR"/>
        </a:p>
      </dgm:t>
    </dgm:pt>
    <dgm:pt modelId="{7F3AB037-A5EB-41E7-809D-DA1A1B4FB2E8}" type="sibTrans" cxnId="{F0241072-1338-4D20-ABBF-1245160D1410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16596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33993C2A-B7AD-4F23-8883-A754BF95EABE}" type="pres">
      <dgm:prSet presAssocID="{45DDB93D-9EFB-4128-A28A-2E2244F4E1C0}" presName="Name37" presStyleLbl="parChTrans1D2" presStyleIdx="0" presStyleCnt="6"/>
      <dgm:spPr/>
    </dgm:pt>
    <dgm:pt modelId="{FF08BDA0-A682-4884-9E7F-74783F6F0578}" type="pres">
      <dgm:prSet presAssocID="{1A95DD40-0793-4AFF-A9DD-159E3D55C96B}" presName="hierRoot2" presStyleCnt="0">
        <dgm:presLayoutVars>
          <dgm:hierBranch val="init"/>
        </dgm:presLayoutVars>
      </dgm:prSet>
      <dgm:spPr/>
    </dgm:pt>
    <dgm:pt modelId="{C18767D1-EA8A-4710-BA8B-BF04C0C36C59}" type="pres">
      <dgm:prSet presAssocID="{1A95DD40-0793-4AFF-A9DD-159E3D55C96B}" presName="rootComposite" presStyleCnt="0"/>
      <dgm:spPr/>
    </dgm:pt>
    <dgm:pt modelId="{145EEDCF-16FE-43DF-9591-B15FA8713D0E}" type="pres">
      <dgm:prSet presAssocID="{1A95DD40-0793-4AFF-A9DD-159E3D55C96B}" presName="rootText" presStyleLbl="node2" presStyleIdx="0" presStyleCnt="4">
        <dgm:presLayoutVars>
          <dgm:chPref val="3"/>
        </dgm:presLayoutVars>
      </dgm:prSet>
      <dgm:spPr/>
    </dgm:pt>
    <dgm:pt modelId="{F48C74D4-A4C7-40DC-8666-650D6EB9DCCC}" type="pres">
      <dgm:prSet presAssocID="{1A95DD40-0793-4AFF-A9DD-159E3D55C96B}" presName="rootConnector" presStyleLbl="node2" presStyleIdx="0" presStyleCnt="4"/>
      <dgm:spPr/>
    </dgm:pt>
    <dgm:pt modelId="{E474A6EE-A417-44C1-A518-D891C508A90A}" type="pres">
      <dgm:prSet presAssocID="{1A95DD40-0793-4AFF-A9DD-159E3D55C96B}" presName="hierChild4" presStyleCnt="0"/>
      <dgm:spPr/>
    </dgm:pt>
    <dgm:pt modelId="{2994FFDB-CB36-4419-8799-1117B4C45D05}" type="pres">
      <dgm:prSet presAssocID="{D5C9C9D1-604B-4925-B2FF-5E3EBBE1DAAF}" presName="Name37" presStyleLbl="parChTrans1D3" presStyleIdx="0" presStyleCnt="8"/>
      <dgm:spPr/>
    </dgm:pt>
    <dgm:pt modelId="{FDE4C71E-E52D-48D4-A0F6-A8F5761CB703}" type="pres">
      <dgm:prSet presAssocID="{FFF76743-057B-4AB6-9477-039899594119}" presName="hierRoot2" presStyleCnt="0">
        <dgm:presLayoutVars>
          <dgm:hierBranch val="init"/>
        </dgm:presLayoutVars>
      </dgm:prSet>
      <dgm:spPr/>
    </dgm:pt>
    <dgm:pt modelId="{698E33B2-07B0-490D-951B-873B503DE39F}" type="pres">
      <dgm:prSet presAssocID="{FFF76743-057B-4AB6-9477-039899594119}" presName="rootComposite" presStyleCnt="0"/>
      <dgm:spPr/>
    </dgm:pt>
    <dgm:pt modelId="{C27F17B6-C1E2-4B95-9EA1-506B466147E9}" type="pres">
      <dgm:prSet presAssocID="{FFF76743-057B-4AB6-9477-039899594119}" presName="rootText" presStyleLbl="node3" presStyleIdx="0" presStyleCnt="8" custLinFactNeighborY="-11286">
        <dgm:presLayoutVars>
          <dgm:chPref val="3"/>
        </dgm:presLayoutVars>
      </dgm:prSet>
      <dgm:spPr/>
    </dgm:pt>
    <dgm:pt modelId="{33BE3C83-CD92-4B0A-A243-FC9569B3BD0D}" type="pres">
      <dgm:prSet presAssocID="{FFF76743-057B-4AB6-9477-039899594119}" presName="rootConnector" presStyleLbl="node3" presStyleIdx="0" presStyleCnt="8"/>
      <dgm:spPr/>
    </dgm:pt>
    <dgm:pt modelId="{2933AAD2-6B5C-4F6E-B648-A72A2674125C}" type="pres">
      <dgm:prSet presAssocID="{FFF76743-057B-4AB6-9477-039899594119}" presName="hierChild4" presStyleCnt="0"/>
      <dgm:spPr/>
    </dgm:pt>
    <dgm:pt modelId="{8967A8EC-ECC1-41CF-A375-23D1653F6081}" type="pres">
      <dgm:prSet presAssocID="{FFF76743-057B-4AB6-9477-039899594119}" presName="hierChild5" presStyleCnt="0"/>
      <dgm:spPr/>
    </dgm:pt>
    <dgm:pt modelId="{8EECB142-E566-482B-A85C-F93D1B2E35DA}" type="pres">
      <dgm:prSet presAssocID="{1A95DD40-0793-4AFF-A9DD-159E3D55C96B}" presName="hierChild5" presStyleCnt="0"/>
      <dgm:spPr/>
    </dgm:pt>
    <dgm:pt modelId="{203CECAF-4583-4381-A15F-0B63A7CD1DC8}" type="pres">
      <dgm:prSet presAssocID="{2705112C-0791-4250-B875-ED990730F6C5}" presName="Name37" presStyleLbl="parChTrans1D2" presStyleIdx="1" presStyleCnt="6"/>
      <dgm:spPr/>
    </dgm:pt>
    <dgm:pt modelId="{8AA23E7D-C409-4F33-A40C-76801715EDE1}" type="pres">
      <dgm:prSet presAssocID="{140C7BE8-953D-46B7-BBBC-CEFCFC1C4A44}" presName="hierRoot2" presStyleCnt="0">
        <dgm:presLayoutVars>
          <dgm:hierBranch val="init"/>
        </dgm:presLayoutVars>
      </dgm:prSet>
      <dgm:spPr/>
    </dgm:pt>
    <dgm:pt modelId="{3B0E1DC4-32C0-4F92-A5F2-E332FF8BE0F0}" type="pres">
      <dgm:prSet presAssocID="{140C7BE8-953D-46B7-BBBC-CEFCFC1C4A44}" presName="rootComposite" presStyleCnt="0"/>
      <dgm:spPr/>
    </dgm:pt>
    <dgm:pt modelId="{DDD729F6-4CE6-4BBD-A2F3-807ABD78F710}" type="pres">
      <dgm:prSet presAssocID="{140C7BE8-953D-46B7-BBBC-CEFCFC1C4A44}" presName="rootText" presStyleLbl="node2" presStyleIdx="1" presStyleCnt="4">
        <dgm:presLayoutVars>
          <dgm:chPref val="3"/>
        </dgm:presLayoutVars>
      </dgm:prSet>
      <dgm:spPr/>
    </dgm:pt>
    <dgm:pt modelId="{DD1CB0F3-68B5-40A2-A5E7-4D4B79648801}" type="pres">
      <dgm:prSet presAssocID="{140C7BE8-953D-46B7-BBBC-CEFCFC1C4A44}" presName="rootConnector" presStyleLbl="node2" presStyleIdx="1" presStyleCnt="4"/>
      <dgm:spPr/>
    </dgm:pt>
    <dgm:pt modelId="{4A709BA3-FD33-4520-B014-71D7F5D35A41}" type="pres">
      <dgm:prSet presAssocID="{140C7BE8-953D-46B7-BBBC-CEFCFC1C4A44}" presName="hierChild4" presStyleCnt="0"/>
      <dgm:spPr/>
    </dgm:pt>
    <dgm:pt modelId="{3E0F88E9-3BAE-4892-8C48-E7764BB5F279}" type="pres">
      <dgm:prSet presAssocID="{112CCA63-8AE1-474A-BC04-8D434DEC9708}" presName="Name37" presStyleLbl="parChTrans1D3" presStyleIdx="1" presStyleCnt="8"/>
      <dgm:spPr/>
    </dgm:pt>
    <dgm:pt modelId="{D269B964-3A2F-418B-B752-90750B632724}" type="pres">
      <dgm:prSet presAssocID="{0D2EFA40-5299-4765-9373-A4D0A32096A9}" presName="hierRoot2" presStyleCnt="0">
        <dgm:presLayoutVars>
          <dgm:hierBranch val="init"/>
        </dgm:presLayoutVars>
      </dgm:prSet>
      <dgm:spPr/>
    </dgm:pt>
    <dgm:pt modelId="{898C4FA2-F8AC-410D-BF3F-3C08DABA1EBC}" type="pres">
      <dgm:prSet presAssocID="{0D2EFA40-5299-4765-9373-A4D0A32096A9}" presName="rootComposite" presStyleCnt="0"/>
      <dgm:spPr/>
    </dgm:pt>
    <dgm:pt modelId="{19CBCE9C-9352-4252-B303-D79EE2BDF793}" type="pres">
      <dgm:prSet presAssocID="{0D2EFA40-5299-4765-9373-A4D0A32096A9}" presName="rootText" presStyleLbl="node3" presStyleIdx="1" presStyleCnt="8" custLinFactNeighborY="-11286">
        <dgm:presLayoutVars>
          <dgm:chPref val="3"/>
        </dgm:presLayoutVars>
      </dgm:prSet>
      <dgm:spPr/>
    </dgm:pt>
    <dgm:pt modelId="{6C50B689-4DF9-46E5-89B6-644774CEECDC}" type="pres">
      <dgm:prSet presAssocID="{0D2EFA40-5299-4765-9373-A4D0A32096A9}" presName="rootConnector" presStyleLbl="node3" presStyleIdx="1" presStyleCnt="8"/>
      <dgm:spPr/>
    </dgm:pt>
    <dgm:pt modelId="{EB8C130B-5DDB-4029-9137-D5550F47844B}" type="pres">
      <dgm:prSet presAssocID="{0D2EFA40-5299-4765-9373-A4D0A32096A9}" presName="hierChild4" presStyleCnt="0"/>
      <dgm:spPr/>
    </dgm:pt>
    <dgm:pt modelId="{2D4AD201-5795-4FF5-8FD9-8AD992FC83A2}" type="pres">
      <dgm:prSet presAssocID="{0D2EFA40-5299-4765-9373-A4D0A32096A9}" presName="hierChild5" presStyleCnt="0"/>
      <dgm:spPr/>
    </dgm:pt>
    <dgm:pt modelId="{C0684F0C-8EC3-4A0A-9CBE-845D8DC75645}" type="pres">
      <dgm:prSet presAssocID="{CA5C73BC-41E8-4FFD-AB29-9E0644637AB1}" presName="Name37" presStyleLbl="parChTrans1D3" presStyleIdx="2" presStyleCnt="8"/>
      <dgm:spPr/>
    </dgm:pt>
    <dgm:pt modelId="{15CB99E6-896A-4C55-8403-599A038043E8}" type="pres">
      <dgm:prSet presAssocID="{70466ED9-BB8A-4C0E-BB0E-63D84C59124C}" presName="hierRoot2" presStyleCnt="0">
        <dgm:presLayoutVars>
          <dgm:hierBranch val="init"/>
        </dgm:presLayoutVars>
      </dgm:prSet>
      <dgm:spPr/>
    </dgm:pt>
    <dgm:pt modelId="{BB74BEC0-C597-4842-BDA1-BF997D8B1292}" type="pres">
      <dgm:prSet presAssocID="{70466ED9-BB8A-4C0E-BB0E-63D84C59124C}" presName="rootComposite" presStyleCnt="0"/>
      <dgm:spPr/>
    </dgm:pt>
    <dgm:pt modelId="{B63548F3-67B9-471D-B536-52A20A1C6AD7}" type="pres">
      <dgm:prSet presAssocID="{70466ED9-BB8A-4C0E-BB0E-63D84C59124C}" presName="rootText" presStyleLbl="node3" presStyleIdx="2" presStyleCnt="8" custLinFactNeighborY="-20064">
        <dgm:presLayoutVars>
          <dgm:chPref val="3"/>
        </dgm:presLayoutVars>
      </dgm:prSet>
      <dgm:spPr/>
    </dgm:pt>
    <dgm:pt modelId="{CC8C834D-9789-4F7C-A754-0BCF8E0E087B}" type="pres">
      <dgm:prSet presAssocID="{70466ED9-BB8A-4C0E-BB0E-63D84C59124C}" presName="rootConnector" presStyleLbl="node3" presStyleIdx="2" presStyleCnt="8"/>
      <dgm:spPr/>
    </dgm:pt>
    <dgm:pt modelId="{AA3428A9-A7F5-49C3-AB86-2050A79982BF}" type="pres">
      <dgm:prSet presAssocID="{70466ED9-BB8A-4C0E-BB0E-63D84C59124C}" presName="hierChild4" presStyleCnt="0"/>
      <dgm:spPr/>
    </dgm:pt>
    <dgm:pt modelId="{3596C61E-D730-4186-BB17-D2C285E619EC}" type="pres">
      <dgm:prSet presAssocID="{70466ED9-BB8A-4C0E-BB0E-63D84C59124C}" presName="hierChild5" presStyleCnt="0"/>
      <dgm:spPr/>
    </dgm:pt>
    <dgm:pt modelId="{7E143813-DEAC-47A0-8273-767F07D7A437}" type="pres">
      <dgm:prSet presAssocID="{67516A8C-826C-4A0E-9138-315E28FD1D3D}" presName="Name37" presStyleLbl="parChTrans1D3" presStyleIdx="3" presStyleCnt="8"/>
      <dgm:spPr/>
    </dgm:pt>
    <dgm:pt modelId="{44675F9C-1CFC-4C0B-B6E8-29C4250E7749}" type="pres">
      <dgm:prSet presAssocID="{359658E8-5791-44AD-A30D-A2B7BBF11301}" presName="hierRoot2" presStyleCnt="0">
        <dgm:presLayoutVars>
          <dgm:hierBranch val="init"/>
        </dgm:presLayoutVars>
      </dgm:prSet>
      <dgm:spPr/>
    </dgm:pt>
    <dgm:pt modelId="{A9D84652-4D5D-4CE8-B654-8157BFF70D33}" type="pres">
      <dgm:prSet presAssocID="{359658E8-5791-44AD-A30D-A2B7BBF11301}" presName="rootComposite" presStyleCnt="0"/>
      <dgm:spPr/>
    </dgm:pt>
    <dgm:pt modelId="{01B49847-E5FF-4C0E-B02C-377744D870F5}" type="pres">
      <dgm:prSet presAssocID="{359658E8-5791-44AD-A30D-A2B7BBF11301}" presName="rootText" presStyleLbl="node3" presStyleIdx="3" presStyleCnt="8" custLinFactNeighborY="-30086">
        <dgm:presLayoutVars>
          <dgm:chPref val="3"/>
        </dgm:presLayoutVars>
      </dgm:prSet>
      <dgm:spPr/>
    </dgm:pt>
    <dgm:pt modelId="{14A11DF6-B239-425C-B2B2-E7C913D495F3}" type="pres">
      <dgm:prSet presAssocID="{359658E8-5791-44AD-A30D-A2B7BBF11301}" presName="rootConnector" presStyleLbl="node3" presStyleIdx="3" presStyleCnt="8"/>
      <dgm:spPr/>
    </dgm:pt>
    <dgm:pt modelId="{05C3B139-1CC1-47F7-AF87-DFBDFBD3437B}" type="pres">
      <dgm:prSet presAssocID="{359658E8-5791-44AD-A30D-A2B7BBF11301}" presName="hierChild4" presStyleCnt="0"/>
      <dgm:spPr/>
    </dgm:pt>
    <dgm:pt modelId="{2047D28B-56F5-43B1-AE2D-2AC474DC0F42}" type="pres">
      <dgm:prSet presAssocID="{359658E8-5791-44AD-A30D-A2B7BBF11301}" presName="hierChild5" presStyleCnt="0"/>
      <dgm:spPr/>
    </dgm:pt>
    <dgm:pt modelId="{472EE5D0-3313-4DD0-959C-3F27DF488BB2}" type="pres">
      <dgm:prSet presAssocID="{140C7BE8-953D-46B7-BBBC-CEFCFC1C4A44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2" presStyleCnt="6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2" presStyleCnt="4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2" presStyleCnt="4"/>
      <dgm:spPr/>
    </dgm:pt>
    <dgm:pt modelId="{A98ED857-9544-4D5D-BFA5-CE9AE5B76A55}" type="pres">
      <dgm:prSet presAssocID="{897542E0-B2F5-4EE4-8EE3-85C4B385D779}" presName="hierChild4" presStyleCnt="0"/>
      <dgm:spPr/>
    </dgm:pt>
    <dgm:pt modelId="{519A4E30-63E7-4C31-BF7D-B93E18044064}" type="pres">
      <dgm:prSet presAssocID="{07B61545-E370-4B00-939D-1DFFF68EBF4D}" presName="Name37" presStyleLbl="parChTrans1D3" presStyleIdx="4" presStyleCnt="8"/>
      <dgm:spPr/>
    </dgm:pt>
    <dgm:pt modelId="{443E8B17-903D-444F-A120-FEC1F3A297EE}" type="pres">
      <dgm:prSet presAssocID="{9A29A1EB-9181-4067-AEAA-0F4878194FEA}" presName="hierRoot2" presStyleCnt="0">
        <dgm:presLayoutVars>
          <dgm:hierBranch val="init"/>
        </dgm:presLayoutVars>
      </dgm:prSet>
      <dgm:spPr/>
    </dgm:pt>
    <dgm:pt modelId="{16FFDE0C-07AF-4AF9-99FC-E64C36390E30}" type="pres">
      <dgm:prSet presAssocID="{9A29A1EB-9181-4067-AEAA-0F4878194FEA}" presName="rootComposite" presStyleCnt="0"/>
      <dgm:spPr/>
    </dgm:pt>
    <dgm:pt modelId="{46D94D2C-3C2A-4644-B96C-327B2FBE461A}" type="pres">
      <dgm:prSet presAssocID="{9A29A1EB-9181-4067-AEAA-0F4878194FEA}" presName="rootText" presStyleLbl="node3" presStyleIdx="4" presStyleCnt="8" custLinFactNeighborY="-11286">
        <dgm:presLayoutVars>
          <dgm:chPref val="3"/>
        </dgm:presLayoutVars>
      </dgm:prSet>
      <dgm:spPr/>
    </dgm:pt>
    <dgm:pt modelId="{FBB5C1C9-02BC-4172-BEF9-A8C8BBE45AEE}" type="pres">
      <dgm:prSet presAssocID="{9A29A1EB-9181-4067-AEAA-0F4878194FEA}" presName="rootConnector" presStyleLbl="node3" presStyleIdx="4" presStyleCnt="8"/>
      <dgm:spPr/>
    </dgm:pt>
    <dgm:pt modelId="{086A2628-AF85-4B92-83AB-73E84137A341}" type="pres">
      <dgm:prSet presAssocID="{9A29A1EB-9181-4067-AEAA-0F4878194FEA}" presName="hierChild4" presStyleCnt="0"/>
      <dgm:spPr/>
    </dgm:pt>
    <dgm:pt modelId="{269A4D68-03EC-46AF-8735-82E41742C465}" type="pres">
      <dgm:prSet presAssocID="{9A29A1EB-9181-4067-AEAA-0F4878194FEA}" presName="hierChild5" presStyleCnt="0"/>
      <dgm:spPr/>
    </dgm:pt>
    <dgm:pt modelId="{7B14467F-3FFE-4D59-AEF2-64D539EB442D}" type="pres">
      <dgm:prSet presAssocID="{F591D3EB-2F79-4E90-A8D7-E1097433DE01}" presName="Name37" presStyleLbl="parChTrans1D3" presStyleIdx="5" presStyleCnt="8"/>
      <dgm:spPr/>
    </dgm:pt>
    <dgm:pt modelId="{53FC0C37-F250-48DC-8C20-566DB2D48964}" type="pres">
      <dgm:prSet presAssocID="{58AC23B3-3CBD-4683-A7A9-DBC7DC8B6E65}" presName="hierRoot2" presStyleCnt="0">
        <dgm:presLayoutVars>
          <dgm:hierBranch val="init"/>
        </dgm:presLayoutVars>
      </dgm:prSet>
      <dgm:spPr/>
    </dgm:pt>
    <dgm:pt modelId="{33B2CA8F-0F6C-4735-91B8-F32EF7612B82}" type="pres">
      <dgm:prSet presAssocID="{58AC23B3-3CBD-4683-A7A9-DBC7DC8B6E65}" presName="rootComposite" presStyleCnt="0"/>
      <dgm:spPr/>
    </dgm:pt>
    <dgm:pt modelId="{DE7C1172-0890-4878-8F86-95E5530C4709}" type="pres">
      <dgm:prSet presAssocID="{58AC23B3-3CBD-4683-A7A9-DBC7DC8B6E65}" presName="rootText" presStyleLbl="node3" presStyleIdx="5" presStyleCnt="8" custLinFactNeighborY="-20064">
        <dgm:presLayoutVars>
          <dgm:chPref val="3"/>
        </dgm:presLayoutVars>
      </dgm:prSet>
      <dgm:spPr/>
    </dgm:pt>
    <dgm:pt modelId="{D4D02C82-EFB3-457D-B198-A365EC646DC2}" type="pres">
      <dgm:prSet presAssocID="{58AC23B3-3CBD-4683-A7A9-DBC7DC8B6E65}" presName="rootConnector" presStyleLbl="node3" presStyleIdx="5" presStyleCnt="8"/>
      <dgm:spPr/>
    </dgm:pt>
    <dgm:pt modelId="{0206043A-93D4-4370-BFC1-F3586D890E00}" type="pres">
      <dgm:prSet presAssocID="{58AC23B3-3CBD-4683-A7A9-DBC7DC8B6E65}" presName="hierChild4" presStyleCnt="0"/>
      <dgm:spPr/>
    </dgm:pt>
    <dgm:pt modelId="{8E6F1C03-13C6-47C9-B7ED-9596AD191749}" type="pres">
      <dgm:prSet presAssocID="{58AC23B3-3CBD-4683-A7A9-DBC7DC8B6E65}" presName="hierChild5" presStyleCnt="0"/>
      <dgm:spPr/>
    </dgm:pt>
    <dgm:pt modelId="{F6D288D7-F623-40B8-86F2-5691B3A77B53}" type="pres">
      <dgm:prSet presAssocID="{CFA003AC-D94A-4FB5-BA25-AE57013D4548}" presName="Name37" presStyleLbl="parChTrans1D3" presStyleIdx="6" presStyleCnt="8"/>
      <dgm:spPr/>
    </dgm:pt>
    <dgm:pt modelId="{034EF4D6-D246-4338-8B7D-60DA41BBAB18}" type="pres">
      <dgm:prSet presAssocID="{2FA7C500-6510-41CB-B54B-2CFA98363C5F}" presName="hierRoot2" presStyleCnt="0">
        <dgm:presLayoutVars>
          <dgm:hierBranch val="init"/>
        </dgm:presLayoutVars>
      </dgm:prSet>
      <dgm:spPr/>
    </dgm:pt>
    <dgm:pt modelId="{9FD5B89C-48FE-4A74-8809-2139B87863B4}" type="pres">
      <dgm:prSet presAssocID="{2FA7C500-6510-41CB-B54B-2CFA98363C5F}" presName="rootComposite" presStyleCnt="0"/>
      <dgm:spPr/>
    </dgm:pt>
    <dgm:pt modelId="{5A3AF29F-DB0D-4A51-AA1F-0906720DFCCD}" type="pres">
      <dgm:prSet presAssocID="{2FA7C500-6510-41CB-B54B-2CFA98363C5F}" presName="rootText" presStyleLbl="node3" presStyleIdx="6" presStyleCnt="8" custLinFactNeighborY="-30086">
        <dgm:presLayoutVars>
          <dgm:chPref val="3"/>
        </dgm:presLayoutVars>
      </dgm:prSet>
      <dgm:spPr/>
    </dgm:pt>
    <dgm:pt modelId="{572BA4B6-E515-433F-B7F7-50C68776F99C}" type="pres">
      <dgm:prSet presAssocID="{2FA7C500-6510-41CB-B54B-2CFA98363C5F}" presName="rootConnector" presStyleLbl="node3" presStyleIdx="6" presStyleCnt="8"/>
      <dgm:spPr/>
    </dgm:pt>
    <dgm:pt modelId="{8194E55C-954C-40D0-B031-15F3154566E1}" type="pres">
      <dgm:prSet presAssocID="{2FA7C500-6510-41CB-B54B-2CFA98363C5F}" presName="hierChild4" presStyleCnt="0"/>
      <dgm:spPr/>
    </dgm:pt>
    <dgm:pt modelId="{B562DA22-384C-4DDD-BC4D-C69E917C3CE9}" type="pres">
      <dgm:prSet presAssocID="{2FA7C500-6510-41CB-B54B-2CFA98363C5F}" presName="hierChild5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584C573A-E599-46DF-A400-949851F5727C}" type="pres">
      <dgm:prSet presAssocID="{A1E0EE58-75B8-47F9-BA9A-182DA25ACFB5}" presName="Name37" presStyleLbl="parChTrans1D2" presStyleIdx="3" presStyleCnt="6"/>
      <dgm:spPr/>
    </dgm:pt>
    <dgm:pt modelId="{BB3AD7FB-BD3E-4FD3-AD53-17D452CAD4CF}" type="pres">
      <dgm:prSet presAssocID="{94C9AD59-53AB-4DFE-8216-C64824EE7283}" presName="hierRoot2" presStyleCnt="0">
        <dgm:presLayoutVars>
          <dgm:hierBranch val="init"/>
        </dgm:presLayoutVars>
      </dgm:prSet>
      <dgm:spPr/>
    </dgm:pt>
    <dgm:pt modelId="{C87BD1E2-920F-4503-BBC9-8D23B73DBDF2}" type="pres">
      <dgm:prSet presAssocID="{94C9AD59-53AB-4DFE-8216-C64824EE7283}" presName="rootComposite" presStyleCnt="0"/>
      <dgm:spPr/>
    </dgm:pt>
    <dgm:pt modelId="{F9B31A21-ABF6-4080-9BFF-F79CC1E5954A}" type="pres">
      <dgm:prSet presAssocID="{94C9AD59-53AB-4DFE-8216-C64824EE7283}" presName="rootText" presStyleLbl="node2" presStyleIdx="3" presStyleCnt="4">
        <dgm:presLayoutVars>
          <dgm:chPref val="3"/>
        </dgm:presLayoutVars>
      </dgm:prSet>
      <dgm:spPr/>
    </dgm:pt>
    <dgm:pt modelId="{B462219A-00D9-49D3-83C8-8D9F2929063D}" type="pres">
      <dgm:prSet presAssocID="{94C9AD59-53AB-4DFE-8216-C64824EE7283}" presName="rootConnector" presStyleLbl="node2" presStyleIdx="3" presStyleCnt="4"/>
      <dgm:spPr/>
    </dgm:pt>
    <dgm:pt modelId="{D938E30E-33F1-4385-8EC8-695E2B409154}" type="pres">
      <dgm:prSet presAssocID="{94C9AD59-53AB-4DFE-8216-C64824EE7283}" presName="hierChild4" presStyleCnt="0"/>
      <dgm:spPr/>
    </dgm:pt>
    <dgm:pt modelId="{0EB2EF46-98B8-4E21-AD3B-078F42B04F6C}" type="pres">
      <dgm:prSet presAssocID="{541D8A11-6EDE-4543-82E9-95445C56638B}" presName="Name37" presStyleLbl="parChTrans1D3" presStyleIdx="7" presStyleCnt="8"/>
      <dgm:spPr/>
    </dgm:pt>
    <dgm:pt modelId="{367EA336-0ECE-4C66-BEB1-DEA221E872C0}" type="pres">
      <dgm:prSet presAssocID="{730CAE5D-00E9-4180-881E-E88FD1358F2E}" presName="hierRoot2" presStyleCnt="0">
        <dgm:presLayoutVars>
          <dgm:hierBranch val="init"/>
        </dgm:presLayoutVars>
      </dgm:prSet>
      <dgm:spPr/>
    </dgm:pt>
    <dgm:pt modelId="{415E6230-9266-475D-9FDD-4B76CA15089C}" type="pres">
      <dgm:prSet presAssocID="{730CAE5D-00E9-4180-881E-E88FD1358F2E}" presName="rootComposite" presStyleCnt="0"/>
      <dgm:spPr/>
    </dgm:pt>
    <dgm:pt modelId="{830EF56D-2EE8-4C01-A9A4-B32A0E361494}" type="pres">
      <dgm:prSet presAssocID="{730CAE5D-00E9-4180-881E-E88FD1358F2E}" presName="rootText" presStyleLbl="node3" presStyleIdx="7" presStyleCnt="8" custLinFactNeighborY="-11286">
        <dgm:presLayoutVars>
          <dgm:chPref val="3"/>
        </dgm:presLayoutVars>
      </dgm:prSet>
      <dgm:spPr/>
    </dgm:pt>
    <dgm:pt modelId="{C7E3177D-38BC-40F6-8061-9CACE85CAAC7}" type="pres">
      <dgm:prSet presAssocID="{730CAE5D-00E9-4180-881E-E88FD1358F2E}" presName="rootConnector" presStyleLbl="node3" presStyleIdx="7" presStyleCnt="8"/>
      <dgm:spPr/>
    </dgm:pt>
    <dgm:pt modelId="{599BAECF-9AD5-4229-921A-B0D751A28EC7}" type="pres">
      <dgm:prSet presAssocID="{730CAE5D-00E9-4180-881E-E88FD1358F2E}" presName="hierChild4" presStyleCnt="0"/>
      <dgm:spPr/>
    </dgm:pt>
    <dgm:pt modelId="{54DBECE7-2130-4B48-AE83-F482E9EF0B9C}" type="pres">
      <dgm:prSet presAssocID="{730CAE5D-00E9-4180-881E-E88FD1358F2E}" presName="hierChild5" presStyleCnt="0"/>
      <dgm:spPr/>
    </dgm:pt>
    <dgm:pt modelId="{813B59D0-3A00-450F-A563-2342FE02F3AD}" type="pres">
      <dgm:prSet presAssocID="{94C9AD59-53AB-4DFE-8216-C64824EE7283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4" presStyleCnt="6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2" custScaleX="135892" custLinFactNeighborY="-12540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2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5" presStyleCnt="6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2" custScaleX="127144" custLinFactNeighborY="-12540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2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</dgm:ptLst>
  <dgm:cxnLst>
    <dgm:cxn modelId="{A2CE7A10-BF12-4E38-9442-6976FF0B1F66}" srcId="{BDA3E80D-83D1-43CB-89EA-5529CB9AAA78}" destId="{94C9AD59-53AB-4DFE-8216-C64824EE7283}" srcOrd="5" destOrd="0" parTransId="{A1E0EE58-75B8-47F9-BA9A-182DA25ACFB5}" sibTransId="{B81960D3-743A-4CF6-A002-6AF1837F4E6F}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C6F8312-2D75-4BA7-B82A-57A40E2F0143}" srcId="{140C7BE8-953D-46B7-BBBC-CEFCFC1C4A44}" destId="{0D2EFA40-5299-4765-9373-A4D0A32096A9}" srcOrd="0" destOrd="0" parTransId="{112CCA63-8AE1-474A-BC04-8D434DEC9708}" sibTransId="{825C50A8-4B44-4C32-9184-3C444F49583E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4C923-6398-4348-ABD9-448AC6DEEEC2}" type="presOf" srcId="{9A29A1EB-9181-4067-AEAA-0F4878194FEA}" destId="{FBB5C1C9-02BC-4172-BEF9-A8C8BBE45AEE}" srcOrd="1" destOrd="0" presId="urn:microsoft.com/office/officeart/2005/8/layout/orgChart1"/>
    <dgm:cxn modelId="{ABE94624-0325-4323-94DC-61724CA1C1E6}" type="presOf" srcId="{140C7BE8-953D-46B7-BBBC-CEFCFC1C4A44}" destId="{DD1CB0F3-68B5-40A2-A5E7-4D4B79648801}" srcOrd="1" destOrd="0" presId="urn:microsoft.com/office/officeart/2005/8/layout/orgChart1"/>
    <dgm:cxn modelId="{F6CD4528-EEA5-4F95-9E4B-4132CD766FB0}" type="presOf" srcId="{2FA7C500-6510-41CB-B54B-2CFA98363C5F}" destId="{5A3AF29F-DB0D-4A51-AA1F-0906720DFCCD}" srcOrd="0" destOrd="0" presId="urn:microsoft.com/office/officeart/2005/8/layout/orgChart1"/>
    <dgm:cxn modelId="{E351C32B-C121-41C2-A065-B2406DECF100}" type="presOf" srcId="{730CAE5D-00E9-4180-881E-E88FD1358F2E}" destId="{830EF56D-2EE8-4C01-A9A4-B32A0E361494}" srcOrd="0" destOrd="0" presId="urn:microsoft.com/office/officeart/2005/8/layout/orgChart1"/>
    <dgm:cxn modelId="{E2136330-1348-46E5-B4C1-6F74DE8845A4}" type="presOf" srcId="{2705112C-0791-4250-B875-ED990730F6C5}" destId="{203CECAF-4583-4381-A15F-0B63A7CD1DC8}" srcOrd="0" destOrd="0" presId="urn:microsoft.com/office/officeart/2005/8/layout/orgChart1"/>
    <dgm:cxn modelId="{235CD430-A200-4C3F-96AB-52BD518C3960}" srcId="{94C9AD59-53AB-4DFE-8216-C64824EE7283}" destId="{730CAE5D-00E9-4180-881E-E88FD1358F2E}" srcOrd="0" destOrd="0" parTransId="{541D8A11-6EDE-4543-82E9-95445C56638B}" sibTransId="{213CEA96-650E-43E9-A6ED-0D578DFD1BBF}"/>
    <dgm:cxn modelId="{D4967431-9A3B-4B86-A599-7A8D4A558DB5}" type="presOf" srcId="{541D8A11-6EDE-4543-82E9-95445C56638B}" destId="{0EB2EF46-98B8-4E21-AD3B-078F42B04F6C}" srcOrd="0" destOrd="0" presId="urn:microsoft.com/office/officeart/2005/8/layout/orgChart1"/>
    <dgm:cxn modelId="{D54E6E32-B0E9-458A-A4BD-456098E5ECD3}" srcId="{BDA3E80D-83D1-43CB-89EA-5529CB9AAA78}" destId="{897542E0-B2F5-4EE4-8EE3-85C4B385D779}" srcOrd="4" destOrd="0" parTransId="{B9002353-9289-432A-9056-1107332AFC5B}" sibTransId="{CA9930E5-FB80-4A01-A1CD-1E377103E439}"/>
    <dgm:cxn modelId="{7C99AD3C-B2C4-4545-9E32-B5764223D7C6}" srcId="{897542E0-B2F5-4EE4-8EE3-85C4B385D779}" destId="{9A29A1EB-9181-4067-AEAA-0F4878194FEA}" srcOrd="0" destOrd="0" parTransId="{07B61545-E370-4B00-939D-1DFFF68EBF4D}" sibTransId="{B714C414-3CFB-4F92-A502-BF35968C0220}"/>
    <dgm:cxn modelId="{2BC0183E-421E-401E-9A64-5033322932D3}" type="presOf" srcId="{2FA7C500-6510-41CB-B54B-2CFA98363C5F}" destId="{572BA4B6-E515-433F-B7F7-50C68776F99C}" srcOrd="1" destOrd="0" presId="urn:microsoft.com/office/officeart/2005/8/layout/orgChart1"/>
    <dgm:cxn modelId="{E52A8F60-D538-4EEA-99C2-0F8EC84B3839}" srcId="{897542E0-B2F5-4EE4-8EE3-85C4B385D779}" destId="{58AC23B3-3CBD-4683-A7A9-DBC7DC8B6E65}" srcOrd="1" destOrd="0" parTransId="{F591D3EB-2F79-4E90-A8D7-E1097433DE01}" sibTransId="{61425CCD-3452-4D82-91D1-E9ABE86756A8}"/>
    <dgm:cxn modelId="{EF0C6461-02F0-4641-BBE2-9A432C2046FC}" type="presOf" srcId="{58AC23B3-3CBD-4683-A7A9-DBC7DC8B6E65}" destId="{D4D02C82-EFB3-457D-B198-A365EC646DC2}" srcOrd="1" destOrd="0" presId="urn:microsoft.com/office/officeart/2005/8/layout/orgChart1"/>
    <dgm:cxn modelId="{14562843-34B2-4037-B9B2-E2332D2CD11E}" type="presOf" srcId="{D5C9C9D1-604B-4925-B2FF-5E3EBBE1DAAF}" destId="{2994FFDB-CB36-4419-8799-1117B4C45D05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68F9DA6A-8040-4D87-BD66-DBFC6D30EEDE}" type="presOf" srcId="{9A29A1EB-9181-4067-AEAA-0F4878194FEA}" destId="{46D94D2C-3C2A-4644-B96C-327B2FBE461A}" srcOrd="0" destOrd="0" presId="urn:microsoft.com/office/officeart/2005/8/layout/orgChart1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7A743D6D-71D8-4D62-819C-4E0F97AD1A24}" type="presOf" srcId="{45DDB93D-9EFB-4128-A28A-2E2244F4E1C0}" destId="{33993C2A-B7AD-4F23-8883-A754BF95EABE}" srcOrd="0" destOrd="0" presId="urn:microsoft.com/office/officeart/2005/8/layout/orgChart1"/>
    <dgm:cxn modelId="{6FC57D6D-6B96-4E57-A68A-A26AA6ACE380}" type="presOf" srcId="{94C9AD59-53AB-4DFE-8216-C64824EE7283}" destId="{F9B31A21-ABF6-4080-9BFF-F79CC1E5954A}" srcOrd="0" destOrd="0" presId="urn:microsoft.com/office/officeart/2005/8/layout/orgChart1"/>
    <dgm:cxn modelId="{8BFD5850-32E4-4E3B-A432-7E52B2FC4130}" type="presOf" srcId="{F591D3EB-2F79-4E90-A8D7-E1097433DE01}" destId="{7B14467F-3FFE-4D59-AEF2-64D539EB442D}" srcOrd="0" destOrd="0" presId="urn:microsoft.com/office/officeart/2005/8/layout/orgChart1"/>
    <dgm:cxn modelId="{C5AAE850-F69D-46F5-9FB2-CCB0CC092C31}" type="presOf" srcId="{0D2EFA40-5299-4765-9373-A4D0A32096A9}" destId="{6C50B689-4DF9-46E5-89B6-644774CEECDC}" srcOrd="1" destOrd="0" presId="urn:microsoft.com/office/officeart/2005/8/layout/orgChart1"/>
    <dgm:cxn modelId="{867FF750-848D-402B-9499-69971665DF01}" type="presOf" srcId="{0D2EFA40-5299-4765-9373-A4D0A32096A9}" destId="{19CBCE9C-9352-4252-B303-D79EE2BDF793}" srcOrd="0" destOrd="0" presId="urn:microsoft.com/office/officeart/2005/8/layout/orgChart1"/>
    <dgm:cxn modelId="{F0241072-1338-4D20-ABBF-1245160D1410}" srcId="{897542E0-B2F5-4EE4-8EE3-85C4B385D779}" destId="{2FA7C500-6510-41CB-B54B-2CFA98363C5F}" srcOrd="2" destOrd="0" parTransId="{CFA003AC-D94A-4FB5-BA25-AE57013D4548}" sibTransId="{7F3AB037-A5EB-41E7-809D-DA1A1B4FB2E8}"/>
    <dgm:cxn modelId="{4824B675-00C1-4BDD-BD43-E59AB6E20C11}" type="presOf" srcId="{730CAE5D-00E9-4180-881E-E88FD1358F2E}" destId="{C7E3177D-38BC-40F6-8061-9CACE85CAAC7}" srcOrd="1" destOrd="0" presId="urn:microsoft.com/office/officeart/2005/8/layout/orgChart1"/>
    <dgm:cxn modelId="{DF20A259-D7D6-42B8-AD96-665CF6A16F06}" type="presOf" srcId="{70466ED9-BB8A-4C0E-BB0E-63D84C59124C}" destId="{B63548F3-67B9-471D-B536-52A20A1C6AD7}" srcOrd="0" destOrd="0" presId="urn:microsoft.com/office/officeart/2005/8/layout/orgChart1"/>
    <dgm:cxn modelId="{DA791D7B-1ACC-4D71-8CE2-2C5850102398}" type="presOf" srcId="{FFF76743-057B-4AB6-9477-039899594119}" destId="{33BE3C83-CD92-4B0A-A243-FC9569B3BD0D}" srcOrd="1" destOrd="0" presId="urn:microsoft.com/office/officeart/2005/8/layout/orgChart1"/>
    <dgm:cxn modelId="{CEC5697E-17BF-434B-B67D-B708AFAA2BB3}" type="presOf" srcId="{58AC23B3-3CBD-4683-A7A9-DBC7DC8B6E65}" destId="{DE7C1172-0890-4878-8F86-95E5530C4709}" srcOrd="0" destOrd="0" presId="urn:microsoft.com/office/officeart/2005/8/layout/orgChart1"/>
    <dgm:cxn modelId="{68B7F17E-6EB9-4006-BFF8-64EF78DA3F52}" srcId="{BDA3E80D-83D1-43CB-89EA-5529CB9AAA78}" destId="{140C7BE8-953D-46B7-BBBC-CEFCFC1C4A44}" srcOrd="3" destOrd="0" parTransId="{2705112C-0791-4250-B875-ED990730F6C5}" sibTransId="{1A6AB38F-66D1-4BA9-8AAD-B524F0DC4142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3228DD83-1120-409C-9E65-9426DC32C2F8}" type="presOf" srcId="{70466ED9-BB8A-4C0E-BB0E-63D84C59124C}" destId="{CC8C834D-9789-4F7C-A754-0BCF8E0E087B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70F7E286-3080-4F58-BB57-6B89C9D44DCE}" type="presOf" srcId="{112CCA63-8AE1-474A-BC04-8D434DEC9708}" destId="{3E0F88E9-3BAE-4892-8C48-E7764BB5F279}" srcOrd="0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F9DADB9A-C54C-4EFC-AE41-EC61CF1B5802}" type="presOf" srcId="{67516A8C-826C-4A0E-9138-315E28FD1D3D}" destId="{7E143813-DEAC-47A0-8273-767F07D7A437}" srcOrd="0" destOrd="0" presId="urn:microsoft.com/office/officeart/2005/8/layout/orgChart1"/>
    <dgm:cxn modelId="{8293C19D-D124-4FBA-9CC8-5CBF065355DA}" type="presOf" srcId="{1A95DD40-0793-4AFF-A9DD-159E3D55C96B}" destId="{F48C74D4-A4C7-40DC-8666-650D6EB9DCCC}" srcOrd="1" destOrd="0" presId="urn:microsoft.com/office/officeart/2005/8/layout/orgChart1"/>
    <dgm:cxn modelId="{2D3089AB-5E45-45F1-A9A9-B3E95A3EF398}" type="presOf" srcId="{359658E8-5791-44AD-A30D-A2B7BBF11301}" destId="{01B49847-E5FF-4C0E-B02C-377744D870F5}" srcOrd="0" destOrd="0" presId="urn:microsoft.com/office/officeart/2005/8/layout/orgChart1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CE216BB5-1A16-40E7-892C-475907B4C34B}" type="presOf" srcId="{07B61545-E370-4B00-939D-1DFFF68EBF4D}" destId="{519A4E30-63E7-4C31-BF7D-B93E18044064}" srcOrd="0" destOrd="0" presId="urn:microsoft.com/office/officeart/2005/8/layout/orgChart1"/>
    <dgm:cxn modelId="{A4AB19B8-F0AC-4130-B467-D3249B01DCA2}" type="presOf" srcId="{1A95DD40-0793-4AFF-A9DD-159E3D55C96B}" destId="{145EEDCF-16FE-43DF-9591-B15FA8713D0E}" srcOrd="0" destOrd="0" presId="urn:microsoft.com/office/officeart/2005/8/layout/orgChart1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EEF7A5D1-250D-4E19-976D-F231B7C7E99E}" type="presOf" srcId="{CA5C73BC-41E8-4FFD-AB29-9E0644637AB1}" destId="{C0684F0C-8EC3-4A0A-9CBE-845D8DC75645}" srcOrd="0" destOrd="0" presId="urn:microsoft.com/office/officeart/2005/8/layout/orgChart1"/>
    <dgm:cxn modelId="{235513D2-4036-4E45-A0FC-D025F064AF50}" type="presOf" srcId="{94C9AD59-53AB-4DFE-8216-C64824EE7283}" destId="{B462219A-00D9-49D3-83C8-8D9F2929063D}" srcOrd="1" destOrd="0" presId="urn:microsoft.com/office/officeart/2005/8/layout/orgChart1"/>
    <dgm:cxn modelId="{755759D3-A418-41DC-BD4B-3349925B2CDD}" type="presOf" srcId="{359658E8-5791-44AD-A30D-A2B7BBF11301}" destId="{14A11DF6-B239-425C-B2B2-E7C913D495F3}" srcOrd="1" destOrd="0" presId="urn:microsoft.com/office/officeart/2005/8/layout/orgChart1"/>
    <dgm:cxn modelId="{053AA7D4-C355-49F7-9569-E1BD08599BEC}" srcId="{1A95DD40-0793-4AFF-A9DD-159E3D55C96B}" destId="{FFF76743-057B-4AB6-9477-039899594119}" srcOrd="0" destOrd="0" parTransId="{D5C9C9D1-604B-4925-B2FF-5E3EBBE1DAAF}" sibTransId="{16071E0F-6D79-4717-9813-8E87262120F5}"/>
    <dgm:cxn modelId="{1FD502DA-4515-4420-86F7-326D3E9F4E48}" type="presOf" srcId="{A1E0EE58-75B8-47F9-BA9A-182DA25ACFB5}" destId="{584C573A-E599-46DF-A400-949851F5727C}" srcOrd="0" destOrd="0" presId="urn:microsoft.com/office/officeart/2005/8/layout/orgChart1"/>
    <dgm:cxn modelId="{24711BE7-80A3-4E1A-BEC2-4DDB7F59ED7C}" srcId="{140C7BE8-953D-46B7-BBBC-CEFCFC1C4A44}" destId="{70466ED9-BB8A-4C0E-BB0E-63D84C59124C}" srcOrd="1" destOrd="0" parTransId="{CA5C73BC-41E8-4FFD-AB29-9E0644637AB1}" sibTransId="{C79640DE-8F9F-4422-A93F-F3C80957056A}"/>
    <dgm:cxn modelId="{9E1CA6E7-89CB-4A9B-99B9-9461893E5181}" srcId="{BDA3E80D-83D1-43CB-89EA-5529CB9AAA78}" destId="{1A95DD40-0793-4AFF-A9DD-159E3D55C96B}" srcOrd="1" destOrd="0" parTransId="{45DDB93D-9EFB-4128-A28A-2E2244F4E1C0}" sibTransId="{3D4DCA69-CF03-4958-8F2F-B72D1C4FD8FB}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5471FAEB-0D5F-4ED9-AEA4-25CCC758EB0C}" srcId="{140C7BE8-953D-46B7-BBBC-CEFCFC1C4A44}" destId="{359658E8-5791-44AD-A30D-A2B7BBF11301}" srcOrd="2" destOrd="0" parTransId="{67516A8C-826C-4A0E-9138-315E28FD1D3D}" sibTransId="{2A405053-B89B-4CC2-B2E0-D5E8A64A9D94}"/>
    <dgm:cxn modelId="{738612F2-6A02-4C46-9D7A-89C1EF145558}" type="presOf" srcId="{FFF76743-057B-4AB6-9477-039899594119}" destId="{C27F17B6-C1E2-4B95-9EA1-506B466147E9}" srcOrd="0" destOrd="0" presId="urn:microsoft.com/office/officeart/2005/8/layout/orgChart1"/>
    <dgm:cxn modelId="{C9EC7BF3-B2F5-47FC-9E5D-96BCDC66B5BB}" type="presOf" srcId="{140C7BE8-953D-46B7-BBBC-CEFCFC1C4A44}" destId="{DDD729F6-4CE6-4BBD-A2F3-807ABD78F710}" srcOrd="0" destOrd="0" presId="urn:microsoft.com/office/officeart/2005/8/layout/orgChart1"/>
    <dgm:cxn modelId="{85FEEAF6-A6D1-4C80-9EA6-0E165C3BBE87}" type="presOf" srcId="{CFA003AC-D94A-4FB5-BA25-AE57013D4548}" destId="{F6D288D7-F623-40B8-86F2-5691B3A77B53}" srcOrd="0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5D7C5EB9-E5BF-4F79-9D44-0EA42F30D9E1}" type="presParOf" srcId="{702F29B1-99E5-4896-B101-A66FF14B51F6}" destId="{33993C2A-B7AD-4F23-8883-A754BF95EABE}" srcOrd="0" destOrd="0" presId="urn:microsoft.com/office/officeart/2005/8/layout/orgChart1"/>
    <dgm:cxn modelId="{B214A4F8-103A-482B-8524-CCED292D7BE6}" type="presParOf" srcId="{702F29B1-99E5-4896-B101-A66FF14B51F6}" destId="{FF08BDA0-A682-4884-9E7F-74783F6F0578}" srcOrd="1" destOrd="0" presId="urn:microsoft.com/office/officeart/2005/8/layout/orgChart1"/>
    <dgm:cxn modelId="{0735AFFB-D4C9-4871-8D9C-808D3445C6E7}" type="presParOf" srcId="{FF08BDA0-A682-4884-9E7F-74783F6F0578}" destId="{C18767D1-EA8A-4710-BA8B-BF04C0C36C59}" srcOrd="0" destOrd="0" presId="urn:microsoft.com/office/officeart/2005/8/layout/orgChart1"/>
    <dgm:cxn modelId="{AD52B457-8913-4F74-8BF1-18DF9B5CF317}" type="presParOf" srcId="{C18767D1-EA8A-4710-BA8B-BF04C0C36C59}" destId="{145EEDCF-16FE-43DF-9591-B15FA8713D0E}" srcOrd="0" destOrd="0" presId="urn:microsoft.com/office/officeart/2005/8/layout/orgChart1"/>
    <dgm:cxn modelId="{4C07EE9E-7D5E-4FE1-9C24-0BA928E07AC3}" type="presParOf" srcId="{C18767D1-EA8A-4710-BA8B-BF04C0C36C59}" destId="{F48C74D4-A4C7-40DC-8666-650D6EB9DCCC}" srcOrd="1" destOrd="0" presId="urn:microsoft.com/office/officeart/2005/8/layout/orgChart1"/>
    <dgm:cxn modelId="{AEA7BED0-7CBE-44D3-B6E8-69C66911A3DF}" type="presParOf" srcId="{FF08BDA0-A682-4884-9E7F-74783F6F0578}" destId="{E474A6EE-A417-44C1-A518-D891C508A90A}" srcOrd="1" destOrd="0" presId="urn:microsoft.com/office/officeart/2005/8/layout/orgChart1"/>
    <dgm:cxn modelId="{78813A14-47B9-48E8-8626-C1908E36165B}" type="presParOf" srcId="{E474A6EE-A417-44C1-A518-D891C508A90A}" destId="{2994FFDB-CB36-4419-8799-1117B4C45D05}" srcOrd="0" destOrd="0" presId="urn:microsoft.com/office/officeart/2005/8/layout/orgChart1"/>
    <dgm:cxn modelId="{89D6218A-5E6B-4CD5-8667-3AECBCD11D39}" type="presParOf" srcId="{E474A6EE-A417-44C1-A518-D891C508A90A}" destId="{FDE4C71E-E52D-48D4-A0F6-A8F5761CB703}" srcOrd="1" destOrd="0" presId="urn:microsoft.com/office/officeart/2005/8/layout/orgChart1"/>
    <dgm:cxn modelId="{1DE3EA9A-AA66-4216-822C-6B22F00602D7}" type="presParOf" srcId="{FDE4C71E-E52D-48D4-A0F6-A8F5761CB703}" destId="{698E33B2-07B0-490D-951B-873B503DE39F}" srcOrd="0" destOrd="0" presId="urn:microsoft.com/office/officeart/2005/8/layout/orgChart1"/>
    <dgm:cxn modelId="{FDC2D8A7-63A8-40CD-B9BC-84B72EF4CBC9}" type="presParOf" srcId="{698E33B2-07B0-490D-951B-873B503DE39F}" destId="{C27F17B6-C1E2-4B95-9EA1-506B466147E9}" srcOrd="0" destOrd="0" presId="urn:microsoft.com/office/officeart/2005/8/layout/orgChart1"/>
    <dgm:cxn modelId="{6BAF6E69-D170-44B5-AC1F-92014A46CB1D}" type="presParOf" srcId="{698E33B2-07B0-490D-951B-873B503DE39F}" destId="{33BE3C83-CD92-4B0A-A243-FC9569B3BD0D}" srcOrd="1" destOrd="0" presId="urn:microsoft.com/office/officeart/2005/8/layout/orgChart1"/>
    <dgm:cxn modelId="{75B9D078-5933-4541-8467-7E919ECEFA81}" type="presParOf" srcId="{FDE4C71E-E52D-48D4-A0F6-A8F5761CB703}" destId="{2933AAD2-6B5C-4F6E-B648-A72A2674125C}" srcOrd="1" destOrd="0" presId="urn:microsoft.com/office/officeart/2005/8/layout/orgChart1"/>
    <dgm:cxn modelId="{0112F58D-2699-4DD3-B6DC-339C615E4F31}" type="presParOf" srcId="{FDE4C71E-E52D-48D4-A0F6-A8F5761CB703}" destId="{8967A8EC-ECC1-41CF-A375-23D1653F6081}" srcOrd="2" destOrd="0" presId="urn:microsoft.com/office/officeart/2005/8/layout/orgChart1"/>
    <dgm:cxn modelId="{30F37940-AA00-417E-8FCB-B3F4A708C395}" type="presParOf" srcId="{FF08BDA0-A682-4884-9E7F-74783F6F0578}" destId="{8EECB142-E566-482B-A85C-F93D1B2E35DA}" srcOrd="2" destOrd="0" presId="urn:microsoft.com/office/officeart/2005/8/layout/orgChart1"/>
    <dgm:cxn modelId="{5D185199-4449-4FC4-A417-ADDB32F0F1FA}" type="presParOf" srcId="{702F29B1-99E5-4896-B101-A66FF14B51F6}" destId="{203CECAF-4583-4381-A15F-0B63A7CD1DC8}" srcOrd="2" destOrd="0" presId="urn:microsoft.com/office/officeart/2005/8/layout/orgChart1"/>
    <dgm:cxn modelId="{93B7AB06-19F1-4685-82BF-A131907775F0}" type="presParOf" srcId="{702F29B1-99E5-4896-B101-A66FF14B51F6}" destId="{8AA23E7D-C409-4F33-A40C-76801715EDE1}" srcOrd="3" destOrd="0" presId="urn:microsoft.com/office/officeart/2005/8/layout/orgChart1"/>
    <dgm:cxn modelId="{C3010EBB-E5DF-4EB8-99CE-F3C211F50A97}" type="presParOf" srcId="{8AA23E7D-C409-4F33-A40C-76801715EDE1}" destId="{3B0E1DC4-32C0-4F92-A5F2-E332FF8BE0F0}" srcOrd="0" destOrd="0" presId="urn:microsoft.com/office/officeart/2005/8/layout/orgChart1"/>
    <dgm:cxn modelId="{E4395E8C-1A97-4F15-AB28-37D75CD0855F}" type="presParOf" srcId="{3B0E1DC4-32C0-4F92-A5F2-E332FF8BE0F0}" destId="{DDD729F6-4CE6-4BBD-A2F3-807ABD78F710}" srcOrd="0" destOrd="0" presId="urn:microsoft.com/office/officeart/2005/8/layout/orgChart1"/>
    <dgm:cxn modelId="{27612B9F-5AFB-4E36-9A85-7FC200E3D09B}" type="presParOf" srcId="{3B0E1DC4-32C0-4F92-A5F2-E332FF8BE0F0}" destId="{DD1CB0F3-68B5-40A2-A5E7-4D4B79648801}" srcOrd="1" destOrd="0" presId="urn:microsoft.com/office/officeart/2005/8/layout/orgChart1"/>
    <dgm:cxn modelId="{D5FDE9BF-45E3-43C5-AD10-7E2B8B7F0FB3}" type="presParOf" srcId="{8AA23E7D-C409-4F33-A40C-76801715EDE1}" destId="{4A709BA3-FD33-4520-B014-71D7F5D35A41}" srcOrd="1" destOrd="0" presId="urn:microsoft.com/office/officeart/2005/8/layout/orgChart1"/>
    <dgm:cxn modelId="{7EE01F13-7152-4004-9A49-26BACE4C895D}" type="presParOf" srcId="{4A709BA3-FD33-4520-B014-71D7F5D35A41}" destId="{3E0F88E9-3BAE-4892-8C48-E7764BB5F279}" srcOrd="0" destOrd="0" presId="urn:microsoft.com/office/officeart/2005/8/layout/orgChart1"/>
    <dgm:cxn modelId="{F76819FC-E506-44F9-979E-7A59CA95067F}" type="presParOf" srcId="{4A709BA3-FD33-4520-B014-71D7F5D35A41}" destId="{D269B964-3A2F-418B-B752-90750B632724}" srcOrd="1" destOrd="0" presId="urn:microsoft.com/office/officeart/2005/8/layout/orgChart1"/>
    <dgm:cxn modelId="{10010600-CB90-4FF9-93E1-F5B846439FDC}" type="presParOf" srcId="{D269B964-3A2F-418B-B752-90750B632724}" destId="{898C4FA2-F8AC-410D-BF3F-3C08DABA1EBC}" srcOrd="0" destOrd="0" presId="urn:microsoft.com/office/officeart/2005/8/layout/orgChart1"/>
    <dgm:cxn modelId="{712CEF40-2986-4DDB-AD10-230A31385276}" type="presParOf" srcId="{898C4FA2-F8AC-410D-BF3F-3C08DABA1EBC}" destId="{19CBCE9C-9352-4252-B303-D79EE2BDF793}" srcOrd="0" destOrd="0" presId="urn:microsoft.com/office/officeart/2005/8/layout/orgChart1"/>
    <dgm:cxn modelId="{CD68C723-5780-4756-816F-9108C75631CF}" type="presParOf" srcId="{898C4FA2-F8AC-410D-BF3F-3C08DABA1EBC}" destId="{6C50B689-4DF9-46E5-89B6-644774CEECDC}" srcOrd="1" destOrd="0" presId="urn:microsoft.com/office/officeart/2005/8/layout/orgChart1"/>
    <dgm:cxn modelId="{61A62B17-3A5A-4C52-B41E-B91FA870A367}" type="presParOf" srcId="{D269B964-3A2F-418B-B752-90750B632724}" destId="{EB8C130B-5DDB-4029-9137-D5550F47844B}" srcOrd="1" destOrd="0" presId="urn:microsoft.com/office/officeart/2005/8/layout/orgChart1"/>
    <dgm:cxn modelId="{D4048098-EE71-4B13-8CA1-7C58470EEF71}" type="presParOf" srcId="{D269B964-3A2F-418B-B752-90750B632724}" destId="{2D4AD201-5795-4FF5-8FD9-8AD992FC83A2}" srcOrd="2" destOrd="0" presId="urn:microsoft.com/office/officeart/2005/8/layout/orgChart1"/>
    <dgm:cxn modelId="{E4C03691-6BD3-45EA-A947-2C540E9AC4D9}" type="presParOf" srcId="{4A709BA3-FD33-4520-B014-71D7F5D35A41}" destId="{C0684F0C-8EC3-4A0A-9CBE-845D8DC75645}" srcOrd="2" destOrd="0" presId="urn:microsoft.com/office/officeart/2005/8/layout/orgChart1"/>
    <dgm:cxn modelId="{B86E2B4D-D865-42B5-AC8A-395320F7B203}" type="presParOf" srcId="{4A709BA3-FD33-4520-B014-71D7F5D35A41}" destId="{15CB99E6-896A-4C55-8403-599A038043E8}" srcOrd="3" destOrd="0" presId="urn:microsoft.com/office/officeart/2005/8/layout/orgChart1"/>
    <dgm:cxn modelId="{0FCA83C7-0CA0-4774-AC0F-46A2695D3D0A}" type="presParOf" srcId="{15CB99E6-896A-4C55-8403-599A038043E8}" destId="{BB74BEC0-C597-4842-BDA1-BF997D8B1292}" srcOrd="0" destOrd="0" presId="urn:microsoft.com/office/officeart/2005/8/layout/orgChart1"/>
    <dgm:cxn modelId="{BCC07082-FF44-4EF6-BEC9-FE03A1C5DF01}" type="presParOf" srcId="{BB74BEC0-C597-4842-BDA1-BF997D8B1292}" destId="{B63548F3-67B9-471D-B536-52A20A1C6AD7}" srcOrd="0" destOrd="0" presId="urn:microsoft.com/office/officeart/2005/8/layout/orgChart1"/>
    <dgm:cxn modelId="{CAFE6893-7E67-4F77-A060-115AF1812A9E}" type="presParOf" srcId="{BB74BEC0-C597-4842-BDA1-BF997D8B1292}" destId="{CC8C834D-9789-4F7C-A754-0BCF8E0E087B}" srcOrd="1" destOrd="0" presId="urn:microsoft.com/office/officeart/2005/8/layout/orgChart1"/>
    <dgm:cxn modelId="{941F5588-B994-4FAC-A40D-229C9751363E}" type="presParOf" srcId="{15CB99E6-896A-4C55-8403-599A038043E8}" destId="{AA3428A9-A7F5-49C3-AB86-2050A79982BF}" srcOrd="1" destOrd="0" presId="urn:microsoft.com/office/officeart/2005/8/layout/orgChart1"/>
    <dgm:cxn modelId="{BFBA9C0F-440A-4F98-BD9C-E206B19B0264}" type="presParOf" srcId="{15CB99E6-896A-4C55-8403-599A038043E8}" destId="{3596C61E-D730-4186-BB17-D2C285E619EC}" srcOrd="2" destOrd="0" presId="urn:microsoft.com/office/officeart/2005/8/layout/orgChart1"/>
    <dgm:cxn modelId="{8D67116B-3640-439A-B920-B667BF3F1497}" type="presParOf" srcId="{4A709BA3-FD33-4520-B014-71D7F5D35A41}" destId="{7E143813-DEAC-47A0-8273-767F07D7A437}" srcOrd="4" destOrd="0" presId="urn:microsoft.com/office/officeart/2005/8/layout/orgChart1"/>
    <dgm:cxn modelId="{8B0B05DC-BE86-4FCA-8CD9-6809B2D49D20}" type="presParOf" srcId="{4A709BA3-FD33-4520-B014-71D7F5D35A41}" destId="{44675F9C-1CFC-4C0B-B6E8-29C4250E7749}" srcOrd="5" destOrd="0" presId="urn:microsoft.com/office/officeart/2005/8/layout/orgChart1"/>
    <dgm:cxn modelId="{0615658D-B6F4-4C52-BD15-53BD1DD349BB}" type="presParOf" srcId="{44675F9C-1CFC-4C0B-B6E8-29C4250E7749}" destId="{A9D84652-4D5D-4CE8-B654-8157BFF70D33}" srcOrd="0" destOrd="0" presId="urn:microsoft.com/office/officeart/2005/8/layout/orgChart1"/>
    <dgm:cxn modelId="{F8DA4F78-1986-42C8-99C4-218196A0E3DF}" type="presParOf" srcId="{A9D84652-4D5D-4CE8-B654-8157BFF70D33}" destId="{01B49847-E5FF-4C0E-B02C-377744D870F5}" srcOrd="0" destOrd="0" presId="urn:microsoft.com/office/officeart/2005/8/layout/orgChart1"/>
    <dgm:cxn modelId="{AE8B42D6-C050-4BFA-8ACA-3045D3726152}" type="presParOf" srcId="{A9D84652-4D5D-4CE8-B654-8157BFF70D33}" destId="{14A11DF6-B239-425C-B2B2-E7C913D495F3}" srcOrd="1" destOrd="0" presId="urn:microsoft.com/office/officeart/2005/8/layout/orgChart1"/>
    <dgm:cxn modelId="{A011B175-B20B-47C6-91BC-513FA2A99C55}" type="presParOf" srcId="{44675F9C-1CFC-4C0B-B6E8-29C4250E7749}" destId="{05C3B139-1CC1-47F7-AF87-DFBDFBD3437B}" srcOrd="1" destOrd="0" presId="urn:microsoft.com/office/officeart/2005/8/layout/orgChart1"/>
    <dgm:cxn modelId="{07769F0E-C483-48BD-B19E-E980D3A7482A}" type="presParOf" srcId="{44675F9C-1CFC-4C0B-B6E8-29C4250E7749}" destId="{2047D28B-56F5-43B1-AE2D-2AC474DC0F42}" srcOrd="2" destOrd="0" presId="urn:microsoft.com/office/officeart/2005/8/layout/orgChart1"/>
    <dgm:cxn modelId="{AA55E5CB-B0C5-4043-BDD2-842162D425DD}" type="presParOf" srcId="{8AA23E7D-C409-4F33-A40C-76801715EDE1}" destId="{472EE5D0-3313-4DD0-959C-3F27DF488BB2}" srcOrd="2" destOrd="0" presId="urn:microsoft.com/office/officeart/2005/8/layout/orgChart1"/>
    <dgm:cxn modelId="{150BC1A2-880B-49DB-B629-18457B3BAC60}" type="presParOf" srcId="{702F29B1-99E5-4896-B101-A66FF14B51F6}" destId="{BDBB378E-0D9C-4AFF-AA83-35161BCD9F33}" srcOrd="4" destOrd="0" presId="urn:microsoft.com/office/officeart/2005/8/layout/orgChart1"/>
    <dgm:cxn modelId="{CEFAC0D3-EBEA-4792-B0A5-20C33C1BF7FE}" type="presParOf" srcId="{702F29B1-99E5-4896-B101-A66FF14B51F6}" destId="{5A9F857C-6022-4AF7-BE3C-4795AB9766EF}" srcOrd="5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F0ADF1AA-013C-4AE0-87FF-5562C1334779}" type="presParOf" srcId="{A98ED857-9544-4D5D-BFA5-CE9AE5B76A55}" destId="{519A4E30-63E7-4C31-BF7D-B93E18044064}" srcOrd="0" destOrd="0" presId="urn:microsoft.com/office/officeart/2005/8/layout/orgChart1"/>
    <dgm:cxn modelId="{3FE650A1-AEB2-4ECE-9B0C-820E3806195E}" type="presParOf" srcId="{A98ED857-9544-4D5D-BFA5-CE9AE5B76A55}" destId="{443E8B17-903D-444F-A120-FEC1F3A297EE}" srcOrd="1" destOrd="0" presId="urn:microsoft.com/office/officeart/2005/8/layout/orgChart1"/>
    <dgm:cxn modelId="{2992C89B-1D7A-4DCD-902D-9093819BB662}" type="presParOf" srcId="{443E8B17-903D-444F-A120-FEC1F3A297EE}" destId="{16FFDE0C-07AF-4AF9-99FC-E64C36390E30}" srcOrd="0" destOrd="0" presId="urn:microsoft.com/office/officeart/2005/8/layout/orgChart1"/>
    <dgm:cxn modelId="{9B1DA012-CE77-4D9C-8677-3C553F6315B8}" type="presParOf" srcId="{16FFDE0C-07AF-4AF9-99FC-E64C36390E30}" destId="{46D94D2C-3C2A-4644-B96C-327B2FBE461A}" srcOrd="0" destOrd="0" presId="urn:microsoft.com/office/officeart/2005/8/layout/orgChart1"/>
    <dgm:cxn modelId="{DC72A14F-720B-4F13-9783-DDCD4C30E11B}" type="presParOf" srcId="{16FFDE0C-07AF-4AF9-99FC-E64C36390E30}" destId="{FBB5C1C9-02BC-4172-BEF9-A8C8BBE45AEE}" srcOrd="1" destOrd="0" presId="urn:microsoft.com/office/officeart/2005/8/layout/orgChart1"/>
    <dgm:cxn modelId="{C8A1E7F9-7E3A-4A2D-A63B-8AD1800280D8}" type="presParOf" srcId="{443E8B17-903D-444F-A120-FEC1F3A297EE}" destId="{086A2628-AF85-4B92-83AB-73E84137A341}" srcOrd="1" destOrd="0" presId="urn:microsoft.com/office/officeart/2005/8/layout/orgChart1"/>
    <dgm:cxn modelId="{D7EDAC93-3852-444F-A957-0B64714F91D5}" type="presParOf" srcId="{443E8B17-903D-444F-A120-FEC1F3A297EE}" destId="{269A4D68-03EC-46AF-8735-82E41742C465}" srcOrd="2" destOrd="0" presId="urn:microsoft.com/office/officeart/2005/8/layout/orgChart1"/>
    <dgm:cxn modelId="{8FE828E5-ADDF-4EFB-BEDD-F0AB3FBCA468}" type="presParOf" srcId="{A98ED857-9544-4D5D-BFA5-CE9AE5B76A55}" destId="{7B14467F-3FFE-4D59-AEF2-64D539EB442D}" srcOrd="2" destOrd="0" presId="urn:microsoft.com/office/officeart/2005/8/layout/orgChart1"/>
    <dgm:cxn modelId="{11806ABB-FD5E-4EEF-8F98-32360235A057}" type="presParOf" srcId="{A98ED857-9544-4D5D-BFA5-CE9AE5B76A55}" destId="{53FC0C37-F250-48DC-8C20-566DB2D48964}" srcOrd="3" destOrd="0" presId="urn:microsoft.com/office/officeart/2005/8/layout/orgChart1"/>
    <dgm:cxn modelId="{34E8989E-B6F3-4AB5-99C9-DC8A9994F042}" type="presParOf" srcId="{53FC0C37-F250-48DC-8C20-566DB2D48964}" destId="{33B2CA8F-0F6C-4735-91B8-F32EF7612B82}" srcOrd="0" destOrd="0" presId="urn:microsoft.com/office/officeart/2005/8/layout/orgChart1"/>
    <dgm:cxn modelId="{5C60E895-5AFD-4CD5-8D4C-68986FBCF791}" type="presParOf" srcId="{33B2CA8F-0F6C-4735-91B8-F32EF7612B82}" destId="{DE7C1172-0890-4878-8F86-95E5530C4709}" srcOrd="0" destOrd="0" presId="urn:microsoft.com/office/officeart/2005/8/layout/orgChart1"/>
    <dgm:cxn modelId="{92758D35-034E-411A-A3A6-393BE9AFFC43}" type="presParOf" srcId="{33B2CA8F-0F6C-4735-91B8-F32EF7612B82}" destId="{D4D02C82-EFB3-457D-B198-A365EC646DC2}" srcOrd="1" destOrd="0" presId="urn:microsoft.com/office/officeart/2005/8/layout/orgChart1"/>
    <dgm:cxn modelId="{BC5748C0-F06C-4F82-83A1-345E6E9D1D0B}" type="presParOf" srcId="{53FC0C37-F250-48DC-8C20-566DB2D48964}" destId="{0206043A-93D4-4370-BFC1-F3586D890E00}" srcOrd="1" destOrd="0" presId="urn:microsoft.com/office/officeart/2005/8/layout/orgChart1"/>
    <dgm:cxn modelId="{99FFBFC9-AA40-422B-8F41-51943E795B3A}" type="presParOf" srcId="{53FC0C37-F250-48DC-8C20-566DB2D48964}" destId="{8E6F1C03-13C6-47C9-B7ED-9596AD191749}" srcOrd="2" destOrd="0" presId="urn:microsoft.com/office/officeart/2005/8/layout/orgChart1"/>
    <dgm:cxn modelId="{0C270B6D-FAC7-468E-96C4-74032293C6A8}" type="presParOf" srcId="{A98ED857-9544-4D5D-BFA5-CE9AE5B76A55}" destId="{F6D288D7-F623-40B8-86F2-5691B3A77B53}" srcOrd="4" destOrd="0" presId="urn:microsoft.com/office/officeart/2005/8/layout/orgChart1"/>
    <dgm:cxn modelId="{164B6077-D4AB-45DF-9F00-A50452581CD0}" type="presParOf" srcId="{A98ED857-9544-4D5D-BFA5-CE9AE5B76A55}" destId="{034EF4D6-D246-4338-8B7D-60DA41BBAB18}" srcOrd="5" destOrd="0" presId="urn:microsoft.com/office/officeart/2005/8/layout/orgChart1"/>
    <dgm:cxn modelId="{5C104EBC-B2A0-4ECE-81D0-DFFFAB0F2464}" type="presParOf" srcId="{034EF4D6-D246-4338-8B7D-60DA41BBAB18}" destId="{9FD5B89C-48FE-4A74-8809-2139B87863B4}" srcOrd="0" destOrd="0" presId="urn:microsoft.com/office/officeart/2005/8/layout/orgChart1"/>
    <dgm:cxn modelId="{94CA53CB-6D23-4E18-9039-C6D961D52585}" type="presParOf" srcId="{9FD5B89C-48FE-4A74-8809-2139B87863B4}" destId="{5A3AF29F-DB0D-4A51-AA1F-0906720DFCCD}" srcOrd="0" destOrd="0" presId="urn:microsoft.com/office/officeart/2005/8/layout/orgChart1"/>
    <dgm:cxn modelId="{AD9ED660-715C-4E4E-9D81-40A6624B677C}" type="presParOf" srcId="{9FD5B89C-48FE-4A74-8809-2139B87863B4}" destId="{572BA4B6-E515-433F-B7F7-50C68776F99C}" srcOrd="1" destOrd="0" presId="urn:microsoft.com/office/officeart/2005/8/layout/orgChart1"/>
    <dgm:cxn modelId="{9A1E639D-3551-4E6B-AD32-DEFEFED868DC}" type="presParOf" srcId="{034EF4D6-D246-4338-8B7D-60DA41BBAB18}" destId="{8194E55C-954C-40D0-B031-15F3154566E1}" srcOrd="1" destOrd="0" presId="urn:microsoft.com/office/officeart/2005/8/layout/orgChart1"/>
    <dgm:cxn modelId="{8C05C77F-7F56-40EC-97BF-EBD325AEA33B}" type="presParOf" srcId="{034EF4D6-D246-4338-8B7D-60DA41BBAB18}" destId="{B562DA22-384C-4DDD-BC4D-C69E917C3CE9}" srcOrd="2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CF615CB3-B232-4926-ACAB-C0F79F82DC64}" type="presParOf" srcId="{702F29B1-99E5-4896-B101-A66FF14B51F6}" destId="{584C573A-E599-46DF-A400-949851F5727C}" srcOrd="6" destOrd="0" presId="urn:microsoft.com/office/officeart/2005/8/layout/orgChart1"/>
    <dgm:cxn modelId="{B34869A5-2B53-44A0-B894-A9B47CD657B8}" type="presParOf" srcId="{702F29B1-99E5-4896-B101-A66FF14B51F6}" destId="{BB3AD7FB-BD3E-4FD3-AD53-17D452CAD4CF}" srcOrd="7" destOrd="0" presId="urn:microsoft.com/office/officeart/2005/8/layout/orgChart1"/>
    <dgm:cxn modelId="{FAB66D89-21A1-4656-A406-9651BE6C61B6}" type="presParOf" srcId="{BB3AD7FB-BD3E-4FD3-AD53-17D452CAD4CF}" destId="{C87BD1E2-920F-4503-BBC9-8D23B73DBDF2}" srcOrd="0" destOrd="0" presId="urn:microsoft.com/office/officeart/2005/8/layout/orgChart1"/>
    <dgm:cxn modelId="{B75A2A60-5D8B-485E-B1A8-6827F51DC805}" type="presParOf" srcId="{C87BD1E2-920F-4503-BBC9-8D23B73DBDF2}" destId="{F9B31A21-ABF6-4080-9BFF-F79CC1E5954A}" srcOrd="0" destOrd="0" presId="urn:microsoft.com/office/officeart/2005/8/layout/orgChart1"/>
    <dgm:cxn modelId="{5C3044BC-2C01-45BC-89DD-2489639E878E}" type="presParOf" srcId="{C87BD1E2-920F-4503-BBC9-8D23B73DBDF2}" destId="{B462219A-00D9-49D3-83C8-8D9F2929063D}" srcOrd="1" destOrd="0" presId="urn:microsoft.com/office/officeart/2005/8/layout/orgChart1"/>
    <dgm:cxn modelId="{D58C33DE-9E38-4B0F-9304-B43E88A8D37F}" type="presParOf" srcId="{BB3AD7FB-BD3E-4FD3-AD53-17D452CAD4CF}" destId="{D938E30E-33F1-4385-8EC8-695E2B409154}" srcOrd="1" destOrd="0" presId="urn:microsoft.com/office/officeart/2005/8/layout/orgChart1"/>
    <dgm:cxn modelId="{404F31D3-CCC9-463A-8BF4-285CC592C2A8}" type="presParOf" srcId="{D938E30E-33F1-4385-8EC8-695E2B409154}" destId="{0EB2EF46-98B8-4E21-AD3B-078F42B04F6C}" srcOrd="0" destOrd="0" presId="urn:microsoft.com/office/officeart/2005/8/layout/orgChart1"/>
    <dgm:cxn modelId="{9457BC33-4656-4FC2-8FD2-43BB1756C96F}" type="presParOf" srcId="{D938E30E-33F1-4385-8EC8-695E2B409154}" destId="{367EA336-0ECE-4C66-BEB1-DEA221E872C0}" srcOrd="1" destOrd="0" presId="urn:microsoft.com/office/officeart/2005/8/layout/orgChart1"/>
    <dgm:cxn modelId="{E2D3BEE2-1C9F-458D-9673-A092D6D74F9C}" type="presParOf" srcId="{367EA336-0ECE-4C66-BEB1-DEA221E872C0}" destId="{415E6230-9266-475D-9FDD-4B76CA15089C}" srcOrd="0" destOrd="0" presId="urn:microsoft.com/office/officeart/2005/8/layout/orgChart1"/>
    <dgm:cxn modelId="{726EDE34-1C1D-4C59-B6D6-B00F6474C258}" type="presParOf" srcId="{415E6230-9266-475D-9FDD-4B76CA15089C}" destId="{830EF56D-2EE8-4C01-A9A4-B32A0E361494}" srcOrd="0" destOrd="0" presId="urn:microsoft.com/office/officeart/2005/8/layout/orgChart1"/>
    <dgm:cxn modelId="{D68B608A-C44F-4FAE-94B2-22A619F3031F}" type="presParOf" srcId="{415E6230-9266-475D-9FDD-4B76CA15089C}" destId="{C7E3177D-38BC-40F6-8061-9CACE85CAAC7}" srcOrd="1" destOrd="0" presId="urn:microsoft.com/office/officeart/2005/8/layout/orgChart1"/>
    <dgm:cxn modelId="{25A660C7-E779-4E29-B9F0-9747DC41DD70}" type="presParOf" srcId="{367EA336-0ECE-4C66-BEB1-DEA221E872C0}" destId="{599BAECF-9AD5-4229-921A-B0D751A28EC7}" srcOrd="1" destOrd="0" presId="urn:microsoft.com/office/officeart/2005/8/layout/orgChart1"/>
    <dgm:cxn modelId="{0B845D98-D7AC-4FAD-AD4F-3F15C2E6340C}" type="presParOf" srcId="{367EA336-0ECE-4C66-BEB1-DEA221E872C0}" destId="{54DBECE7-2130-4B48-AE83-F482E9EF0B9C}" srcOrd="2" destOrd="0" presId="urn:microsoft.com/office/officeart/2005/8/layout/orgChart1"/>
    <dgm:cxn modelId="{D9CDDE02-2214-4F30-9FE5-1506A75AA36D}" type="presParOf" srcId="{BB3AD7FB-BD3E-4FD3-AD53-17D452CAD4CF}" destId="{813B59D0-3A00-450F-A563-2342FE02F3AD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SECRETARIA MUNICIPAL DE SEGURANÇA, TRÂNSITO E MOBILIDADE URBANA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48FA2B6C-580C-4DD3-BA17-302929DC73EB}" type="asst">
      <dgm:prSet phldrT="[Texto]"/>
      <dgm:spPr/>
      <dgm:t>
        <a:bodyPr/>
        <a:lstStyle/>
        <a:p>
          <a:r>
            <a:rPr lang="pt-BR" dirty="0"/>
            <a:t>GUARDA CIVIL MUNICIPAL</a:t>
          </a:r>
        </a:p>
      </dgm:t>
    </dgm:pt>
    <dgm:pt modelId="{44EC8565-DCAA-43F0-9C2A-B996A1243957}" type="parTrans" cxnId="{7E161DCD-5663-4A80-AD58-83CBA7CBDDCE}">
      <dgm:prSet/>
      <dgm:spPr/>
      <dgm:t>
        <a:bodyPr/>
        <a:lstStyle/>
        <a:p>
          <a:endParaRPr lang="pt-BR"/>
        </a:p>
      </dgm:t>
    </dgm:pt>
    <dgm:pt modelId="{DFC7DE66-41FE-418D-AEBD-8BA9A52EE513}" type="sibTrans" cxnId="{7E161DCD-5663-4A80-AD58-83CBA7CBDDCE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7D8A1772-F4D4-4657-90BE-B299B52DCFE4}" type="asst">
      <dgm:prSet/>
      <dgm:spPr/>
      <dgm:t>
        <a:bodyPr/>
        <a:lstStyle/>
        <a:p>
          <a:r>
            <a:rPr lang="pt-BR" dirty="0"/>
            <a:t>COORDENADORIA MUNICIPAL DE PROTEÇÃO E DEFESA CIVIL (COMPDEC)</a:t>
          </a:r>
        </a:p>
      </dgm:t>
    </dgm:pt>
    <dgm:pt modelId="{2679EB4B-6431-4250-9196-BFEE43F033D3}" type="parTrans" cxnId="{B8B3CDB4-AC51-473C-8749-CA6113378C01}">
      <dgm:prSet/>
      <dgm:spPr/>
      <dgm:t>
        <a:bodyPr/>
        <a:lstStyle/>
        <a:p>
          <a:endParaRPr lang="pt-BR"/>
        </a:p>
      </dgm:t>
    </dgm:pt>
    <dgm:pt modelId="{5E217CC2-1A40-4683-B554-76BB84B50F9E}" type="sibTrans" cxnId="{B8B3CDB4-AC51-473C-8749-CA6113378C01}">
      <dgm:prSet/>
      <dgm:spPr/>
      <dgm:t>
        <a:bodyPr/>
        <a:lstStyle/>
        <a:p>
          <a:endParaRPr lang="pt-BR"/>
        </a:p>
      </dgm:t>
    </dgm:pt>
    <dgm:pt modelId="{E5AEA43F-25C9-4387-B383-04F0775BFE30}" type="asst">
      <dgm:prSet/>
      <dgm:spPr/>
      <dgm:t>
        <a:bodyPr/>
        <a:lstStyle/>
        <a:p>
          <a:r>
            <a:rPr lang="pt-BR" dirty="0"/>
            <a:t>ASSESSOR EXECUTIVO</a:t>
          </a:r>
        </a:p>
      </dgm:t>
    </dgm:pt>
    <dgm:pt modelId="{8E0DC5EC-21E0-4782-8FBD-618C8BE3264A}" type="parTrans" cxnId="{0BA7E6C0-1040-4D81-B489-F8ECAD98A951}">
      <dgm:prSet/>
      <dgm:spPr/>
      <dgm:t>
        <a:bodyPr/>
        <a:lstStyle/>
        <a:p>
          <a:endParaRPr lang="pt-BR"/>
        </a:p>
      </dgm:t>
    </dgm:pt>
    <dgm:pt modelId="{8DB57107-7FC2-4B97-955F-C2BAAA609FFC}" type="sibTrans" cxnId="{0BA7E6C0-1040-4D81-B489-F8ECAD98A951}">
      <dgm:prSet/>
      <dgm:spPr/>
      <dgm:t>
        <a:bodyPr/>
        <a:lstStyle/>
        <a:p>
          <a:endParaRPr lang="pt-BR"/>
        </a:p>
      </dgm:t>
    </dgm:pt>
    <dgm:pt modelId="{F93FE123-64C2-48E7-BB7C-78C89C6C6BF9}">
      <dgm:prSet/>
      <dgm:spPr/>
      <dgm:t>
        <a:bodyPr/>
        <a:lstStyle/>
        <a:p>
          <a:r>
            <a:rPr lang="pt-BR" dirty="0"/>
            <a:t>Divisão de Trânsito e Mobilidade Urbana</a:t>
          </a:r>
        </a:p>
      </dgm:t>
    </dgm:pt>
    <dgm:pt modelId="{E591C46F-C3C1-4334-AD6A-48CD500503EB}" type="parTrans" cxnId="{82DDB5AC-7EA2-42FB-9590-E59EA5CA3F44}">
      <dgm:prSet/>
      <dgm:spPr/>
      <dgm:t>
        <a:bodyPr/>
        <a:lstStyle/>
        <a:p>
          <a:endParaRPr lang="pt-BR"/>
        </a:p>
      </dgm:t>
    </dgm:pt>
    <dgm:pt modelId="{44494D52-5C85-4BCC-BD10-DF728B666320}" type="sibTrans" cxnId="{82DDB5AC-7EA2-42FB-9590-E59EA5CA3F44}">
      <dgm:prSet/>
      <dgm:spPr/>
      <dgm:t>
        <a:bodyPr/>
        <a:lstStyle/>
        <a:p>
          <a:endParaRPr lang="pt-BR"/>
        </a:p>
      </dgm:t>
    </dgm:pt>
    <dgm:pt modelId="{897542E0-B2F5-4EE4-8EE3-85C4B385D779}">
      <dgm:prSet/>
      <dgm:spPr/>
      <dgm:t>
        <a:bodyPr/>
        <a:lstStyle/>
        <a:p>
          <a:r>
            <a:rPr lang="pt-BR" dirty="0"/>
            <a:t>Divisão de Coordenação da Defesa Civil</a:t>
          </a:r>
        </a:p>
      </dgm:t>
    </dgm:pt>
    <dgm:pt modelId="{B9002353-9289-432A-9056-1107332AFC5B}" type="parTrans" cxnId="{D54E6E32-B0E9-458A-A4BD-456098E5ECD3}">
      <dgm:prSet/>
      <dgm:spPr/>
      <dgm:t>
        <a:bodyPr/>
        <a:lstStyle/>
        <a:p>
          <a:endParaRPr lang="pt-BR"/>
        </a:p>
      </dgm:t>
    </dgm:pt>
    <dgm:pt modelId="{CA9930E5-FB80-4A01-A1CD-1E377103E439}" type="sibTrans" cxnId="{D54E6E32-B0E9-458A-A4BD-456098E5ECD3}">
      <dgm:prSet/>
      <dgm:spPr/>
      <dgm:t>
        <a:bodyPr/>
        <a:lstStyle/>
        <a:p>
          <a:endParaRPr lang="pt-BR"/>
        </a:p>
      </dgm:t>
    </dgm:pt>
    <dgm:pt modelId="{B98BD5CF-836F-4EF1-BC31-4D5548C74E29}">
      <dgm:prSet/>
      <dgm:spPr/>
      <dgm:t>
        <a:bodyPr/>
        <a:lstStyle/>
        <a:p>
          <a:r>
            <a:rPr lang="pt-BR" dirty="0"/>
            <a:t>Setor de Sinalização Viária</a:t>
          </a:r>
        </a:p>
      </dgm:t>
    </dgm:pt>
    <dgm:pt modelId="{6414C389-B48A-400D-8525-EE77AAB80F1C}" type="parTrans" cxnId="{27471CD6-1B89-4293-B9FB-6DD1FE5F1D3A}">
      <dgm:prSet/>
      <dgm:spPr/>
      <dgm:t>
        <a:bodyPr/>
        <a:lstStyle/>
        <a:p>
          <a:endParaRPr lang="pt-BR"/>
        </a:p>
      </dgm:t>
    </dgm:pt>
    <dgm:pt modelId="{5FCC2245-A645-4BED-812C-6C220807F555}" type="sibTrans" cxnId="{27471CD6-1B89-4293-B9FB-6DD1FE5F1D3A}">
      <dgm:prSet/>
      <dgm:spPr/>
      <dgm:t>
        <a:bodyPr/>
        <a:lstStyle/>
        <a:p>
          <a:endParaRPr lang="pt-BR"/>
        </a:p>
      </dgm:t>
    </dgm:pt>
    <dgm:pt modelId="{F554F3ED-509F-434E-9414-96A5C7204449}">
      <dgm:prSet/>
      <dgm:spPr/>
      <dgm:t>
        <a:bodyPr/>
        <a:lstStyle/>
        <a:p>
          <a:r>
            <a:rPr lang="pt-BR" dirty="0"/>
            <a:t>Setor de Transporte Público e Privado</a:t>
          </a:r>
        </a:p>
      </dgm:t>
    </dgm:pt>
    <dgm:pt modelId="{25962EFF-7E61-48E6-88D8-61D9DDBA6AD8}" type="parTrans" cxnId="{94BDB956-A31C-4A64-B68A-A7F57344BFB1}">
      <dgm:prSet/>
      <dgm:spPr/>
      <dgm:t>
        <a:bodyPr/>
        <a:lstStyle/>
        <a:p>
          <a:endParaRPr lang="pt-BR"/>
        </a:p>
      </dgm:t>
    </dgm:pt>
    <dgm:pt modelId="{0795AE4A-255D-4D4A-93BD-F5327A47AD31}" type="sibTrans" cxnId="{94BDB956-A31C-4A64-B68A-A7F57344BFB1}">
      <dgm:prSet/>
      <dgm:spPr/>
      <dgm:t>
        <a:bodyPr/>
        <a:lstStyle/>
        <a:p>
          <a:endParaRPr lang="pt-BR"/>
        </a:p>
      </dgm:t>
    </dgm:pt>
    <dgm:pt modelId="{F2128D90-3FD7-4EE4-9DB8-F82B99C2526B}">
      <dgm:prSet/>
      <dgm:spPr/>
      <dgm:t>
        <a:bodyPr/>
        <a:lstStyle/>
        <a:p>
          <a:r>
            <a:rPr lang="pt-BR" dirty="0"/>
            <a:t>Setor de Infração, Controle e Fiscalização da Área Azul</a:t>
          </a:r>
        </a:p>
      </dgm:t>
    </dgm:pt>
    <dgm:pt modelId="{680B14F0-DE78-46ED-BF22-281D426BAB77}" type="parTrans" cxnId="{761D1D81-C7E5-4293-9A96-0F12F6A946F5}">
      <dgm:prSet/>
      <dgm:spPr/>
      <dgm:t>
        <a:bodyPr/>
        <a:lstStyle/>
        <a:p>
          <a:endParaRPr lang="pt-BR"/>
        </a:p>
      </dgm:t>
    </dgm:pt>
    <dgm:pt modelId="{19F11BBE-D266-4EDE-A323-D00BF3FFA1F7}" type="sibTrans" cxnId="{761D1D81-C7E5-4293-9A96-0F12F6A946F5}">
      <dgm:prSet/>
      <dgm:spPr/>
      <dgm:t>
        <a:bodyPr/>
        <a:lstStyle/>
        <a:p>
          <a:endParaRPr lang="pt-BR"/>
        </a:p>
      </dgm:t>
    </dgm:pt>
    <dgm:pt modelId="{1EE4A5D0-A6E1-45F2-BB0A-EED493AB371F}" type="asst">
      <dgm:prSet/>
      <dgm:spPr/>
      <dgm:t>
        <a:bodyPr/>
        <a:lstStyle/>
        <a:p>
          <a:r>
            <a:rPr lang="pt-BR" dirty="0"/>
            <a:t>CORPO DE BOMBEIROS</a:t>
          </a:r>
        </a:p>
      </dgm:t>
    </dgm:pt>
    <dgm:pt modelId="{DE3D1E1B-42BA-4F87-9369-D05425BAABD7}" type="parTrans" cxnId="{BE8D5469-9A04-4358-B583-935A3F47E27B}">
      <dgm:prSet/>
      <dgm:spPr/>
      <dgm:t>
        <a:bodyPr/>
        <a:lstStyle/>
        <a:p>
          <a:endParaRPr lang="pt-BR"/>
        </a:p>
      </dgm:t>
    </dgm:pt>
    <dgm:pt modelId="{6E23EDBA-69B3-4C97-B09F-3B5D8F2E1D41}" type="sibTrans" cxnId="{BE8D5469-9A04-4358-B583-935A3F47E27B}">
      <dgm:prSet/>
      <dgm:spPr/>
      <dgm:t>
        <a:bodyPr/>
        <a:lstStyle/>
        <a:p>
          <a:endParaRPr lang="pt-BR"/>
        </a:p>
      </dgm:t>
    </dgm:pt>
    <dgm:pt modelId="{FD6F6831-AB44-4552-9E86-75F44F8CB42C}" type="asst">
      <dgm:prSet/>
      <dgm:spPr/>
      <dgm:t>
        <a:bodyPr/>
        <a:lstStyle/>
        <a:p>
          <a:r>
            <a:rPr lang="pt-BR" dirty="0"/>
            <a:t>COORDENADORIA</a:t>
          </a:r>
        </a:p>
      </dgm:t>
    </dgm:pt>
    <dgm:pt modelId="{92C34311-D1C5-4F6A-A649-D141E1B665AB}" type="parTrans" cxnId="{7CDE92A9-F90E-48F5-A227-957F21B2D50A}">
      <dgm:prSet/>
      <dgm:spPr/>
      <dgm:t>
        <a:bodyPr/>
        <a:lstStyle/>
        <a:p>
          <a:endParaRPr lang="pt-BR"/>
        </a:p>
      </dgm:t>
    </dgm:pt>
    <dgm:pt modelId="{FF433D09-3445-4BC6-B3B6-BBBEB4279192}" type="sibTrans" cxnId="{7CDE92A9-F90E-48F5-A227-957F21B2D50A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380393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8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3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3"/>
      <dgm:spPr/>
    </dgm:pt>
    <dgm:pt modelId="{1AE3AE86-6140-492A-A11F-E9F65F76A19E}" type="pres">
      <dgm:prSet presAssocID="{9E543093-51AF-482F-A54F-41BA2B290BE8}" presName="hierChild4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FD9A2F87-5594-4B1C-959F-6AF063EC5722}" type="pres">
      <dgm:prSet presAssocID="{E591C46F-C3C1-4334-AD6A-48CD500503EB}" presName="Name37" presStyleLbl="parChTrans1D2" presStyleIdx="1" presStyleCnt="8"/>
      <dgm:spPr/>
    </dgm:pt>
    <dgm:pt modelId="{72FC4307-AF73-410D-9740-C0206929B210}" type="pres">
      <dgm:prSet presAssocID="{F93FE123-64C2-48E7-BB7C-78C89C6C6BF9}" presName="hierRoot2" presStyleCnt="0">
        <dgm:presLayoutVars>
          <dgm:hierBranch val="init"/>
        </dgm:presLayoutVars>
      </dgm:prSet>
      <dgm:spPr/>
    </dgm:pt>
    <dgm:pt modelId="{376556A8-B7BA-4468-99B2-A50E1CF03EBA}" type="pres">
      <dgm:prSet presAssocID="{F93FE123-64C2-48E7-BB7C-78C89C6C6BF9}" presName="rootComposite" presStyleCnt="0"/>
      <dgm:spPr/>
    </dgm:pt>
    <dgm:pt modelId="{3CD85A99-C301-405C-AE39-087826A9739B}" type="pres">
      <dgm:prSet presAssocID="{F93FE123-64C2-48E7-BB7C-78C89C6C6BF9}" presName="rootText" presStyleLbl="node2" presStyleIdx="1" presStyleCnt="3">
        <dgm:presLayoutVars>
          <dgm:chPref val="3"/>
        </dgm:presLayoutVars>
      </dgm:prSet>
      <dgm:spPr/>
    </dgm:pt>
    <dgm:pt modelId="{1FD6DA0B-E6A6-4F68-BFA4-DBBF4ADC7B58}" type="pres">
      <dgm:prSet presAssocID="{F93FE123-64C2-48E7-BB7C-78C89C6C6BF9}" presName="rootConnector" presStyleLbl="node2" presStyleIdx="1" presStyleCnt="3"/>
      <dgm:spPr/>
    </dgm:pt>
    <dgm:pt modelId="{14671578-2E54-4AEE-AAD1-B1C890C0F542}" type="pres">
      <dgm:prSet presAssocID="{F93FE123-64C2-48E7-BB7C-78C89C6C6BF9}" presName="hierChild4" presStyleCnt="0"/>
      <dgm:spPr/>
    </dgm:pt>
    <dgm:pt modelId="{96DDBB29-BFCB-47DE-B20F-B7938D119B1B}" type="pres">
      <dgm:prSet presAssocID="{6414C389-B48A-400D-8525-EE77AAB80F1C}" presName="Name37" presStyleLbl="parChTrans1D3" presStyleIdx="0" presStyleCnt="3"/>
      <dgm:spPr/>
    </dgm:pt>
    <dgm:pt modelId="{79F4259B-0EBD-4DED-B4B0-CD079EE3117F}" type="pres">
      <dgm:prSet presAssocID="{B98BD5CF-836F-4EF1-BC31-4D5548C74E29}" presName="hierRoot2" presStyleCnt="0">
        <dgm:presLayoutVars>
          <dgm:hierBranch val="init"/>
        </dgm:presLayoutVars>
      </dgm:prSet>
      <dgm:spPr/>
    </dgm:pt>
    <dgm:pt modelId="{6C297494-C730-40F2-A309-B6DB04E16CC7}" type="pres">
      <dgm:prSet presAssocID="{B98BD5CF-836F-4EF1-BC31-4D5548C74E29}" presName="rootComposite" presStyleCnt="0"/>
      <dgm:spPr/>
    </dgm:pt>
    <dgm:pt modelId="{BCACADFF-A8BC-47F6-A206-ED3E49DDCBCD}" type="pres">
      <dgm:prSet presAssocID="{B98BD5CF-836F-4EF1-BC31-4D5548C74E29}" presName="rootText" presStyleLbl="node3" presStyleIdx="0" presStyleCnt="3" custLinFactNeighborY="-14616">
        <dgm:presLayoutVars>
          <dgm:chPref val="3"/>
        </dgm:presLayoutVars>
      </dgm:prSet>
      <dgm:spPr/>
    </dgm:pt>
    <dgm:pt modelId="{A6C10411-8795-4A73-8334-0C23B75967B5}" type="pres">
      <dgm:prSet presAssocID="{B98BD5CF-836F-4EF1-BC31-4D5548C74E29}" presName="rootConnector" presStyleLbl="node3" presStyleIdx="0" presStyleCnt="3"/>
      <dgm:spPr/>
    </dgm:pt>
    <dgm:pt modelId="{D93E13F0-4A4C-4C4E-B3A6-F2DAEBB08DD2}" type="pres">
      <dgm:prSet presAssocID="{B98BD5CF-836F-4EF1-BC31-4D5548C74E29}" presName="hierChild4" presStyleCnt="0"/>
      <dgm:spPr/>
    </dgm:pt>
    <dgm:pt modelId="{8BDF1DC3-5185-41FF-AFCB-7DD891402ED7}" type="pres">
      <dgm:prSet presAssocID="{B98BD5CF-836F-4EF1-BC31-4D5548C74E29}" presName="hierChild5" presStyleCnt="0"/>
      <dgm:spPr/>
    </dgm:pt>
    <dgm:pt modelId="{9BE1465B-C014-46BE-AA8A-69E4F7987327}" type="pres">
      <dgm:prSet presAssocID="{25962EFF-7E61-48E6-88D8-61D9DDBA6AD8}" presName="Name37" presStyleLbl="parChTrans1D3" presStyleIdx="1" presStyleCnt="3"/>
      <dgm:spPr/>
    </dgm:pt>
    <dgm:pt modelId="{9559C66C-0EE9-400E-AE2A-3C29BEF6B278}" type="pres">
      <dgm:prSet presAssocID="{F554F3ED-509F-434E-9414-96A5C7204449}" presName="hierRoot2" presStyleCnt="0">
        <dgm:presLayoutVars>
          <dgm:hierBranch val="init"/>
        </dgm:presLayoutVars>
      </dgm:prSet>
      <dgm:spPr/>
    </dgm:pt>
    <dgm:pt modelId="{D36C7322-4F4A-4D43-B034-F546F583BC05}" type="pres">
      <dgm:prSet presAssocID="{F554F3ED-509F-434E-9414-96A5C7204449}" presName="rootComposite" presStyleCnt="0"/>
      <dgm:spPr/>
    </dgm:pt>
    <dgm:pt modelId="{C499D009-D150-45C6-B3CC-C362209D133F}" type="pres">
      <dgm:prSet presAssocID="{F554F3ED-509F-434E-9414-96A5C7204449}" presName="rootText" presStyleLbl="node3" presStyleIdx="1" presStyleCnt="3" custLinFactNeighborY="-29232">
        <dgm:presLayoutVars>
          <dgm:chPref val="3"/>
        </dgm:presLayoutVars>
      </dgm:prSet>
      <dgm:spPr/>
    </dgm:pt>
    <dgm:pt modelId="{5D191DA7-BCAC-4735-94BE-49B2AB8EA06D}" type="pres">
      <dgm:prSet presAssocID="{F554F3ED-509F-434E-9414-96A5C7204449}" presName="rootConnector" presStyleLbl="node3" presStyleIdx="1" presStyleCnt="3"/>
      <dgm:spPr/>
    </dgm:pt>
    <dgm:pt modelId="{AEB8FABA-C15B-44DF-95D9-D87802640B71}" type="pres">
      <dgm:prSet presAssocID="{F554F3ED-509F-434E-9414-96A5C7204449}" presName="hierChild4" presStyleCnt="0"/>
      <dgm:spPr/>
    </dgm:pt>
    <dgm:pt modelId="{CF7EDEB0-37F6-4E26-ACD8-0419C35933EC}" type="pres">
      <dgm:prSet presAssocID="{F554F3ED-509F-434E-9414-96A5C7204449}" presName="hierChild5" presStyleCnt="0"/>
      <dgm:spPr/>
    </dgm:pt>
    <dgm:pt modelId="{360FE858-CD63-43A3-8366-3689ECAE4550}" type="pres">
      <dgm:prSet presAssocID="{680B14F0-DE78-46ED-BF22-281D426BAB77}" presName="Name37" presStyleLbl="parChTrans1D3" presStyleIdx="2" presStyleCnt="3"/>
      <dgm:spPr/>
    </dgm:pt>
    <dgm:pt modelId="{92985471-E99E-4F30-9BBC-2916D3CCA196}" type="pres">
      <dgm:prSet presAssocID="{F2128D90-3FD7-4EE4-9DB8-F82B99C2526B}" presName="hierRoot2" presStyleCnt="0">
        <dgm:presLayoutVars>
          <dgm:hierBranch val="init"/>
        </dgm:presLayoutVars>
      </dgm:prSet>
      <dgm:spPr/>
    </dgm:pt>
    <dgm:pt modelId="{D9AA93B9-1336-43D8-9D2A-15637C7FC67B}" type="pres">
      <dgm:prSet presAssocID="{F2128D90-3FD7-4EE4-9DB8-F82B99C2526B}" presName="rootComposite" presStyleCnt="0"/>
      <dgm:spPr/>
    </dgm:pt>
    <dgm:pt modelId="{B4126409-BAB4-4277-AC9E-045A64B639AC}" type="pres">
      <dgm:prSet presAssocID="{F2128D90-3FD7-4EE4-9DB8-F82B99C2526B}" presName="rootText" presStyleLbl="node3" presStyleIdx="2" presStyleCnt="3" custLinFactNeighborY="-42224">
        <dgm:presLayoutVars>
          <dgm:chPref val="3"/>
        </dgm:presLayoutVars>
      </dgm:prSet>
      <dgm:spPr/>
    </dgm:pt>
    <dgm:pt modelId="{341C3A1A-C81A-48D9-A6AC-B72B7E841227}" type="pres">
      <dgm:prSet presAssocID="{F2128D90-3FD7-4EE4-9DB8-F82B99C2526B}" presName="rootConnector" presStyleLbl="node3" presStyleIdx="2" presStyleCnt="3"/>
      <dgm:spPr/>
    </dgm:pt>
    <dgm:pt modelId="{B8FCF441-22AD-4D39-A7D5-5EC6F0641109}" type="pres">
      <dgm:prSet presAssocID="{F2128D90-3FD7-4EE4-9DB8-F82B99C2526B}" presName="hierChild4" presStyleCnt="0"/>
      <dgm:spPr/>
    </dgm:pt>
    <dgm:pt modelId="{00E01F16-3418-4A16-89B6-8E96103B6C93}" type="pres">
      <dgm:prSet presAssocID="{F2128D90-3FD7-4EE4-9DB8-F82B99C2526B}" presName="hierChild5" presStyleCnt="0"/>
      <dgm:spPr/>
    </dgm:pt>
    <dgm:pt modelId="{3FB47CE7-ABF3-43D5-888A-16D7B1FF9984}" type="pres">
      <dgm:prSet presAssocID="{F93FE123-64C2-48E7-BB7C-78C89C6C6BF9}" presName="hierChild5" presStyleCnt="0"/>
      <dgm:spPr/>
    </dgm:pt>
    <dgm:pt modelId="{BDBB378E-0D9C-4AFF-AA83-35161BCD9F33}" type="pres">
      <dgm:prSet presAssocID="{B9002353-9289-432A-9056-1107332AFC5B}" presName="Name37" presStyleLbl="parChTrans1D2" presStyleIdx="2" presStyleCnt="8"/>
      <dgm:spPr/>
    </dgm:pt>
    <dgm:pt modelId="{5A9F857C-6022-4AF7-BE3C-4795AB9766EF}" type="pres">
      <dgm:prSet presAssocID="{897542E0-B2F5-4EE4-8EE3-85C4B385D779}" presName="hierRoot2" presStyleCnt="0">
        <dgm:presLayoutVars>
          <dgm:hierBranch val="init"/>
        </dgm:presLayoutVars>
      </dgm:prSet>
      <dgm:spPr/>
    </dgm:pt>
    <dgm:pt modelId="{6796FE7E-480D-4AA5-9A42-3F5BE4C19F32}" type="pres">
      <dgm:prSet presAssocID="{897542E0-B2F5-4EE4-8EE3-85C4B385D779}" presName="rootComposite" presStyleCnt="0"/>
      <dgm:spPr/>
    </dgm:pt>
    <dgm:pt modelId="{D0031397-1155-4F09-A31D-40BFFBAC8519}" type="pres">
      <dgm:prSet presAssocID="{897542E0-B2F5-4EE4-8EE3-85C4B385D779}" presName="rootText" presStyleLbl="node2" presStyleIdx="2" presStyleCnt="3">
        <dgm:presLayoutVars>
          <dgm:chPref val="3"/>
        </dgm:presLayoutVars>
      </dgm:prSet>
      <dgm:spPr/>
    </dgm:pt>
    <dgm:pt modelId="{DB1F6ABB-5C20-4CB0-A646-F7BB6EBF3B59}" type="pres">
      <dgm:prSet presAssocID="{897542E0-B2F5-4EE4-8EE3-85C4B385D779}" presName="rootConnector" presStyleLbl="node2" presStyleIdx="2" presStyleCnt="3"/>
      <dgm:spPr/>
    </dgm:pt>
    <dgm:pt modelId="{A98ED857-9544-4D5D-BFA5-CE9AE5B76A55}" type="pres">
      <dgm:prSet presAssocID="{897542E0-B2F5-4EE4-8EE3-85C4B385D779}" presName="hierChild4" presStyleCnt="0"/>
      <dgm:spPr/>
    </dgm:pt>
    <dgm:pt modelId="{AC15765C-EFA4-488B-9C5B-E02FFF72F733}" type="pres">
      <dgm:prSet presAssocID="{897542E0-B2F5-4EE4-8EE3-85C4B385D779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  <dgm:pt modelId="{CB8CE296-F9DE-4115-A733-0B78A1A1AEDE}" type="pres">
      <dgm:prSet presAssocID="{44EC8565-DCAA-43F0-9C2A-B996A1243957}" presName="Name111" presStyleLbl="parChTrans1D2" presStyleIdx="3" presStyleCnt="8"/>
      <dgm:spPr/>
    </dgm:pt>
    <dgm:pt modelId="{C8B60A3E-443F-44EB-94E6-C24F0F4D815A}" type="pres">
      <dgm:prSet presAssocID="{48FA2B6C-580C-4DD3-BA17-302929DC73EB}" presName="hierRoot3" presStyleCnt="0">
        <dgm:presLayoutVars>
          <dgm:hierBranch val="init"/>
        </dgm:presLayoutVars>
      </dgm:prSet>
      <dgm:spPr/>
    </dgm:pt>
    <dgm:pt modelId="{45897B77-EBF6-4636-8909-C728A68B67F1}" type="pres">
      <dgm:prSet presAssocID="{48FA2B6C-580C-4DD3-BA17-302929DC73EB}" presName="rootComposite3" presStyleCnt="0"/>
      <dgm:spPr/>
    </dgm:pt>
    <dgm:pt modelId="{A8207F55-1877-4AFD-A053-E28682159F0A}" type="pres">
      <dgm:prSet presAssocID="{48FA2B6C-580C-4DD3-BA17-302929DC73EB}" presName="rootText3" presStyleLbl="asst1" presStyleIdx="0" presStyleCnt="5" custScaleX="166026">
        <dgm:presLayoutVars>
          <dgm:chPref val="3"/>
        </dgm:presLayoutVars>
      </dgm:prSet>
      <dgm:spPr/>
    </dgm:pt>
    <dgm:pt modelId="{61195E0D-2F18-4B05-9006-0A3687F1B8FF}" type="pres">
      <dgm:prSet presAssocID="{48FA2B6C-580C-4DD3-BA17-302929DC73EB}" presName="rootConnector3" presStyleLbl="asst1" presStyleIdx="0" presStyleCnt="5"/>
      <dgm:spPr/>
    </dgm:pt>
    <dgm:pt modelId="{87235909-C255-400E-860A-9A96CA656FA7}" type="pres">
      <dgm:prSet presAssocID="{48FA2B6C-580C-4DD3-BA17-302929DC73EB}" presName="hierChild6" presStyleCnt="0"/>
      <dgm:spPr/>
    </dgm:pt>
    <dgm:pt modelId="{03CFEE99-A1C4-45CF-95CC-E5350C7B2FD5}" type="pres">
      <dgm:prSet presAssocID="{48FA2B6C-580C-4DD3-BA17-302929DC73EB}" presName="hierChild7" presStyleCnt="0"/>
      <dgm:spPr/>
    </dgm:pt>
    <dgm:pt modelId="{D25D0547-AA7B-4695-B7A4-240B3BD78691}" type="pres">
      <dgm:prSet presAssocID="{2679EB4B-6431-4250-9196-BFEE43F033D3}" presName="Name111" presStyleLbl="parChTrans1D2" presStyleIdx="4" presStyleCnt="8"/>
      <dgm:spPr/>
    </dgm:pt>
    <dgm:pt modelId="{A8B8AA6B-F731-4ED5-A77A-1B8C60466DD4}" type="pres">
      <dgm:prSet presAssocID="{7D8A1772-F4D4-4657-90BE-B299B52DCFE4}" presName="hierRoot3" presStyleCnt="0">
        <dgm:presLayoutVars>
          <dgm:hierBranch val="init"/>
        </dgm:presLayoutVars>
      </dgm:prSet>
      <dgm:spPr/>
    </dgm:pt>
    <dgm:pt modelId="{17AB4223-C77E-47AD-B7B1-CE6A543961C1}" type="pres">
      <dgm:prSet presAssocID="{7D8A1772-F4D4-4657-90BE-B299B52DCFE4}" presName="rootComposite3" presStyleCnt="0"/>
      <dgm:spPr/>
    </dgm:pt>
    <dgm:pt modelId="{490745F1-7228-4C01-80B4-6B866BF932DF}" type="pres">
      <dgm:prSet presAssocID="{7D8A1772-F4D4-4657-90BE-B299B52DCFE4}" presName="rootText3" presStyleLbl="asst1" presStyleIdx="1" presStyleCnt="5" custScaleX="164511">
        <dgm:presLayoutVars>
          <dgm:chPref val="3"/>
        </dgm:presLayoutVars>
      </dgm:prSet>
      <dgm:spPr/>
    </dgm:pt>
    <dgm:pt modelId="{477B5F03-907B-4F0A-BA80-CB5ED3AAD4D6}" type="pres">
      <dgm:prSet presAssocID="{7D8A1772-F4D4-4657-90BE-B299B52DCFE4}" presName="rootConnector3" presStyleLbl="asst1" presStyleIdx="1" presStyleCnt="5"/>
      <dgm:spPr/>
    </dgm:pt>
    <dgm:pt modelId="{4A4787C9-E046-4D66-B7F1-77CC6733C9B5}" type="pres">
      <dgm:prSet presAssocID="{7D8A1772-F4D4-4657-90BE-B299B52DCFE4}" presName="hierChild6" presStyleCnt="0"/>
      <dgm:spPr/>
    </dgm:pt>
    <dgm:pt modelId="{7C26897E-2D08-4E16-A976-9BFB991ECB1D}" type="pres">
      <dgm:prSet presAssocID="{7D8A1772-F4D4-4657-90BE-B299B52DCFE4}" presName="hierChild7" presStyleCnt="0"/>
      <dgm:spPr/>
    </dgm:pt>
    <dgm:pt modelId="{E8D67F48-A4A3-48B7-931C-8BCBA0AA96D2}" type="pres">
      <dgm:prSet presAssocID="{8E0DC5EC-21E0-4782-8FBD-618C8BE3264A}" presName="Name111" presStyleLbl="parChTrans1D2" presStyleIdx="5" presStyleCnt="8"/>
      <dgm:spPr/>
    </dgm:pt>
    <dgm:pt modelId="{91DC58F7-F1AE-41CD-B7C5-3E1A8124A370}" type="pres">
      <dgm:prSet presAssocID="{E5AEA43F-25C9-4387-B383-04F0775BFE30}" presName="hierRoot3" presStyleCnt="0">
        <dgm:presLayoutVars>
          <dgm:hierBranch val="init"/>
        </dgm:presLayoutVars>
      </dgm:prSet>
      <dgm:spPr/>
    </dgm:pt>
    <dgm:pt modelId="{4FA6CF6D-EB03-4445-B027-168EF37880D1}" type="pres">
      <dgm:prSet presAssocID="{E5AEA43F-25C9-4387-B383-04F0775BFE30}" presName="rootComposite3" presStyleCnt="0"/>
      <dgm:spPr/>
    </dgm:pt>
    <dgm:pt modelId="{B18709FD-C961-458C-87D4-EEF58F63B5A8}" type="pres">
      <dgm:prSet presAssocID="{E5AEA43F-25C9-4387-B383-04F0775BFE30}" presName="rootText3" presStyleLbl="asst1" presStyleIdx="2" presStyleCnt="5" custScaleX="141293" custLinFactNeighborX="24192">
        <dgm:presLayoutVars>
          <dgm:chPref val="3"/>
        </dgm:presLayoutVars>
      </dgm:prSet>
      <dgm:spPr/>
    </dgm:pt>
    <dgm:pt modelId="{576D463E-B9C0-4252-AAC7-E1D900247645}" type="pres">
      <dgm:prSet presAssocID="{E5AEA43F-25C9-4387-B383-04F0775BFE30}" presName="rootConnector3" presStyleLbl="asst1" presStyleIdx="2" presStyleCnt="5"/>
      <dgm:spPr/>
    </dgm:pt>
    <dgm:pt modelId="{EE97B4E4-F79B-47D8-A041-FB8CC1B9D30D}" type="pres">
      <dgm:prSet presAssocID="{E5AEA43F-25C9-4387-B383-04F0775BFE30}" presName="hierChild6" presStyleCnt="0"/>
      <dgm:spPr/>
    </dgm:pt>
    <dgm:pt modelId="{29DBBDF9-9028-450D-90A9-D62C02AD2901}" type="pres">
      <dgm:prSet presAssocID="{E5AEA43F-25C9-4387-B383-04F0775BFE30}" presName="hierChild7" presStyleCnt="0"/>
      <dgm:spPr/>
    </dgm:pt>
    <dgm:pt modelId="{BFBEFDB3-4374-4AD6-874A-20EDF9A2FE97}" type="pres">
      <dgm:prSet presAssocID="{92C34311-D1C5-4F6A-A649-D141E1B665AB}" presName="Name111" presStyleLbl="parChTrans1D2" presStyleIdx="6" presStyleCnt="8"/>
      <dgm:spPr/>
    </dgm:pt>
    <dgm:pt modelId="{B335EB68-4C8A-420D-AE8D-4390C75DF415}" type="pres">
      <dgm:prSet presAssocID="{FD6F6831-AB44-4552-9E86-75F44F8CB42C}" presName="hierRoot3" presStyleCnt="0">
        <dgm:presLayoutVars>
          <dgm:hierBranch val="init"/>
        </dgm:presLayoutVars>
      </dgm:prSet>
      <dgm:spPr/>
    </dgm:pt>
    <dgm:pt modelId="{6B6A988B-A23E-4C31-A9BE-F52441074FEB}" type="pres">
      <dgm:prSet presAssocID="{FD6F6831-AB44-4552-9E86-75F44F8CB42C}" presName="rootComposite3" presStyleCnt="0"/>
      <dgm:spPr/>
    </dgm:pt>
    <dgm:pt modelId="{DF27F3F2-7687-432E-B87D-E241B4638CC5}" type="pres">
      <dgm:prSet presAssocID="{FD6F6831-AB44-4552-9E86-75F44F8CB42C}" presName="rootText3" presStyleLbl="asst1" presStyleIdx="3" presStyleCnt="5" custScaleX="141293" custLinFactNeighborX="2442">
        <dgm:presLayoutVars>
          <dgm:chPref val="3"/>
        </dgm:presLayoutVars>
      </dgm:prSet>
      <dgm:spPr/>
    </dgm:pt>
    <dgm:pt modelId="{40F646FB-09EC-4648-A808-C294B2BF6A65}" type="pres">
      <dgm:prSet presAssocID="{FD6F6831-AB44-4552-9E86-75F44F8CB42C}" presName="rootConnector3" presStyleLbl="asst1" presStyleIdx="3" presStyleCnt="5"/>
      <dgm:spPr/>
    </dgm:pt>
    <dgm:pt modelId="{0C04AAA1-143D-4254-A4C7-E711DCE817F7}" type="pres">
      <dgm:prSet presAssocID="{FD6F6831-AB44-4552-9E86-75F44F8CB42C}" presName="hierChild6" presStyleCnt="0"/>
      <dgm:spPr/>
    </dgm:pt>
    <dgm:pt modelId="{64937030-46E8-4A33-A653-6D7731B59D57}" type="pres">
      <dgm:prSet presAssocID="{FD6F6831-AB44-4552-9E86-75F44F8CB42C}" presName="hierChild7" presStyleCnt="0"/>
      <dgm:spPr/>
    </dgm:pt>
    <dgm:pt modelId="{276FC127-CCEF-46C8-9671-459DF6897D68}" type="pres">
      <dgm:prSet presAssocID="{DE3D1E1B-42BA-4F87-9369-D05425BAABD7}" presName="Name111" presStyleLbl="parChTrans1D2" presStyleIdx="7" presStyleCnt="8"/>
      <dgm:spPr/>
    </dgm:pt>
    <dgm:pt modelId="{42061CC6-B0F3-41A6-AB73-A21F36B3CCEF}" type="pres">
      <dgm:prSet presAssocID="{1EE4A5D0-A6E1-45F2-BB0A-EED493AB371F}" presName="hierRoot3" presStyleCnt="0">
        <dgm:presLayoutVars>
          <dgm:hierBranch val="init"/>
        </dgm:presLayoutVars>
      </dgm:prSet>
      <dgm:spPr/>
    </dgm:pt>
    <dgm:pt modelId="{DABA8605-2E82-481B-859C-77E6E8CC1B4B}" type="pres">
      <dgm:prSet presAssocID="{1EE4A5D0-A6E1-45F2-BB0A-EED493AB371F}" presName="rootComposite3" presStyleCnt="0"/>
      <dgm:spPr/>
    </dgm:pt>
    <dgm:pt modelId="{D47410F5-ED70-4790-8E7E-3A4F11132BB9}" type="pres">
      <dgm:prSet presAssocID="{1EE4A5D0-A6E1-45F2-BB0A-EED493AB371F}" presName="rootText3" presStyleLbl="asst1" presStyleIdx="4" presStyleCnt="5" custScaleX="139167" custLinFactNeighborX="25793">
        <dgm:presLayoutVars>
          <dgm:chPref val="3"/>
        </dgm:presLayoutVars>
      </dgm:prSet>
      <dgm:spPr/>
    </dgm:pt>
    <dgm:pt modelId="{CBAD7E56-82B1-4ED2-92FF-2A4AE18D8F57}" type="pres">
      <dgm:prSet presAssocID="{1EE4A5D0-A6E1-45F2-BB0A-EED493AB371F}" presName="rootConnector3" presStyleLbl="asst1" presStyleIdx="4" presStyleCnt="5"/>
      <dgm:spPr/>
    </dgm:pt>
    <dgm:pt modelId="{7D00806F-E961-4E80-A2F0-72DBC7064B2E}" type="pres">
      <dgm:prSet presAssocID="{1EE4A5D0-A6E1-45F2-BB0A-EED493AB371F}" presName="hierChild6" presStyleCnt="0"/>
      <dgm:spPr/>
    </dgm:pt>
    <dgm:pt modelId="{3D88D9AD-85F1-42B6-8536-F3E71596C0B1}" type="pres">
      <dgm:prSet presAssocID="{1EE4A5D0-A6E1-45F2-BB0A-EED493AB371F}" presName="hierChild7" presStyleCnt="0"/>
      <dgm:spPr/>
    </dgm:pt>
  </dgm:ptLst>
  <dgm:cxnLst>
    <dgm:cxn modelId="{CB6A710A-A073-4149-A494-06C15517B650}" type="presOf" srcId="{25962EFF-7E61-48E6-88D8-61D9DDBA6AD8}" destId="{9BE1465B-C014-46BE-AA8A-69E4F7987327}" srcOrd="0" destOrd="0" presId="urn:microsoft.com/office/officeart/2005/8/layout/orgChart1"/>
    <dgm:cxn modelId="{51915C0B-6EDE-4E9C-B9DD-0887C0EFF8C7}" type="presOf" srcId="{E591C46F-C3C1-4334-AD6A-48CD500503EB}" destId="{FD9A2F87-5594-4B1C-959F-6AF063EC5722}" srcOrd="0" destOrd="0" presId="urn:microsoft.com/office/officeart/2005/8/layout/orgChart1"/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17007518-D0E3-4104-BD31-31D226618120}" type="presOf" srcId="{B98BD5CF-836F-4EF1-BC31-4D5548C74E29}" destId="{BCACADFF-A8BC-47F6-A206-ED3E49DDCBCD}" srcOrd="0" destOrd="0" presId="urn:microsoft.com/office/officeart/2005/8/layout/orgChart1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7CA09922-3443-40B7-B5AC-3780E521EE99}" type="presOf" srcId="{44EC8565-DCAA-43F0-9C2A-B996A1243957}" destId="{CB8CE296-F9DE-4115-A733-0B78A1A1AEDE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D41E9030-583E-4F4B-910D-854474158B14}" srcId="{BDA3E80D-83D1-43CB-89EA-5529CB9AAA78}" destId="{9E543093-51AF-482F-A54F-41BA2B290BE8}" srcOrd="1" destOrd="0" parTransId="{BB51628D-548F-4A3C-BB2F-7E4A08DB55D8}" sibTransId="{CB0671A9-1B01-4B90-8DE2-D4E874E7C8F0}"/>
    <dgm:cxn modelId="{D54E6E32-B0E9-458A-A4BD-456098E5ECD3}" srcId="{BDA3E80D-83D1-43CB-89EA-5529CB9AAA78}" destId="{897542E0-B2F5-4EE4-8EE3-85C4B385D779}" srcOrd="6" destOrd="0" parTransId="{B9002353-9289-432A-9056-1107332AFC5B}" sibTransId="{CA9930E5-FB80-4A01-A1CD-1E377103E439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7C711465-A35D-4343-B75D-F61E5077DEB3}" type="presOf" srcId="{48FA2B6C-580C-4DD3-BA17-302929DC73EB}" destId="{A8207F55-1877-4AFD-A053-E28682159F0A}" srcOrd="0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0B355149-D5C5-4AF8-89DF-0C76F86A2148}" type="presOf" srcId="{B9002353-9289-432A-9056-1107332AFC5B}" destId="{BDBB378E-0D9C-4AFF-AA83-35161BCD9F33}" srcOrd="0" destOrd="0" presId="urn:microsoft.com/office/officeart/2005/8/layout/orgChart1"/>
    <dgm:cxn modelId="{BE8D5469-9A04-4358-B583-935A3F47E27B}" srcId="{BDA3E80D-83D1-43CB-89EA-5529CB9AAA78}" destId="{1EE4A5D0-A6E1-45F2-BB0A-EED493AB371F}" srcOrd="7" destOrd="0" parTransId="{DE3D1E1B-42BA-4F87-9369-D05425BAABD7}" sibTransId="{6E23EDBA-69B3-4C97-B09F-3B5D8F2E1D41}"/>
    <dgm:cxn modelId="{A68C676B-6FEB-445B-9A45-76E29516C43B}" type="presOf" srcId="{7D8A1772-F4D4-4657-90BE-B299B52DCFE4}" destId="{477B5F03-907B-4F0A-BA80-CB5ED3AAD4D6}" srcOrd="1" destOrd="0" presId="urn:microsoft.com/office/officeart/2005/8/layout/orgChart1"/>
    <dgm:cxn modelId="{2CA7476C-37A2-4F62-83F3-569A3FDEF282}" type="presOf" srcId="{2679EB4B-6431-4250-9196-BFEE43F033D3}" destId="{D25D0547-AA7B-4695-B7A4-240B3BD78691}" srcOrd="0" destOrd="0" presId="urn:microsoft.com/office/officeart/2005/8/layout/orgChart1"/>
    <dgm:cxn modelId="{C27CAD6C-3BB1-4FFF-8A42-1CB90073FEB6}" type="presOf" srcId="{897542E0-B2F5-4EE4-8EE3-85C4B385D779}" destId="{D0031397-1155-4F09-A31D-40BFFBAC8519}" srcOrd="0" destOrd="0" presId="urn:microsoft.com/office/officeart/2005/8/layout/orgChart1"/>
    <dgm:cxn modelId="{ED39346F-3E58-4BBF-99BE-F39B252DC71B}" type="presOf" srcId="{DE3D1E1B-42BA-4F87-9369-D05425BAABD7}" destId="{276FC127-CCEF-46C8-9671-459DF6897D68}" srcOrd="0" destOrd="0" presId="urn:microsoft.com/office/officeart/2005/8/layout/orgChart1"/>
    <dgm:cxn modelId="{A06FB36F-9A2C-44C4-B7CF-3827BFDFDCAA}" type="presOf" srcId="{6414C389-B48A-400D-8525-EE77AAB80F1C}" destId="{96DDBB29-BFCB-47DE-B20F-B7938D119B1B}" srcOrd="0" destOrd="0" presId="urn:microsoft.com/office/officeart/2005/8/layout/orgChart1"/>
    <dgm:cxn modelId="{3E4EC070-0E17-42C9-B53D-C1FD7ACC497D}" type="presOf" srcId="{8E0DC5EC-21E0-4782-8FBD-618C8BE3264A}" destId="{E8D67F48-A4A3-48B7-931C-8BCBA0AA96D2}" srcOrd="0" destOrd="0" presId="urn:microsoft.com/office/officeart/2005/8/layout/orgChart1"/>
    <dgm:cxn modelId="{46DCED50-B13F-4A67-87C0-36DB89B33B8D}" type="presOf" srcId="{F2128D90-3FD7-4EE4-9DB8-F82B99C2526B}" destId="{B4126409-BAB4-4277-AC9E-045A64B639AC}" srcOrd="0" destOrd="0" presId="urn:microsoft.com/office/officeart/2005/8/layout/orgChart1"/>
    <dgm:cxn modelId="{05F81A55-07EF-42D4-BBA7-5D5941C7B976}" type="presOf" srcId="{1EE4A5D0-A6E1-45F2-BB0A-EED493AB371F}" destId="{CBAD7E56-82B1-4ED2-92FF-2A4AE18D8F57}" srcOrd="1" destOrd="0" presId="urn:microsoft.com/office/officeart/2005/8/layout/orgChart1"/>
    <dgm:cxn modelId="{94BDB956-A31C-4A64-B68A-A7F57344BFB1}" srcId="{F93FE123-64C2-48E7-BB7C-78C89C6C6BF9}" destId="{F554F3ED-509F-434E-9414-96A5C7204449}" srcOrd="1" destOrd="0" parTransId="{25962EFF-7E61-48E6-88D8-61D9DDBA6AD8}" sibTransId="{0795AE4A-255D-4D4A-93BD-F5327A47AD31}"/>
    <dgm:cxn modelId="{761D1D81-C7E5-4293-9A96-0F12F6A946F5}" srcId="{F93FE123-64C2-48E7-BB7C-78C89C6C6BF9}" destId="{F2128D90-3FD7-4EE4-9DB8-F82B99C2526B}" srcOrd="2" destOrd="0" parTransId="{680B14F0-DE78-46ED-BF22-281D426BAB77}" sibTransId="{19F11BBE-D266-4EDE-A323-D00BF3FFA1F7}"/>
    <dgm:cxn modelId="{4C886181-D560-4EF7-BC6A-491ABB066064}" type="presOf" srcId="{48FA2B6C-580C-4DD3-BA17-302929DC73EB}" destId="{61195E0D-2F18-4B05-9006-0A3687F1B8FF}" srcOrd="1" destOrd="0" presId="urn:microsoft.com/office/officeart/2005/8/layout/orgChart1"/>
    <dgm:cxn modelId="{B67DC184-8697-4060-B9D1-C1D73D3DE8D0}" type="presOf" srcId="{897542E0-B2F5-4EE4-8EE3-85C4B385D779}" destId="{DB1F6ABB-5C20-4CB0-A646-F7BB6EBF3B59}" srcOrd="1" destOrd="0" presId="urn:microsoft.com/office/officeart/2005/8/layout/orgChart1"/>
    <dgm:cxn modelId="{251F6B88-190E-4BB7-8E80-98410EAD7EBD}" type="presOf" srcId="{F554F3ED-509F-434E-9414-96A5C7204449}" destId="{C499D009-D150-45C6-B3CC-C362209D133F}" srcOrd="0" destOrd="0" presId="urn:microsoft.com/office/officeart/2005/8/layout/orgChart1"/>
    <dgm:cxn modelId="{89C3068E-D504-4796-A7D5-A5F4AEBEC0FA}" type="presOf" srcId="{7D8A1772-F4D4-4657-90BE-B299B52DCFE4}" destId="{490745F1-7228-4C01-80B4-6B866BF932DF}" srcOrd="0" destOrd="0" presId="urn:microsoft.com/office/officeart/2005/8/layout/orgChart1"/>
    <dgm:cxn modelId="{706CF2A4-A453-4230-B481-E38FE595E417}" type="presOf" srcId="{F93FE123-64C2-48E7-BB7C-78C89C6C6BF9}" destId="{1FD6DA0B-E6A6-4F68-BFA4-DBBF4ADC7B58}" srcOrd="1" destOrd="0" presId="urn:microsoft.com/office/officeart/2005/8/layout/orgChart1"/>
    <dgm:cxn modelId="{2434B1A5-C0C8-4547-8940-AC4BE2D46C89}" type="presOf" srcId="{92C34311-D1C5-4F6A-A649-D141E1B665AB}" destId="{BFBEFDB3-4374-4AD6-874A-20EDF9A2FE97}" srcOrd="0" destOrd="0" presId="urn:microsoft.com/office/officeart/2005/8/layout/orgChart1"/>
    <dgm:cxn modelId="{DA292AA7-04FA-4AB3-A50A-C742C17DAEF0}" type="presOf" srcId="{1EE4A5D0-A6E1-45F2-BB0A-EED493AB371F}" destId="{D47410F5-ED70-4790-8E7E-3A4F11132BB9}" srcOrd="0" destOrd="0" presId="urn:microsoft.com/office/officeart/2005/8/layout/orgChart1"/>
    <dgm:cxn modelId="{7CDE92A9-F90E-48F5-A227-957F21B2D50A}" srcId="{BDA3E80D-83D1-43CB-89EA-5529CB9AAA78}" destId="{FD6F6831-AB44-4552-9E86-75F44F8CB42C}" srcOrd="4" destOrd="0" parTransId="{92C34311-D1C5-4F6A-A649-D141E1B665AB}" sibTransId="{FF433D09-3445-4BC6-B3B6-BBBEB4279192}"/>
    <dgm:cxn modelId="{2D3394AB-7C6D-4064-97D5-FFCC00901C78}" type="presOf" srcId="{FD6F6831-AB44-4552-9E86-75F44F8CB42C}" destId="{40F646FB-09EC-4648-A808-C294B2BF6A65}" srcOrd="1" destOrd="0" presId="urn:microsoft.com/office/officeart/2005/8/layout/orgChart1"/>
    <dgm:cxn modelId="{82DDB5AC-7EA2-42FB-9590-E59EA5CA3F44}" srcId="{BDA3E80D-83D1-43CB-89EA-5529CB9AAA78}" destId="{F93FE123-64C2-48E7-BB7C-78C89C6C6BF9}" srcOrd="5" destOrd="0" parTransId="{E591C46F-C3C1-4334-AD6A-48CD500503EB}" sibTransId="{44494D52-5C85-4BCC-BD10-DF728B666320}"/>
    <dgm:cxn modelId="{B8B3CDB4-AC51-473C-8749-CA6113378C01}" srcId="{BDA3E80D-83D1-43CB-89EA-5529CB9AAA78}" destId="{7D8A1772-F4D4-4657-90BE-B299B52DCFE4}" srcOrd="2" destOrd="0" parTransId="{2679EB4B-6431-4250-9196-BFEE43F033D3}" sibTransId="{5E217CC2-1A40-4683-B554-76BB84B50F9E}"/>
    <dgm:cxn modelId="{61600ABD-6684-4EB6-B5CE-59F6A9B3C56F}" type="presOf" srcId="{F2128D90-3FD7-4EE4-9DB8-F82B99C2526B}" destId="{341C3A1A-C81A-48D9-A6AC-B72B7E841227}" srcOrd="1" destOrd="0" presId="urn:microsoft.com/office/officeart/2005/8/layout/orgChart1"/>
    <dgm:cxn modelId="{0BA7E6C0-1040-4D81-B489-F8ECAD98A951}" srcId="{BDA3E80D-83D1-43CB-89EA-5529CB9AAA78}" destId="{E5AEA43F-25C9-4387-B383-04F0775BFE30}" srcOrd="3" destOrd="0" parTransId="{8E0DC5EC-21E0-4782-8FBD-618C8BE3264A}" sibTransId="{8DB57107-7FC2-4B97-955F-C2BAAA609FFC}"/>
    <dgm:cxn modelId="{A94993C6-E2B4-4BF9-B358-2543C12EE6C0}" type="presOf" srcId="{FD6F6831-AB44-4552-9E86-75F44F8CB42C}" destId="{DF27F3F2-7687-432E-B87D-E241B4638CC5}" srcOrd="0" destOrd="0" presId="urn:microsoft.com/office/officeart/2005/8/layout/orgChart1"/>
    <dgm:cxn modelId="{7E161DCD-5663-4A80-AD58-83CBA7CBDDCE}" srcId="{BDA3E80D-83D1-43CB-89EA-5529CB9AAA78}" destId="{48FA2B6C-580C-4DD3-BA17-302929DC73EB}" srcOrd="0" destOrd="0" parTransId="{44EC8565-DCAA-43F0-9C2A-B996A1243957}" sibTransId="{DFC7DE66-41FE-418D-AEBD-8BA9A52EE513}"/>
    <dgm:cxn modelId="{BE5B1FD4-FA00-4C90-89EF-D0B36421A922}" type="presOf" srcId="{680B14F0-DE78-46ED-BF22-281D426BAB77}" destId="{360FE858-CD63-43A3-8366-3689ECAE4550}" srcOrd="0" destOrd="0" presId="urn:microsoft.com/office/officeart/2005/8/layout/orgChart1"/>
    <dgm:cxn modelId="{27471CD6-1B89-4293-B9FB-6DD1FE5F1D3A}" srcId="{F93FE123-64C2-48E7-BB7C-78C89C6C6BF9}" destId="{B98BD5CF-836F-4EF1-BC31-4D5548C74E29}" srcOrd="0" destOrd="0" parTransId="{6414C389-B48A-400D-8525-EE77AAB80F1C}" sibTransId="{5FCC2245-A645-4BED-812C-6C220807F555}"/>
    <dgm:cxn modelId="{46AE57DE-9EF3-4FFF-86ED-816FE108F8B9}" type="presOf" srcId="{F93FE123-64C2-48E7-BB7C-78C89C6C6BF9}" destId="{3CD85A99-C301-405C-AE39-087826A9739B}" srcOrd="0" destOrd="0" presId="urn:microsoft.com/office/officeart/2005/8/layout/orgChart1"/>
    <dgm:cxn modelId="{65A4DFE9-471E-4B37-A37F-F373725DC926}" type="presOf" srcId="{E5AEA43F-25C9-4387-B383-04F0775BFE30}" destId="{B18709FD-C961-458C-87D4-EEF58F63B5A8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8054A5EA-23AD-4F2F-8E5F-FDD94E287C9B}" type="presOf" srcId="{E5AEA43F-25C9-4387-B383-04F0775BFE30}" destId="{576D463E-B9C0-4252-AAC7-E1D900247645}" srcOrd="1" destOrd="0" presId="urn:microsoft.com/office/officeart/2005/8/layout/orgChart1"/>
    <dgm:cxn modelId="{99009DEF-95DD-4D2A-A49B-82C1CCF779B1}" type="presOf" srcId="{B98BD5CF-836F-4EF1-BC31-4D5548C74E29}" destId="{A6C10411-8795-4A73-8334-0C23B75967B5}" srcOrd="1" destOrd="0" presId="urn:microsoft.com/office/officeart/2005/8/layout/orgChart1"/>
    <dgm:cxn modelId="{5FCB3CF9-4F01-4ACE-AC24-677A197F5474}" type="presOf" srcId="{F554F3ED-509F-434E-9414-96A5C7204449}" destId="{5D191DA7-BCAC-4735-94BE-49B2AB8EA06D}" srcOrd="1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79C889CF-5A8F-451E-8280-91A187B7FC9B}" type="presParOf" srcId="{702F29B1-99E5-4896-B101-A66FF14B51F6}" destId="{FD9A2F87-5594-4B1C-959F-6AF063EC5722}" srcOrd="2" destOrd="0" presId="urn:microsoft.com/office/officeart/2005/8/layout/orgChart1"/>
    <dgm:cxn modelId="{1576BFE1-5BA0-42F0-9F72-FD164C02F3AA}" type="presParOf" srcId="{702F29B1-99E5-4896-B101-A66FF14B51F6}" destId="{72FC4307-AF73-410D-9740-C0206929B210}" srcOrd="3" destOrd="0" presId="urn:microsoft.com/office/officeart/2005/8/layout/orgChart1"/>
    <dgm:cxn modelId="{CE533955-55AD-4591-9616-3506C26578DD}" type="presParOf" srcId="{72FC4307-AF73-410D-9740-C0206929B210}" destId="{376556A8-B7BA-4468-99B2-A50E1CF03EBA}" srcOrd="0" destOrd="0" presId="urn:microsoft.com/office/officeart/2005/8/layout/orgChart1"/>
    <dgm:cxn modelId="{41053F34-3B0C-44CF-BAEC-A79547D44901}" type="presParOf" srcId="{376556A8-B7BA-4468-99B2-A50E1CF03EBA}" destId="{3CD85A99-C301-405C-AE39-087826A9739B}" srcOrd="0" destOrd="0" presId="urn:microsoft.com/office/officeart/2005/8/layout/orgChart1"/>
    <dgm:cxn modelId="{C6978A19-0E19-4E75-A872-D782DBC6484C}" type="presParOf" srcId="{376556A8-B7BA-4468-99B2-A50E1CF03EBA}" destId="{1FD6DA0B-E6A6-4F68-BFA4-DBBF4ADC7B58}" srcOrd="1" destOrd="0" presId="urn:microsoft.com/office/officeart/2005/8/layout/orgChart1"/>
    <dgm:cxn modelId="{54A451E2-4CF4-43C0-8810-943746CE8372}" type="presParOf" srcId="{72FC4307-AF73-410D-9740-C0206929B210}" destId="{14671578-2E54-4AEE-AAD1-B1C890C0F542}" srcOrd="1" destOrd="0" presId="urn:microsoft.com/office/officeart/2005/8/layout/orgChart1"/>
    <dgm:cxn modelId="{A0FCBB3C-E733-493B-82E2-198628BB9268}" type="presParOf" srcId="{14671578-2E54-4AEE-AAD1-B1C890C0F542}" destId="{96DDBB29-BFCB-47DE-B20F-B7938D119B1B}" srcOrd="0" destOrd="0" presId="urn:microsoft.com/office/officeart/2005/8/layout/orgChart1"/>
    <dgm:cxn modelId="{E47C0084-3F83-4FA9-B16B-D7533C3B2F1F}" type="presParOf" srcId="{14671578-2E54-4AEE-AAD1-B1C890C0F542}" destId="{79F4259B-0EBD-4DED-B4B0-CD079EE3117F}" srcOrd="1" destOrd="0" presId="urn:microsoft.com/office/officeart/2005/8/layout/orgChart1"/>
    <dgm:cxn modelId="{F173C07E-EE9D-41BC-BDA9-E9490F8DB815}" type="presParOf" srcId="{79F4259B-0EBD-4DED-B4B0-CD079EE3117F}" destId="{6C297494-C730-40F2-A309-B6DB04E16CC7}" srcOrd="0" destOrd="0" presId="urn:microsoft.com/office/officeart/2005/8/layout/orgChart1"/>
    <dgm:cxn modelId="{E5779E58-7A62-4F91-A578-8FF6584B8F28}" type="presParOf" srcId="{6C297494-C730-40F2-A309-B6DB04E16CC7}" destId="{BCACADFF-A8BC-47F6-A206-ED3E49DDCBCD}" srcOrd="0" destOrd="0" presId="urn:microsoft.com/office/officeart/2005/8/layout/orgChart1"/>
    <dgm:cxn modelId="{F4F7FB0B-3C55-4572-8C78-5DC2377B8B98}" type="presParOf" srcId="{6C297494-C730-40F2-A309-B6DB04E16CC7}" destId="{A6C10411-8795-4A73-8334-0C23B75967B5}" srcOrd="1" destOrd="0" presId="urn:microsoft.com/office/officeart/2005/8/layout/orgChart1"/>
    <dgm:cxn modelId="{C01542A7-2BFF-4BF8-8807-0E0A960C0AF7}" type="presParOf" srcId="{79F4259B-0EBD-4DED-B4B0-CD079EE3117F}" destId="{D93E13F0-4A4C-4C4E-B3A6-F2DAEBB08DD2}" srcOrd="1" destOrd="0" presId="urn:microsoft.com/office/officeart/2005/8/layout/orgChart1"/>
    <dgm:cxn modelId="{644B2B55-218B-4AA3-89B8-7B8CD0353063}" type="presParOf" srcId="{79F4259B-0EBD-4DED-B4B0-CD079EE3117F}" destId="{8BDF1DC3-5185-41FF-AFCB-7DD891402ED7}" srcOrd="2" destOrd="0" presId="urn:microsoft.com/office/officeart/2005/8/layout/orgChart1"/>
    <dgm:cxn modelId="{F78BA671-6E6B-46D2-952C-0CCA38781266}" type="presParOf" srcId="{14671578-2E54-4AEE-AAD1-B1C890C0F542}" destId="{9BE1465B-C014-46BE-AA8A-69E4F7987327}" srcOrd="2" destOrd="0" presId="urn:microsoft.com/office/officeart/2005/8/layout/orgChart1"/>
    <dgm:cxn modelId="{E3A9145D-005B-4D92-B9DD-85CBDED49DA5}" type="presParOf" srcId="{14671578-2E54-4AEE-AAD1-B1C890C0F542}" destId="{9559C66C-0EE9-400E-AE2A-3C29BEF6B278}" srcOrd="3" destOrd="0" presId="urn:microsoft.com/office/officeart/2005/8/layout/orgChart1"/>
    <dgm:cxn modelId="{2D0E43A6-447D-4385-BA82-FF5B2DC33917}" type="presParOf" srcId="{9559C66C-0EE9-400E-AE2A-3C29BEF6B278}" destId="{D36C7322-4F4A-4D43-B034-F546F583BC05}" srcOrd="0" destOrd="0" presId="urn:microsoft.com/office/officeart/2005/8/layout/orgChart1"/>
    <dgm:cxn modelId="{C33A9529-9258-4338-8C79-DC745184E0B4}" type="presParOf" srcId="{D36C7322-4F4A-4D43-B034-F546F583BC05}" destId="{C499D009-D150-45C6-B3CC-C362209D133F}" srcOrd="0" destOrd="0" presId="urn:microsoft.com/office/officeart/2005/8/layout/orgChart1"/>
    <dgm:cxn modelId="{E131F44B-0C0C-4679-A63B-C3B7BE1C90A6}" type="presParOf" srcId="{D36C7322-4F4A-4D43-B034-F546F583BC05}" destId="{5D191DA7-BCAC-4735-94BE-49B2AB8EA06D}" srcOrd="1" destOrd="0" presId="urn:microsoft.com/office/officeart/2005/8/layout/orgChart1"/>
    <dgm:cxn modelId="{E79683B8-1DE9-4F32-A9DC-9358D4192DBF}" type="presParOf" srcId="{9559C66C-0EE9-400E-AE2A-3C29BEF6B278}" destId="{AEB8FABA-C15B-44DF-95D9-D87802640B71}" srcOrd="1" destOrd="0" presId="urn:microsoft.com/office/officeart/2005/8/layout/orgChart1"/>
    <dgm:cxn modelId="{762A3BD6-3207-481E-9703-FE1C6362014D}" type="presParOf" srcId="{9559C66C-0EE9-400E-AE2A-3C29BEF6B278}" destId="{CF7EDEB0-37F6-4E26-ACD8-0419C35933EC}" srcOrd="2" destOrd="0" presId="urn:microsoft.com/office/officeart/2005/8/layout/orgChart1"/>
    <dgm:cxn modelId="{DC5E668D-ABC4-4249-A426-54433BECEE45}" type="presParOf" srcId="{14671578-2E54-4AEE-AAD1-B1C890C0F542}" destId="{360FE858-CD63-43A3-8366-3689ECAE4550}" srcOrd="4" destOrd="0" presId="urn:microsoft.com/office/officeart/2005/8/layout/orgChart1"/>
    <dgm:cxn modelId="{3FC7C053-091B-4CB6-92F6-0DFBB1F3C221}" type="presParOf" srcId="{14671578-2E54-4AEE-AAD1-B1C890C0F542}" destId="{92985471-E99E-4F30-9BBC-2916D3CCA196}" srcOrd="5" destOrd="0" presId="urn:microsoft.com/office/officeart/2005/8/layout/orgChart1"/>
    <dgm:cxn modelId="{D7D7F9B9-A84C-4051-82E2-3DC9EF26EC12}" type="presParOf" srcId="{92985471-E99E-4F30-9BBC-2916D3CCA196}" destId="{D9AA93B9-1336-43D8-9D2A-15637C7FC67B}" srcOrd="0" destOrd="0" presId="urn:microsoft.com/office/officeart/2005/8/layout/orgChart1"/>
    <dgm:cxn modelId="{608F1B78-35B2-4814-B23E-4CA9FBA1D41F}" type="presParOf" srcId="{D9AA93B9-1336-43D8-9D2A-15637C7FC67B}" destId="{B4126409-BAB4-4277-AC9E-045A64B639AC}" srcOrd="0" destOrd="0" presId="urn:microsoft.com/office/officeart/2005/8/layout/orgChart1"/>
    <dgm:cxn modelId="{85F35469-FDCF-4645-928C-F41ECD0D7BF4}" type="presParOf" srcId="{D9AA93B9-1336-43D8-9D2A-15637C7FC67B}" destId="{341C3A1A-C81A-48D9-A6AC-B72B7E841227}" srcOrd="1" destOrd="0" presId="urn:microsoft.com/office/officeart/2005/8/layout/orgChart1"/>
    <dgm:cxn modelId="{8329C003-6547-410B-A1E9-367327264F40}" type="presParOf" srcId="{92985471-E99E-4F30-9BBC-2916D3CCA196}" destId="{B8FCF441-22AD-4D39-A7D5-5EC6F0641109}" srcOrd="1" destOrd="0" presId="urn:microsoft.com/office/officeart/2005/8/layout/orgChart1"/>
    <dgm:cxn modelId="{5129C1D0-992D-43A8-A3F4-DD0CA4E92A37}" type="presParOf" srcId="{92985471-E99E-4F30-9BBC-2916D3CCA196}" destId="{00E01F16-3418-4A16-89B6-8E96103B6C93}" srcOrd="2" destOrd="0" presId="urn:microsoft.com/office/officeart/2005/8/layout/orgChart1"/>
    <dgm:cxn modelId="{42664343-92F9-4D2E-9FE3-A6FA70427273}" type="presParOf" srcId="{72FC4307-AF73-410D-9740-C0206929B210}" destId="{3FB47CE7-ABF3-43D5-888A-16D7B1FF9984}" srcOrd="2" destOrd="0" presId="urn:microsoft.com/office/officeart/2005/8/layout/orgChart1"/>
    <dgm:cxn modelId="{150BC1A2-880B-49DB-B629-18457B3BAC60}" type="presParOf" srcId="{702F29B1-99E5-4896-B101-A66FF14B51F6}" destId="{BDBB378E-0D9C-4AFF-AA83-35161BCD9F33}" srcOrd="4" destOrd="0" presId="urn:microsoft.com/office/officeart/2005/8/layout/orgChart1"/>
    <dgm:cxn modelId="{CEFAC0D3-EBEA-4792-B0A5-20C33C1BF7FE}" type="presParOf" srcId="{702F29B1-99E5-4896-B101-A66FF14B51F6}" destId="{5A9F857C-6022-4AF7-BE3C-4795AB9766EF}" srcOrd="5" destOrd="0" presId="urn:microsoft.com/office/officeart/2005/8/layout/orgChart1"/>
    <dgm:cxn modelId="{FEE64DBB-E263-46BE-8FD4-F755D0962366}" type="presParOf" srcId="{5A9F857C-6022-4AF7-BE3C-4795AB9766EF}" destId="{6796FE7E-480D-4AA5-9A42-3F5BE4C19F32}" srcOrd="0" destOrd="0" presId="urn:microsoft.com/office/officeart/2005/8/layout/orgChart1"/>
    <dgm:cxn modelId="{00175A02-23FA-47C0-AB3A-056C647E0869}" type="presParOf" srcId="{6796FE7E-480D-4AA5-9A42-3F5BE4C19F32}" destId="{D0031397-1155-4F09-A31D-40BFFBAC8519}" srcOrd="0" destOrd="0" presId="urn:microsoft.com/office/officeart/2005/8/layout/orgChart1"/>
    <dgm:cxn modelId="{DA1923F4-3E2C-4800-B988-83A3AEFA4690}" type="presParOf" srcId="{6796FE7E-480D-4AA5-9A42-3F5BE4C19F32}" destId="{DB1F6ABB-5C20-4CB0-A646-F7BB6EBF3B59}" srcOrd="1" destOrd="0" presId="urn:microsoft.com/office/officeart/2005/8/layout/orgChart1"/>
    <dgm:cxn modelId="{F4DB4788-9CBA-4F65-AA93-BDA0FF522601}" type="presParOf" srcId="{5A9F857C-6022-4AF7-BE3C-4795AB9766EF}" destId="{A98ED857-9544-4D5D-BFA5-CE9AE5B76A55}" srcOrd="1" destOrd="0" presId="urn:microsoft.com/office/officeart/2005/8/layout/orgChart1"/>
    <dgm:cxn modelId="{E8DD44E7-EE8C-463D-B173-ACE8E1C6C139}" type="presParOf" srcId="{5A9F857C-6022-4AF7-BE3C-4795AB9766EF}" destId="{AC15765C-EFA4-488B-9C5B-E02FFF72F733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  <dgm:cxn modelId="{CAD5542E-B441-4F8D-9123-A5B5BB1889F6}" type="presParOf" srcId="{F688486B-8119-4C85-A9EF-A98B394E5AAD}" destId="{CB8CE296-F9DE-4115-A733-0B78A1A1AEDE}" srcOrd="0" destOrd="0" presId="urn:microsoft.com/office/officeart/2005/8/layout/orgChart1"/>
    <dgm:cxn modelId="{BD9A4B4B-EE9A-48CE-88B8-F970162C99F2}" type="presParOf" srcId="{F688486B-8119-4C85-A9EF-A98B394E5AAD}" destId="{C8B60A3E-443F-44EB-94E6-C24F0F4D815A}" srcOrd="1" destOrd="0" presId="urn:microsoft.com/office/officeart/2005/8/layout/orgChart1"/>
    <dgm:cxn modelId="{CFAE9FCB-4712-400E-9F78-DD836F1B4A01}" type="presParOf" srcId="{C8B60A3E-443F-44EB-94E6-C24F0F4D815A}" destId="{45897B77-EBF6-4636-8909-C728A68B67F1}" srcOrd="0" destOrd="0" presId="urn:microsoft.com/office/officeart/2005/8/layout/orgChart1"/>
    <dgm:cxn modelId="{59625C05-A8CD-42B2-BA67-4332FCBE1273}" type="presParOf" srcId="{45897B77-EBF6-4636-8909-C728A68B67F1}" destId="{A8207F55-1877-4AFD-A053-E28682159F0A}" srcOrd="0" destOrd="0" presId="urn:microsoft.com/office/officeart/2005/8/layout/orgChart1"/>
    <dgm:cxn modelId="{6F1E6AD6-AA33-4272-97CD-27ECEE5F46AE}" type="presParOf" srcId="{45897B77-EBF6-4636-8909-C728A68B67F1}" destId="{61195E0D-2F18-4B05-9006-0A3687F1B8FF}" srcOrd="1" destOrd="0" presId="urn:microsoft.com/office/officeart/2005/8/layout/orgChart1"/>
    <dgm:cxn modelId="{0DE75535-9130-43B1-BC37-5B80019FB975}" type="presParOf" srcId="{C8B60A3E-443F-44EB-94E6-C24F0F4D815A}" destId="{87235909-C255-400E-860A-9A96CA656FA7}" srcOrd="1" destOrd="0" presId="urn:microsoft.com/office/officeart/2005/8/layout/orgChart1"/>
    <dgm:cxn modelId="{39C234BA-6C71-4CD3-B484-E7BDDB65704B}" type="presParOf" srcId="{C8B60A3E-443F-44EB-94E6-C24F0F4D815A}" destId="{03CFEE99-A1C4-45CF-95CC-E5350C7B2FD5}" srcOrd="2" destOrd="0" presId="urn:microsoft.com/office/officeart/2005/8/layout/orgChart1"/>
    <dgm:cxn modelId="{7782028E-6234-4991-B02D-D5020001CD6B}" type="presParOf" srcId="{F688486B-8119-4C85-A9EF-A98B394E5AAD}" destId="{D25D0547-AA7B-4695-B7A4-240B3BD78691}" srcOrd="2" destOrd="0" presId="urn:microsoft.com/office/officeart/2005/8/layout/orgChart1"/>
    <dgm:cxn modelId="{93B052DE-9147-43CC-8D4F-1FCD055B49DD}" type="presParOf" srcId="{F688486B-8119-4C85-A9EF-A98B394E5AAD}" destId="{A8B8AA6B-F731-4ED5-A77A-1B8C60466DD4}" srcOrd="3" destOrd="0" presId="urn:microsoft.com/office/officeart/2005/8/layout/orgChart1"/>
    <dgm:cxn modelId="{477AB716-9CF5-47B9-999A-7889877E58B4}" type="presParOf" srcId="{A8B8AA6B-F731-4ED5-A77A-1B8C60466DD4}" destId="{17AB4223-C77E-47AD-B7B1-CE6A543961C1}" srcOrd="0" destOrd="0" presId="urn:microsoft.com/office/officeart/2005/8/layout/orgChart1"/>
    <dgm:cxn modelId="{5E9A286C-CFF4-4AF2-A3AF-403450F68B50}" type="presParOf" srcId="{17AB4223-C77E-47AD-B7B1-CE6A543961C1}" destId="{490745F1-7228-4C01-80B4-6B866BF932DF}" srcOrd="0" destOrd="0" presId="urn:microsoft.com/office/officeart/2005/8/layout/orgChart1"/>
    <dgm:cxn modelId="{947BE032-31EF-4941-8B69-537725C20FF2}" type="presParOf" srcId="{17AB4223-C77E-47AD-B7B1-CE6A543961C1}" destId="{477B5F03-907B-4F0A-BA80-CB5ED3AAD4D6}" srcOrd="1" destOrd="0" presId="urn:microsoft.com/office/officeart/2005/8/layout/orgChart1"/>
    <dgm:cxn modelId="{9CA69847-C97E-458E-9F61-9C53DD1B98C0}" type="presParOf" srcId="{A8B8AA6B-F731-4ED5-A77A-1B8C60466DD4}" destId="{4A4787C9-E046-4D66-B7F1-77CC6733C9B5}" srcOrd="1" destOrd="0" presId="urn:microsoft.com/office/officeart/2005/8/layout/orgChart1"/>
    <dgm:cxn modelId="{13089173-1555-4050-A305-6F3B2D685048}" type="presParOf" srcId="{A8B8AA6B-F731-4ED5-A77A-1B8C60466DD4}" destId="{7C26897E-2D08-4E16-A976-9BFB991ECB1D}" srcOrd="2" destOrd="0" presId="urn:microsoft.com/office/officeart/2005/8/layout/orgChart1"/>
    <dgm:cxn modelId="{DBAC557E-9CD3-4296-9F14-07FF0C2E95DC}" type="presParOf" srcId="{F688486B-8119-4C85-A9EF-A98B394E5AAD}" destId="{E8D67F48-A4A3-48B7-931C-8BCBA0AA96D2}" srcOrd="4" destOrd="0" presId="urn:microsoft.com/office/officeart/2005/8/layout/orgChart1"/>
    <dgm:cxn modelId="{709F952C-7EC6-468A-AF13-2CCE6D2EC344}" type="presParOf" srcId="{F688486B-8119-4C85-A9EF-A98B394E5AAD}" destId="{91DC58F7-F1AE-41CD-B7C5-3E1A8124A370}" srcOrd="5" destOrd="0" presId="urn:microsoft.com/office/officeart/2005/8/layout/orgChart1"/>
    <dgm:cxn modelId="{0F2F2652-A31A-4A67-BE81-4AB41C8AAC80}" type="presParOf" srcId="{91DC58F7-F1AE-41CD-B7C5-3E1A8124A370}" destId="{4FA6CF6D-EB03-4445-B027-168EF37880D1}" srcOrd="0" destOrd="0" presId="urn:microsoft.com/office/officeart/2005/8/layout/orgChart1"/>
    <dgm:cxn modelId="{6A4A021D-F576-4BC9-8BFD-4C654FBC8EEA}" type="presParOf" srcId="{4FA6CF6D-EB03-4445-B027-168EF37880D1}" destId="{B18709FD-C961-458C-87D4-EEF58F63B5A8}" srcOrd="0" destOrd="0" presId="urn:microsoft.com/office/officeart/2005/8/layout/orgChart1"/>
    <dgm:cxn modelId="{92618A0F-2F73-4498-A149-83D23EFBC11E}" type="presParOf" srcId="{4FA6CF6D-EB03-4445-B027-168EF37880D1}" destId="{576D463E-B9C0-4252-AAC7-E1D900247645}" srcOrd="1" destOrd="0" presId="urn:microsoft.com/office/officeart/2005/8/layout/orgChart1"/>
    <dgm:cxn modelId="{961B773C-A5E9-4C3F-882E-36F4CC5EE8B7}" type="presParOf" srcId="{91DC58F7-F1AE-41CD-B7C5-3E1A8124A370}" destId="{EE97B4E4-F79B-47D8-A041-FB8CC1B9D30D}" srcOrd="1" destOrd="0" presId="urn:microsoft.com/office/officeart/2005/8/layout/orgChart1"/>
    <dgm:cxn modelId="{7057D270-0473-459A-A13A-34BBE12354F9}" type="presParOf" srcId="{91DC58F7-F1AE-41CD-B7C5-3E1A8124A370}" destId="{29DBBDF9-9028-450D-90A9-D62C02AD2901}" srcOrd="2" destOrd="0" presId="urn:microsoft.com/office/officeart/2005/8/layout/orgChart1"/>
    <dgm:cxn modelId="{893C1BA7-B724-4C49-8D04-F679CE53592F}" type="presParOf" srcId="{F688486B-8119-4C85-A9EF-A98B394E5AAD}" destId="{BFBEFDB3-4374-4AD6-874A-20EDF9A2FE97}" srcOrd="6" destOrd="0" presId="urn:microsoft.com/office/officeart/2005/8/layout/orgChart1"/>
    <dgm:cxn modelId="{BC7435EB-AF63-4FF7-A861-ED88BC0B400A}" type="presParOf" srcId="{F688486B-8119-4C85-A9EF-A98B394E5AAD}" destId="{B335EB68-4C8A-420D-AE8D-4390C75DF415}" srcOrd="7" destOrd="0" presId="urn:microsoft.com/office/officeart/2005/8/layout/orgChart1"/>
    <dgm:cxn modelId="{DADBB55C-390B-4005-A3EE-055261122929}" type="presParOf" srcId="{B335EB68-4C8A-420D-AE8D-4390C75DF415}" destId="{6B6A988B-A23E-4C31-A9BE-F52441074FEB}" srcOrd="0" destOrd="0" presId="urn:microsoft.com/office/officeart/2005/8/layout/orgChart1"/>
    <dgm:cxn modelId="{005A6A0F-24C3-4247-9FC2-6DB63130261A}" type="presParOf" srcId="{6B6A988B-A23E-4C31-A9BE-F52441074FEB}" destId="{DF27F3F2-7687-432E-B87D-E241B4638CC5}" srcOrd="0" destOrd="0" presId="urn:microsoft.com/office/officeart/2005/8/layout/orgChart1"/>
    <dgm:cxn modelId="{75222A9B-E769-410E-9739-B4AC16552DE3}" type="presParOf" srcId="{6B6A988B-A23E-4C31-A9BE-F52441074FEB}" destId="{40F646FB-09EC-4648-A808-C294B2BF6A65}" srcOrd="1" destOrd="0" presId="urn:microsoft.com/office/officeart/2005/8/layout/orgChart1"/>
    <dgm:cxn modelId="{DAA82D45-51AD-4448-ABAB-CD3A2A7A88AC}" type="presParOf" srcId="{B335EB68-4C8A-420D-AE8D-4390C75DF415}" destId="{0C04AAA1-143D-4254-A4C7-E711DCE817F7}" srcOrd="1" destOrd="0" presId="urn:microsoft.com/office/officeart/2005/8/layout/orgChart1"/>
    <dgm:cxn modelId="{85F3CA7A-C4F8-4DBB-9CD8-10F589BD5B2D}" type="presParOf" srcId="{B335EB68-4C8A-420D-AE8D-4390C75DF415}" destId="{64937030-46E8-4A33-A653-6D7731B59D57}" srcOrd="2" destOrd="0" presId="urn:microsoft.com/office/officeart/2005/8/layout/orgChart1"/>
    <dgm:cxn modelId="{3F9F2B5C-E6E4-4869-82DD-81F0E18D443B}" type="presParOf" srcId="{F688486B-8119-4C85-A9EF-A98B394E5AAD}" destId="{276FC127-CCEF-46C8-9671-459DF6897D68}" srcOrd="8" destOrd="0" presId="urn:microsoft.com/office/officeart/2005/8/layout/orgChart1"/>
    <dgm:cxn modelId="{80BBC7D2-B8FD-408F-8F73-465D8F78FF40}" type="presParOf" srcId="{F688486B-8119-4C85-A9EF-A98B394E5AAD}" destId="{42061CC6-B0F3-41A6-AB73-A21F36B3CCEF}" srcOrd="9" destOrd="0" presId="urn:microsoft.com/office/officeart/2005/8/layout/orgChart1"/>
    <dgm:cxn modelId="{A36E6B21-53C2-488B-A70C-7A6BDBB6331B}" type="presParOf" srcId="{42061CC6-B0F3-41A6-AB73-A21F36B3CCEF}" destId="{DABA8605-2E82-481B-859C-77E6E8CC1B4B}" srcOrd="0" destOrd="0" presId="urn:microsoft.com/office/officeart/2005/8/layout/orgChart1"/>
    <dgm:cxn modelId="{61E410B2-18C8-45F1-8679-B0ECAABCC381}" type="presParOf" srcId="{DABA8605-2E82-481B-859C-77E6E8CC1B4B}" destId="{D47410F5-ED70-4790-8E7E-3A4F11132BB9}" srcOrd="0" destOrd="0" presId="urn:microsoft.com/office/officeart/2005/8/layout/orgChart1"/>
    <dgm:cxn modelId="{216AB259-AA1F-4AC1-B335-4056F483A880}" type="presParOf" srcId="{DABA8605-2E82-481B-859C-77E6E8CC1B4B}" destId="{CBAD7E56-82B1-4ED2-92FF-2A4AE18D8F57}" srcOrd="1" destOrd="0" presId="urn:microsoft.com/office/officeart/2005/8/layout/orgChart1"/>
    <dgm:cxn modelId="{78FA2C80-A616-4C4D-85EA-78BDD48A0046}" type="presParOf" srcId="{42061CC6-B0F3-41A6-AB73-A21F36B3CCEF}" destId="{7D00806F-E961-4E80-A2F0-72DBC7064B2E}" srcOrd="1" destOrd="0" presId="urn:microsoft.com/office/officeart/2005/8/layout/orgChart1"/>
    <dgm:cxn modelId="{9284B964-DFA6-45EC-A3D3-5BE594FD99CE}" type="presParOf" srcId="{42061CC6-B0F3-41A6-AB73-A21F36B3CCEF}" destId="{3D88D9AD-85F1-42B6-8536-F3E71596C0B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EFD46BC-4157-4ED9-9F22-DD6D1564485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DA3E80D-83D1-43CB-89EA-5529CB9AAA78}">
      <dgm:prSet phldrT="[Texto]"/>
      <dgm:spPr/>
      <dgm:t>
        <a:bodyPr/>
        <a:lstStyle/>
        <a:p>
          <a:r>
            <a:rPr lang="pt-BR" dirty="0"/>
            <a:t>CONTROLADORIA GERAL DO MUNICÍPIO</a:t>
          </a:r>
        </a:p>
      </dgm:t>
    </dgm:pt>
    <dgm:pt modelId="{160C6180-31C1-4FF7-B1C1-2F3AE917377B}" type="parTrans" cxnId="{8B761311-ED4C-42F4-ADCB-0ADF03F55D74}">
      <dgm:prSet/>
      <dgm:spPr/>
      <dgm:t>
        <a:bodyPr/>
        <a:lstStyle/>
        <a:p>
          <a:endParaRPr lang="pt-BR"/>
        </a:p>
      </dgm:t>
    </dgm:pt>
    <dgm:pt modelId="{550761AA-2D34-4429-B018-CCDBD5F97E4E}" type="sibTrans" cxnId="{8B761311-ED4C-42F4-ADCB-0ADF03F55D74}">
      <dgm:prSet/>
      <dgm:spPr/>
      <dgm:t>
        <a:bodyPr/>
        <a:lstStyle/>
        <a:p>
          <a:endParaRPr lang="pt-BR"/>
        </a:p>
      </dgm:t>
    </dgm:pt>
    <dgm:pt modelId="{9E543093-51AF-482F-A54F-41BA2B290BE8}">
      <dgm:prSet phldrT="[Texto]"/>
      <dgm:spPr/>
      <dgm:t>
        <a:bodyPr/>
        <a:lstStyle/>
        <a:p>
          <a:r>
            <a:rPr lang="pt-BR" dirty="0"/>
            <a:t>Divisão Administrativa da Controladoria Geral do Município</a:t>
          </a:r>
        </a:p>
      </dgm:t>
    </dgm:pt>
    <dgm:pt modelId="{BB51628D-548F-4A3C-BB2F-7E4A08DB55D8}" type="parTrans" cxnId="{D41E9030-583E-4F4B-910D-854474158B14}">
      <dgm:prSet/>
      <dgm:spPr/>
      <dgm:t>
        <a:bodyPr/>
        <a:lstStyle/>
        <a:p>
          <a:endParaRPr lang="pt-BR"/>
        </a:p>
      </dgm:t>
    </dgm:pt>
    <dgm:pt modelId="{CB0671A9-1B01-4B90-8DE2-D4E874E7C8F0}" type="sibTrans" cxnId="{D41E9030-583E-4F4B-910D-854474158B14}">
      <dgm:prSet/>
      <dgm:spPr/>
      <dgm:t>
        <a:bodyPr/>
        <a:lstStyle/>
        <a:p>
          <a:endParaRPr lang="pt-BR"/>
        </a:p>
      </dgm:t>
    </dgm:pt>
    <dgm:pt modelId="{88E06C40-96DC-4D4B-BC8C-0C30B390CB3E}">
      <dgm:prSet/>
      <dgm:spPr/>
      <dgm:t>
        <a:bodyPr/>
        <a:lstStyle/>
        <a:p>
          <a:r>
            <a:rPr lang="pt-BR" dirty="0"/>
            <a:t>Setor de Apoio ao Sistema de Controle Interno</a:t>
          </a:r>
        </a:p>
      </dgm:t>
    </dgm:pt>
    <dgm:pt modelId="{018B78BD-B31E-4C32-8E0C-EBD453F6B883}" type="parTrans" cxnId="{2B95F382-C0E8-43C1-A467-68E9B40B98A3}">
      <dgm:prSet/>
      <dgm:spPr/>
      <dgm:t>
        <a:bodyPr/>
        <a:lstStyle/>
        <a:p>
          <a:endParaRPr lang="pt-BR"/>
        </a:p>
      </dgm:t>
    </dgm:pt>
    <dgm:pt modelId="{15B1626C-BB30-4D77-AF8E-6E1B56262CFC}" type="sibTrans" cxnId="{2B95F382-C0E8-43C1-A467-68E9B40B98A3}">
      <dgm:prSet/>
      <dgm:spPr/>
      <dgm:t>
        <a:bodyPr/>
        <a:lstStyle/>
        <a:p>
          <a:endParaRPr lang="pt-BR"/>
        </a:p>
      </dgm:t>
    </dgm:pt>
    <dgm:pt modelId="{B97E8C17-F88C-4EBF-B25B-E78061E411C1}">
      <dgm:prSet phldrT="[Texto]"/>
      <dgm:spPr/>
      <dgm:t>
        <a:bodyPr/>
        <a:lstStyle/>
        <a:p>
          <a:r>
            <a:rPr lang="pt-BR" dirty="0"/>
            <a:t>Divisão de Controle Interno e Transparência</a:t>
          </a:r>
        </a:p>
      </dgm:t>
    </dgm:pt>
    <dgm:pt modelId="{97355282-8B35-4796-81E7-C441F70444D4}" type="parTrans" cxnId="{0401251C-D1C8-46AD-9E7E-9FAA4DC07A24}">
      <dgm:prSet/>
      <dgm:spPr/>
      <dgm:t>
        <a:bodyPr/>
        <a:lstStyle/>
        <a:p>
          <a:endParaRPr lang="pt-BR"/>
        </a:p>
      </dgm:t>
    </dgm:pt>
    <dgm:pt modelId="{B4BEF929-7FDF-4CE0-A755-FFCB89F24886}" type="sibTrans" cxnId="{0401251C-D1C8-46AD-9E7E-9FAA4DC07A24}">
      <dgm:prSet/>
      <dgm:spPr/>
      <dgm:t>
        <a:bodyPr/>
        <a:lstStyle/>
        <a:p>
          <a:endParaRPr lang="pt-BR"/>
        </a:p>
      </dgm:t>
    </dgm:pt>
    <dgm:pt modelId="{BA734368-583A-4B93-8731-0ABFEF62D41D}">
      <dgm:prSet/>
      <dgm:spPr/>
      <dgm:t>
        <a:bodyPr/>
        <a:lstStyle/>
        <a:p>
          <a:r>
            <a:rPr lang="pt-BR" dirty="0"/>
            <a:t>Setor de Auditoria Interna e Análise de Contas</a:t>
          </a:r>
        </a:p>
      </dgm:t>
    </dgm:pt>
    <dgm:pt modelId="{0705DB8E-9F17-4646-86B7-C3F823AF3FFE}" type="parTrans" cxnId="{1B04622B-0D41-4DEA-8340-517090DEF893}">
      <dgm:prSet/>
      <dgm:spPr/>
      <dgm:t>
        <a:bodyPr/>
        <a:lstStyle/>
        <a:p>
          <a:endParaRPr lang="pt-BR"/>
        </a:p>
      </dgm:t>
    </dgm:pt>
    <dgm:pt modelId="{AF72E4E8-5989-427A-9436-0EB1FC5B7224}" type="sibTrans" cxnId="{1B04622B-0D41-4DEA-8340-517090DEF893}">
      <dgm:prSet/>
      <dgm:spPr/>
      <dgm:t>
        <a:bodyPr/>
        <a:lstStyle/>
        <a:p>
          <a:endParaRPr lang="pt-BR"/>
        </a:p>
      </dgm:t>
    </dgm:pt>
    <dgm:pt modelId="{5EF3A498-1284-4538-BDCF-16277B3D6AA9}">
      <dgm:prSet/>
      <dgm:spPr/>
      <dgm:t>
        <a:bodyPr/>
        <a:lstStyle/>
        <a:p>
          <a:r>
            <a:rPr lang="pt-BR" dirty="0"/>
            <a:t>Setor de Auditoria das Parcerias com o Terceiro Setor</a:t>
          </a:r>
        </a:p>
      </dgm:t>
    </dgm:pt>
    <dgm:pt modelId="{4A7227F2-FDAF-4A58-A9F7-39DAE29FDB0F}" type="parTrans" cxnId="{04FF847C-81E9-4981-A83E-EE376975F2B5}">
      <dgm:prSet/>
      <dgm:spPr/>
      <dgm:t>
        <a:bodyPr/>
        <a:lstStyle/>
        <a:p>
          <a:endParaRPr lang="pt-BR"/>
        </a:p>
      </dgm:t>
    </dgm:pt>
    <dgm:pt modelId="{6F2B9207-7963-442E-88AC-1FB9E16368C3}" type="sibTrans" cxnId="{04FF847C-81E9-4981-A83E-EE376975F2B5}">
      <dgm:prSet/>
      <dgm:spPr/>
      <dgm:t>
        <a:bodyPr/>
        <a:lstStyle/>
        <a:p>
          <a:endParaRPr lang="pt-BR"/>
        </a:p>
      </dgm:t>
    </dgm:pt>
    <dgm:pt modelId="{0C0998CA-DE98-461C-8719-00BC32AFA4EA}" type="pres">
      <dgm:prSet presAssocID="{6EFD46BC-4157-4ED9-9F22-DD6D156448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599E37F-53EC-41FA-87B5-6523EA175FD0}" type="pres">
      <dgm:prSet presAssocID="{BDA3E80D-83D1-43CB-89EA-5529CB9AAA78}" presName="hierRoot1" presStyleCnt="0">
        <dgm:presLayoutVars>
          <dgm:hierBranch val="init"/>
        </dgm:presLayoutVars>
      </dgm:prSet>
      <dgm:spPr/>
    </dgm:pt>
    <dgm:pt modelId="{9B3A1462-671E-4A48-97D3-2AA14C4A1707}" type="pres">
      <dgm:prSet presAssocID="{BDA3E80D-83D1-43CB-89EA-5529CB9AAA78}" presName="rootComposite1" presStyleCnt="0"/>
      <dgm:spPr/>
    </dgm:pt>
    <dgm:pt modelId="{0B46CDEC-3708-4A28-9DFA-4D8F3E7069D0}" type="pres">
      <dgm:prSet presAssocID="{BDA3E80D-83D1-43CB-89EA-5529CB9AAA78}" presName="rootText1" presStyleLbl="node0" presStyleIdx="0" presStyleCnt="1" custScaleX="267789" custScaleY="76819">
        <dgm:presLayoutVars>
          <dgm:chPref val="3"/>
        </dgm:presLayoutVars>
      </dgm:prSet>
      <dgm:spPr/>
    </dgm:pt>
    <dgm:pt modelId="{3C5EC210-B071-4C81-92DE-47ADEAF3F210}" type="pres">
      <dgm:prSet presAssocID="{BDA3E80D-83D1-43CB-89EA-5529CB9AAA78}" presName="rootConnector1" presStyleLbl="node1" presStyleIdx="0" presStyleCnt="0"/>
      <dgm:spPr/>
    </dgm:pt>
    <dgm:pt modelId="{702F29B1-99E5-4896-B101-A66FF14B51F6}" type="pres">
      <dgm:prSet presAssocID="{BDA3E80D-83D1-43CB-89EA-5529CB9AAA78}" presName="hierChild2" presStyleCnt="0"/>
      <dgm:spPr/>
    </dgm:pt>
    <dgm:pt modelId="{DF339324-B24F-44D5-A10C-0DF68A5768A3}" type="pres">
      <dgm:prSet presAssocID="{BB51628D-548F-4A3C-BB2F-7E4A08DB55D8}" presName="Name37" presStyleLbl="parChTrans1D2" presStyleIdx="0" presStyleCnt="2"/>
      <dgm:spPr/>
    </dgm:pt>
    <dgm:pt modelId="{2F25D8B2-16A5-4090-9298-E8D87F47F428}" type="pres">
      <dgm:prSet presAssocID="{9E543093-51AF-482F-A54F-41BA2B290BE8}" presName="hierRoot2" presStyleCnt="0">
        <dgm:presLayoutVars>
          <dgm:hierBranch val="init"/>
        </dgm:presLayoutVars>
      </dgm:prSet>
      <dgm:spPr/>
    </dgm:pt>
    <dgm:pt modelId="{F1416CAD-4046-4EBF-8BD1-62D726ABC0AC}" type="pres">
      <dgm:prSet presAssocID="{9E543093-51AF-482F-A54F-41BA2B290BE8}" presName="rootComposite" presStyleCnt="0"/>
      <dgm:spPr/>
    </dgm:pt>
    <dgm:pt modelId="{04D68F24-9FEF-4209-8A23-6EDB3C17FB93}" type="pres">
      <dgm:prSet presAssocID="{9E543093-51AF-482F-A54F-41BA2B290BE8}" presName="rootText" presStyleLbl="node2" presStyleIdx="0" presStyleCnt="2" custScaleX="77131" custScaleY="69217">
        <dgm:presLayoutVars>
          <dgm:chPref val="3"/>
        </dgm:presLayoutVars>
      </dgm:prSet>
      <dgm:spPr/>
    </dgm:pt>
    <dgm:pt modelId="{19B36F67-75D8-41F5-939B-9D3197EA4CEB}" type="pres">
      <dgm:prSet presAssocID="{9E543093-51AF-482F-A54F-41BA2B290BE8}" presName="rootConnector" presStyleLbl="node2" presStyleIdx="0" presStyleCnt="2"/>
      <dgm:spPr/>
    </dgm:pt>
    <dgm:pt modelId="{1AE3AE86-6140-492A-A11F-E9F65F76A19E}" type="pres">
      <dgm:prSet presAssocID="{9E543093-51AF-482F-A54F-41BA2B290BE8}" presName="hierChild4" presStyleCnt="0"/>
      <dgm:spPr/>
    </dgm:pt>
    <dgm:pt modelId="{A39CBD37-BE0C-483B-AC0E-521CDA8DDACF}" type="pres">
      <dgm:prSet presAssocID="{018B78BD-B31E-4C32-8E0C-EBD453F6B883}" presName="Name37" presStyleLbl="parChTrans1D3" presStyleIdx="0" presStyleCnt="3"/>
      <dgm:spPr/>
    </dgm:pt>
    <dgm:pt modelId="{EC7290E3-AFFD-478E-B860-1F57184E6DFA}" type="pres">
      <dgm:prSet presAssocID="{88E06C40-96DC-4D4B-BC8C-0C30B390CB3E}" presName="hierRoot2" presStyleCnt="0">
        <dgm:presLayoutVars>
          <dgm:hierBranch val="init"/>
        </dgm:presLayoutVars>
      </dgm:prSet>
      <dgm:spPr/>
    </dgm:pt>
    <dgm:pt modelId="{B27FDAC8-E56D-4D67-9693-12BA6AB1BC83}" type="pres">
      <dgm:prSet presAssocID="{88E06C40-96DC-4D4B-BC8C-0C30B390CB3E}" presName="rootComposite" presStyleCnt="0"/>
      <dgm:spPr/>
    </dgm:pt>
    <dgm:pt modelId="{5701B72A-98C3-43CA-9882-2BCEEC40F442}" type="pres">
      <dgm:prSet presAssocID="{88E06C40-96DC-4D4B-BC8C-0C30B390CB3E}" presName="rootText" presStyleLbl="node3" presStyleIdx="0" presStyleCnt="3" custScaleX="71173" custScaleY="69725">
        <dgm:presLayoutVars>
          <dgm:chPref val="3"/>
        </dgm:presLayoutVars>
      </dgm:prSet>
      <dgm:spPr/>
    </dgm:pt>
    <dgm:pt modelId="{0F5E245C-84CA-4A39-84A3-4C0A474E6F38}" type="pres">
      <dgm:prSet presAssocID="{88E06C40-96DC-4D4B-BC8C-0C30B390CB3E}" presName="rootConnector" presStyleLbl="node3" presStyleIdx="0" presStyleCnt="3"/>
      <dgm:spPr/>
    </dgm:pt>
    <dgm:pt modelId="{4257568B-9FFA-4F0D-B913-F7BB3F8425AC}" type="pres">
      <dgm:prSet presAssocID="{88E06C40-96DC-4D4B-BC8C-0C30B390CB3E}" presName="hierChild4" presStyleCnt="0"/>
      <dgm:spPr/>
    </dgm:pt>
    <dgm:pt modelId="{5B9A6EEA-0F6D-4B12-96E8-6DD237EE651B}" type="pres">
      <dgm:prSet presAssocID="{88E06C40-96DC-4D4B-BC8C-0C30B390CB3E}" presName="hierChild5" presStyleCnt="0"/>
      <dgm:spPr/>
    </dgm:pt>
    <dgm:pt modelId="{3402A244-E16A-4C9F-8C1C-563A4584FDF6}" type="pres">
      <dgm:prSet presAssocID="{9E543093-51AF-482F-A54F-41BA2B290BE8}" presName="hierChild5" presStyleCnt="0"/>
      <dgm:spPr/>
    </dgm:pt>
    <dgm:pt modelId="{D469F133-2933-4428-9456-AE58C1BC6817}" type="pres">
      <dgm:prSet presAssocID="{97355282-8B35-4796-81E7-C441F70444D4}" presName="Name37" presStyleLbl="parChTrans1D2" presStyleIdx="1" presStyleCnt="2"/>
      <dgm:spPr/>
    </dgm:pt>
    <dgm:pt modelId="{9590CE50-4359-413E-A0D5-2B82404B4EE8}" type="pres">
      <dgm:prSet presAssocID="{B97E8C17-F88C-4EBF-B25B-E78061E411C1}" presName="hierRoot2" presStyleCnt="0">
        <dgm:presLayoutVars>
          <dgm:hierBranch val="init"/>
        </dgm:presLayoutVars>
      </dgm:prSet>
      <dgm:spPr/>
    </dgm:pt>
    <dgm:pt modelId="{277A008A-E86F-4A3E-A30C-09C0CA7053D8}" type="pres">
      <dgm:prSet presAssocID="{B97E8C17-F88C-4EBF-B25B-E78061E411C1}" presName="rootComposite" presStyleCnt="0"/>
      <dgm:spPr/>
    </dgm:pt>
    <dgm:pt modelId="{13509027-BD7D-4AE3-8C4B-8256AEC43C0E}" type="pres">
      <dgm:prSet presAssocID="{B97E8C17-F88C-4EBF-B25B-E78061E411C1}" presName="rootText" presStyleLbl="node2" presStyleIdx="1" presStyleCnt="2" custScaleX="77131" custScaleY="69217">
        <dgm:presLayoutVars>
          <dgm:chPref val="3"/>
        </dgm:presLayoutVars>
      </dgm:prSet>
      <dgm:spPr/>
    </dgm:pt>
    <dgm:pt modelId="{79F6F841-7C27-447F-8906-7C32AEAF4E6F}" type="pres">
      <dgm:prSet presAssocID="{B97E8C17-F88C-4EBF-B25B-E78061E411C1}" presName="rootConnector" presStyleLbl="node2" presStyleIdx="1" presStyleCnt="2"/>
      <dgm:spPr/>
    </dgm:pt>
    <dgm:pt modelId="{02585DD9-A6C0-4C60-BC69-0B0570AFA6F7}" type="pres">
      <dgm:prSet presAssocID="{B97E8C17-F88C-4EBF-B25B-E78061E411C1}" presName="hierChild4" presStyleCnt="0"/>
      <dgm:spPr/>
    </dgm:pt>
    <dgm:pt modelId="{7699B14E-34FE-4FE4-A759-037C0CBA1111}" type="pres">
      <dgm:prSet presAssocID="{0705DB8E-9F17-4646-86B7-C3F823AF3FFE}" presName="Name37" presStyleLbl="parChTrans1D3" presStyleIdx="1" presStyleCnt="3"/>
      <dgm:spPr/>
    </dgm:pt>
    <dgm:pt modelId="{78F8D6BE-6A12-48E2-81D0-197DAA3A1E7E}" type="pres">
      <dgm:prSet presAssocID="{BA734368-583A-4B93-8731-0ABFEF62D41D}" presName="hierRoot2" presStyleCnt="0">
        <dgm:presLayoutVars>
          <dgm:hierBranch val="init"/>
        </dgm:presLayoutVars>
      </dgm:prSet>
      <dgm:spPr/>
    </dgm:pt>
    <dgm:pt modelId="{526C35E2-AADE-4CE9-AFB5-5B2E61202AA3}" type="pres">
      <dgm:prSet presAssocID="{BA734368-583A-4B93-8731-0ABFEF62D41D}" presName="rootComposite" presStyleCnt="0"/>
      <dgm:spPr/>
    </dgm:pt>
    <dgm:pt modelId="{CD3D7656-CC18-46D7-BF0B-708365950579}" type="pres">
      <dgm:prSet presAssocID="{BA734368-583A-4B93-8731-0ABFEF62D41D}" presName="rootText" presStyleLbl="node3" presStyleIdx="1" presStyleCnt="3" custScaleX="71173" custScaleY="69725">
        <dgm:presLayoutVars>
          <dgm:chPref val="3"/>
        </dgm:presLayoutVars>
      </dgm:prSet>
      <dgm:spPr/>
    </dgm:pt>
    <dgm:pt modelId="{E3452628-39D7-437D-9776-01739AF91B58}" type="pres">
      <dgm:prSet presAssocID="{BA734368-583A-4B93-8731-0ABFEF62D41D}" presName="rootConnector" presStyleLbl="node3" presStyleIdx="1" presStyleCnt="3"/>
      <dgm:spPr/>
    </dgm:pt>
    <dgm:pt modelId="{9E976B2E-08EF-46B6-92CB-11A0A3A1D514}" type="pres">
      <dgm:prSet presAssocID="{BA734368-583A-4B93-8731-0ABFEF62D41D}" presName="hierChild4" presStyleCnt="0"/>
      <dgm:spPr/>
    </dgm:pt>
    <dgm:pt modelId="{2C92425C-A2C0-4559-A9C0-F206A18C1227}" type="pres">
      <dgm:prSet presAssocID="{BA734368-583A-4B93-8731-0ABFEF62D41D}" presName="hierChild5" presStyleCnt="0"/>
      <dgm:spPr/>
    </dgm:pt>
    <dgm:pt modelId="{1B87F781-AB26-4323-B670-DEBF81566168}" type="pres">
      <dgm:prSet presAssocID="{4A7227F2-FDAF-4A58-A9F7-39DAE29FDB0F}" presName="Name37" presStyleLbl="parChTrans1D3" presStyleIdx="2" presStyleCnt="3"/>
      <dgm:spPr/>
    </dgm:pt>
    <dgm:pt modelId="{FA51A9BF-6182-40FE-8E49-A26795CD979E}" type="pres">
      <dgm:prSet presAssocID="{5EF3A498-1284-4538-BDCF-16277B3D6AA9}" presName="hierRoot2" presStyleCnt="0">
        <dgm:presLayoutVars>
          <dgm:hierBranch val="init"/>
        </dgm:presLayoutVars>
      </dgm:prSet>
      <dgm:spPr/>
    </dgm:pt>
    <dgm:pt modelId="{3639F8A7-C5FF-46C2-814A-4A8E0720652A}" type="pres">
      <dgm:prSet presAssocID="{5EF3A498-1284-4538-BDCF-16277B3D6AA9}" presName="rootComposite" presStyleCnt="0"/>
      <dgm:spPr/>
    </dgm:pt>
    <dgm:pt modelId="{58E73A58-EC2E-4968-A89F-35A2F4143841}" type="pres">
      <dgm:prSet presAssocID="{5EF3A498-1284-4538-BDCF-16277B3D6AA9}" presName="rootText" presStyleLbl="node3" presStyleIdx="2" presStyleCnt="3" custScaleX="71173" custScaleY="69725">
        <dgm:presLayoutVars>
          <dgm:chPref val="3"/>
        </dgm:presLayoutVars>
      </dgm:prSet>
      <dgm:spPr/>
    </dgm:pt>
    <dgm:pt modelId="{1D1AC53E-97F4-4BDD-B6B3-D7E99DA1111C}" type="pres">
      <dgm:prSet presAssocID="{5EF3A498-1284-4538-BDCF-16277B3D6AA9}" presName="rootConnector" presStyleLbl="node3" presStyleIdx="2" presStyleCnt="3"/>
      <dgm:spPr/>
    </dgm:pt>
    <dgm:pt modelId="{88C31F72-0905-4BFA-B07A-0523A0668882}" type="pres">
      <dgm:prSet presAssocID="{5EF3A498-1284-4538-BDCF-16277B3D6AA9}" presName="hierChild4" presStyleCnt="0"/>
      <dgm:spPr/>
    </dgm:pt>
    <dgm:pt modelId="{B3EF9638-0BB8-44B9-A615-A00F2164F656}" type="pres">
      <dgm:prSet presAssocID="{5EF3A498-1284-4538-BDCF-16277B3D6AA9}" presName="hierChild5" presStyleCnt="0"/>
      <dgm:spPr/>
    </dgm:pt>
    <dgm:pt modelId="{2C87F45F-2CBB-47F4-9919-37C4030B5FEE}" type="pres">
      <dgm:prSet presAssocID="{B97E8C17-F88C-4EBF-B25B-E78061E411C1}" presName="hierChild5" presStyleCnt="0"/>
      <dgm:spPr/>
    </dgm:pt>
    <dgm:pt modelId="{F688486B-8119-4C85-A9EF-A98B394E5AAD}" type="pres">
      <dgm:prSet presAssocID="{BDA3E80D-83D1-43CB-89EA-5529CB9AAA78}" presName="hierChild3" presStyleCnt="0"/>
      <dgm:spPr/>
    </dgm:pt>
  </dgm:ptLst>
  <dgm:cxnLst>
    <dgm:cxn modelId="{8B761311-ED4C-42F4-ADCB-0ADF03F55D74}" srcId="{6EFD46BC-4157-4ED9-9F22-DD6D15644859}" destId="{BDA3E80D-83D1-43CB-89EA-5529CB9AAA78}" srcOrd="0" destOrd="0" parTransId="{160C6180-31C1-4FF7-B1C1-2F3AE917377B}" sibTransId="{550761AA-2D34-4429-B018-CCDBD5F97E4E}"/>
    <dgm:cxn modelId="{6642E11B-DCF1-4020-BBEB-CC1ED25C7944}" type="presOf" srcId="{BDA3E80D-83D1-43CB-89EA-5529CB9AAA78}" destId="{3C5EC210-B071-4C81-92DE-47ADEAF3F210}" srcOrd="1" destOrd="0" presId="urn:microsoft.com/office/officeart/2005/8/layout/orgChart1"/>
    <dgm:cxn modelId="{0401251C-D1C8-46AD-9E7E-9FAA4DC07A24}" srcId="{BDA3E80D-83D1-43CB-89EA-5529CB9AAA78}" destId="{B97E8C17-F88C-4EBF-B25B-E78061E411C1}" srcOrd="1" destOrd="0" parTransId="{97355282-8B35-4796-81E7-C441F70444D4}" sibTransId="{B4BEF929-7FDF-4CE0-A755-FFCB89F24886}"/>
    <dgm:cxn modelId="{D5623025-5A2A-472F-AA27-BB07E323FC52}" type="presOf" srcId="{BA734368-583A-4B93-8731-0ABFEF62D41D}" destId="{CD3D7656-CC18-46D7-BF0B-708365950579}" srcOrd="0" destOrd="0" presId="urn:microsoft.com/office/officeart/2005/8/layout/orgChart1"/>
    <dgm:cxn modelId="{89C56D28-7322-4468-89B5-334D2DE1B37A}" type="presOf" srcId="{9E543093-51AF-482F-A54F-41BA2B290BE8}" destId="{04D68F24-9FEF-4209-8A23-6EDB3C17FB93}" srcOrd="0" destOrd="0" presId="urn:microsoft.com/office/officeart/2005/8/layout/orgChart1"/>
    <dgm:cxn modelId="{1B04622B-0D41-4DEA-8340-517090DEF893}" srcId="{B97E8C17-F88C-4EBF-B25B-E78061E411C1}" destId="{BA734368-583A-4B93-8731-0ABFEF62D41D}" srcOrd="0" destOrd="0" parTransId="{0705DB8E-9F17-4646-86B7-C3F823AF3FFE}" sibTransId="{AF72E4E8-5989-427A-9436-0EB1FC5B7224}"/>
    <dgm:cxn modelId="{D41E9030-583E-4F4B-910D-854474158B14}" srcId="{BDA3E80D-83D1-43CB-89EA-5529CB9AAA78}" destId="{9E543093-51AF-482F-A54F-41BA2B290BE8}" srcOrd="0" destOrd="0" parTransId="{BB51628D-548F-4A3C-BB2F-7E4A08DB55D8}" sibTransId="{CB0671A9-1B01-4B90-8DE2-D4E874E7C8F0}"/>
    <dgm:cxn modelId="{4C887038-BE58-4F12-AC42-90BE028E903E}" type="presOf" srcId="{BB51628D-548F-4A3C-BB2F-7E4A08DB55D8}" destId="{DF339324-B24F-44D5-A10C-0DF68A5768A3}" srcOrd="0" destOrd="0" presId="urn:microsoft.com/office/officeart/2005/8/layout/orgChart1"/>
    <dgm:cxn modelId="{4C839360-8BC5-4FC9-A474-D8B463166EFA}" type="presOf" srcId="{97355282-8B35-4796-81E7-C441F70444D4}" destId="{D469F133-2933-4428-9456-AE58C1BC6817}" srcOrd="0" destOrd="0" presId="urn:microsoft.com/office/officeart/2005/8/layout/orgChart1"/>
    <dgm:cxn modelId="{88714465-03EF-4ABD-8906-BB491B35B928}" type="presOf" srcId="{B97E8C17-F88C-4EBF-B25B-E78061E411C1}" destId="{79F6F841-7C27-447F-8906-7C32AEAF4E6F}" srcOrd="1" destOrd="0" presId="urn:microsoft.com/office/officeart/2005/8/layout/orgChart1"/>
    <dgm:cxn modelId="{2F00CC65-2B21-4CC2-B5D9-EAB20BFD303C}" type="presOf" srcId="{88E06C40-96DC-4D4B-BC8C-0C30B390CB3E}" destId="{0F5E245C-84CA-4A39-84A3-4C0A474E6F38}" srcOrd="1" destOrd="0" presId="urn:microsoft.com/office/officeart/2005/8/layout/orgChart1"/>
    <dgm:cxn modelId="{E7E87267-63CA-4466-994F-ECF2C18E198B}" type="presOf" srcId="{6EFD46BC-4157-4ED9-9F22-DD6D15644859}" destId="{0C0998CA-DE98-461C-8719-00BC32AFA4EA}" srcOrd="0" destOrd="0" presId="urn:microsoft.com/office/officeart/2005/8/layout/orgChart1"/>
    <dgm:cxn modelId="{D25E8B6D-8ECB-47D4-86E9-F33A28C6B59F}" type="presOf" srcId="{B97E8C17-F88C-4EBF-B25B-E78061E411C1}" destId="{13509027-BD7D-4AE3-8C4B-8256AEC43C0E}" srcOrd="0" destOrd="0" presId="urn:microsoft.com/office/officeart/2005/8/layout/orgChart1"/>
    <dgm:cxn modelId="{04FF847C-81E9-4981-A83E-EE376975F2B5}" srcId="{B97E8C17-F88C-4EBF-B25B-E78061E411C1}" destId="{5EF3A498-1284-4538-BDCF-16277B3D6AA9}" srcOrd="1" destOrd="0" parTransId="{4A7227F2-FDAF-4A58-A9F7-39DAE29FDB0F}" sibTransId="{6F2B9207-7963-442E-88AC-1FB9E16368C3}"/>
    <dgm:cxn modelId="{2B95F382-C0E8-43C1-A467-68E9B40B98A3}" srcId="{9E543093-51AF-482F-A54F-41BA2B290BE8}" destId="{88E06C40-96DC-4D4B-BC8C-0C30B390CB3E}" srcOrd="0" destOrd="0" parTransId="{018B78BD-B31E-4C32-8E0C-EBD453F6B883}" sibTransId="{15B1626C-BB30-4D77-AF8E-6E1B56262CFC}"/>
    <dgm:cxn modelId="{DD32C083-AD82-4B5E-A877-AE65E087B355}" type="presOf" srcId="{5EF3A498-1284-4538-BDCF-16277B3D6AA9}" destId="{1D1AC53E-97F4-4BDD-B6B3-D7E99DA1111C}" srcOrd="1" destOrd="0" presId="urn:microsoft.com/office/officeart/2005/8/layout/orgChart1"/>
    <dgm:cxn modelId="{85D19A8F-0C04-4992-9275-3C763242F090}" type="presOf" srcId="{BA734368-583A-4B93-8731-0ABFEF62D41D}" destId="{E3452628-39D7-437D-9776-01739AF91B58}" srcOrd="1" destOrd="0" presId="urn:microsoft.com/office/officeart/2005/8/layout/orgChart1"/>
    <dgm:cxn modelId="{0A882DB3-1EF5-4F44-AA76-861761B2ED2A}" type="presOf" srcId="{88E06C40-96DC-4D4B-BC8C-0C30B390CB3E}" destId="{5701B72A-98C3-43CA-9882-2BCEEC40F442}" srcOrd="0" destOrd="0" presId="urn:microsoft.com/office/officeart/2005/8/layout/orgChart1"/>
    <dgm:cxn modelId="{F27260B8-582B-404E-A06A-C65881FCDC6A}" type="presOf" srcId="{018B78BD-B31E-4C32-8E0C-EBD453F6B883}" destId="{A39CBD37-BE0C-483B-AC0E-521CDA8DDACF}" srcOrd="0" destOrd="0" presId="urn:microsoft.com/office/officeart/2005/8/layout/orgChart1"/>
    <dgm:cxn modelId="{F5FC95E2-976D-4C6F-97CC-EC15933BF236}" type="presOf" srcId="{5EF3A498-1284-4538-BDCF-16277B3D6AA9}" destId="{58E73A58-EC2E-4968-A89F-35A2F4143841}" srcOrd="0" destOrd="0" presId="urn:microsoft.com/office/officeart/2005/8/layout/orgChart1"/>
    <dgm:cxn modelId="{A5A042E8-057F-485E-AE65-8E1782274AD6}" type="presOf" srcId="{0705DB8E-9F17-4646-86B7-C3F823AF3FFE}" destId="{7699B14E-34FE-4FE4-A759-037C0CBA1111}" srcOrd="0" destOrd="0" presId="urn:microsoft.com/office/officeart/2005/8/layout/orgChart1"/>
    <dgm:cxn modelId="{9E726FEA-F828-4B68-9C89-38F5359726FD}" type="presOf" srcId="{BDA3E80D-83D1-43CB-89EA-5529CB9AAA78}" destId="{0B46CDEC-3708-4A28-9DFA-4D8F3E7069D0}" srcOrd="0" destOrd="0" presId="urn:microsoft.com/office/officeart/2005/8/layout/orgChart1"/>
    <dgm:cxn modelId="{37AF80FB-F73C-492D-8D69-C18EB392EA97}" type="presOf" srcId="{9E543093-51AF-482F-A54F-41BA2B290BE8}" destId="{19B36F67-75D8-41F5-939B-9D3197EA4CEB}" srcOrd="1" destOrd="0" presId="urn:microsoft.com/office/officeart/2005/8/layout/orgChart1"/>
    <dgm:cxn modelId="{E057A0FC-AF74-4418-BA8B-7D85E4E80678}" type="presOf" srcId="{4A7227F2-FDAF-4A58-A9F7-39DAE29FDB0F}" destId="{1B87F781-AB26-4323-B670-DEBF81566168}" srcOrd="0" destOrd="0" presId="urn:microsoft.com/office/officeart/2005/8/layout/orgChart1"/>
    <dgm:cxn modelId="{736F452D-AB8C-4612-96C8-670260E77BB7}" type="presParOf" srcId="{0C0998CA-DE98-461C-8719-00BC32AFA4EA}" destId="{F599E37F-53EC-41FA-87B5-6523EA175FD0}" srcOrd="0" destOrd="0" presId="urn:microsoft.com/office/officeart/2005/8/layout/orgChart1"/>
    <dgm:cxn modelId="{B8EF2B45-1E3D-4E31-8D9D-9290E907CA18}" type="presParOf" srcId="{F599E37F-53EC-41FA-87B5-6523EA175FD0}" destId="{9B3A1462-671E-4A48-97D3-2AA14C4A1707}" srcOrd="0" destOrd="0" presId="urn:microsoft.com/office/officeart/2005/8/layout/orgChart1"/>
    <dgm:cxn modelId="{4A4D0152-0557-4753-8641-CBCDB4729437}" type="presParOf" srcId="{9B3A1462-671E-4A48-97D3-2AA14C4A1707}" destId="{0B46CDEC-3708-4A28-9DFA-4D8F3E7069D0}" srcOrd="0" destOrd="0" presId="urn:microsoft.com/office/officeart/2005/8/layout/orgChart1"/>
    <dgm:cxn modelId="{8BFF5E97-C4EB-4C27-826E-66CE3451452F}" type="presParOf" srcId="{9B3A1462-671E-4A48-97D3-2AA14C4A1707}" destId="{3C5EC210-B071-4C81-92DE-47ADEAF3F210}" srcOrd="1" destOrd="0" presId="urn:microsoft.com/office/officeart/2005/8/layout/orgChart1"/>
    <dgm:cxn modelId="{FB9A2563-41BE-4BE9-83C8-7287A9C8FC2E}" type="presParOf" srcId="{F599E37F-53EC-41FA-87B5-6523EA175FD0}" destId="{702F29B1-99E5-4896-B101-A66FF14B51F6}" srcOrd="1" destOrd="0" presId="urn:microsoft.com/office/officeart/2005/8/layout/orgChart1"/>
    <dgm:cxn modelId="{6FEFE555-247F-4CE7-A36B-A0098C0A47CF}" type="presParOf" srcId="{702F29B1-99E5-4896-B101-A66FF14B51F6}" destId="{DF339324-B24F-44D5-A10C-0DF68A5768A3}" srcOrd="0" destOrd="0" presId="urn:microsoft.com/office/officeart/2005/8/layout/orgChart1"/>
    <dgm:cxn modelId="{AC2DE115-4295-4ABE-9831-1E575DFACADE}" type="presParOf" srcId="{702F29B1-99E5-4896-B101-A66FF14B51F6}" destId="{2F25D8B2-16A5-4090-9298-E8D87F47F428}" srcOrd="1" destOrd="0" presId="urn:microsoft.com/office/officeart/2005/8/layout/orgChart1"/>
    <dgm:cxn modelId="{E8B6F828-2F17-4F29-A577-D72C52F9D82A}" type="presParOf" srcId="{2F25D8B2-16A5-4090-9298-E8D87F47F428}" destId="{F1416CAD-4046-4EBF-8BD1-62D726ABC0AC}" srcOrd="0" destOrd="0" presId="urn:microsoft.com/office/officeart/2005/8/layout/orgChart1"/>
    <dgm:cxn modelId="{BFDD1E79-92CD-4B24-A4FF-B7EF3EBF47C6}" type="presParOf" srcId="{F1416CAD-4046-4EBF-8BD1-62D726ABC0AC}" destId="{04D68F24-9FEF-4209-8A23-6EDB3C17FB93}" srcOrd="0" destOrd="0" presId="urn:microsoft.com/office/officeart/2005/8/layout/orgChart1"/>
    <dgm:cxn modelId="{2B946A76-E893-456F-AADE-666D2D4DA283}" type="presParOf" srcId="{F1416CAD-4046-4EBF-8BD1-62D726ABC0AC}" destId="{19B36F67-75D8-41F5-939B-9D3197EA4CEB}" srcOrd="1" destOrd="0" presId="urn:microsoft.com/office/officeart/2005/8/layout/orgChart1"/>
    <dgm:cxn modelId="{635D0C1D-D5BF-4AA7-B10D-DD59868562C0}" type="presParOf" srcId="{2F25D8B2-16A5-4090-9298-E8D87F47F428}" destId="{1AE3AE86-6140-492A-A11F-E9F65F76A19E}" srcOrd="1" destOrd="0" presId="urn:microsoft.com/office/officeart/2005/8/layout/orgChart1"/>
    <dgm:cxn modelId="{D1D78548-7D77-4946-9C94-236A56ED1A91}" type="presParOf" srcId="{1AE3AE86-6140-492A-A11F-E9F65F76A19E}" destId="{A39CBD37-BE0C-483B-AC0E-521CDA8DDACF}" srcOrd="0" destOrd="0" presId="urn:microsoft.com/office/officeart/2005/8/layout/orgChart1"/>
    <dgm:cxn modelId="{EB8F037F-73F3-475F-B4DC-48BAE3153487}" type="presParOf" srcId="{1AE3AE86-6140-492A-A11F-E9F65F76A19E}" destId="{EC7290E3-AFFD-478E-B860-1F57184E6DFA}" srcOrd="1" destOrd="0" presId="urn:microsoft.com/office/officeart/2005/8/layout/orgChart1"/>
    <dgm:cxn modelId="{5C1B7F46-A3F6-4436-BA39-BED23F3660E3}" type="presParOf" srcId="{EC7290E3-AFFD-478E-B860-1F57184E6DFA}" destId="{B27FDAC8-E56D-4D67-9693-12BA6AB1BC83}" srcOrd="0" destOrd="0" presId="urn:microsoft.com/office/officeart/2005/8/layout/orgChart1"/>
    <dgm:cxn modelId="{53701783-A445-4335-824C-0790F148ADA5}" type="presParOf" srcId="{B27FDAC8-E56D-4D67-9693-12BA6AB1BC83}" destId="{5701B72A-98C3-43CA-9882-2BCEEC40F442}" srcOrd="0" destOrd="0" presId="urn:microsoft.com/office/officeart/2005/8/layout/orgChart1"/>
    <dgm:cxn modelId="{EF526346-6DA7-4775-955F-064D290B3A99}" type="presParOf" srcId="{B27FDAC8-E56D-4D67-9693-12BA6AB1BC83}" destId="{0F5E245C-84CA-4A39-84A3-4C0A474E6F38}" srcOrd="1" destOrd="0" presId="urn:microsoft.com/office/officeart/2005/8/layout/orgChart1"/>
    <dgm:cxn modelId="{D2ACC3F2-345A-445A-8E45-10F2D569C421}" type="presParOf" srcId="{EC7290E3-AFFD-478E-B860-1F57184E6DFA}" destId="{4257568B-9FFA-4F0D-B913-F7BB3F8425AC}" srcOrd="1" destOrd="0" presId="urn:microsoft.com/office/officeart/2005/8/layout/orgChart1"/>
    <dgm:cxn modelId="{9A6E607C-2433-40D9-8B3C-B79C7D9EFD91}" type="presParOf" srcId="{EC7290E3-AFFD-478E-B860-1F57184E6DFA}" destId="{5B9A6EEA-0F6D-4B12-96E8-6DD237EE651B}" srcOrd="2" destOrd="0" presId="urn:microsoft.com/office/officeart/2005/8/layout/orgChart1"/>
    <dgm:cxn modelId="{BE78ADBF-4C52-4696-98A0-70591A35CAA4}" type="presParOf" srcId="{2F25D8B2-16A5-4090-9298-E8D87F47F428}" destId="{3402A244-E16A-4C9F-8C1C-563A4584FDF6}" srcOrd="2" destOrd="0" presId="urn:microsoft.com/office/officeart/2005/8/layout/orgChart1"/>
    <dgm:cxn modelId="{6330A5A3-7F4C-41FC-A3B7-6C48B83DC5B3}" type="presParOf" srcId="{702F29B1-99E5-4896-B101-A66FF14B51F6}" destId="{D469F133-2933-4428-9456-AE58C1BC6817}" srcOrd="2" destOrd="0" presId="urn:microsoft.com/office/officeart/2005/8/layout/orgChart1"/>
    <dgm:cxn modelId="{FBE7EA7A-51CA-47ED-BFB0-0501F531E5CE}" type="presParOf" srcId="{702F29B1-99E5-4896-B101-A66FF14B51F6}" destId="{9590CE50-4359-413E-A0D5-2B82404B4EE8}" srcOrd="3" destOrd="0" presId="urn:microsoft.com/office/officeart/2005/8/layout/orgChart1"/>
    <dgm:cxn modelId="{99861606-5EEB-40E7-86A4-B61A89C65F1F}" type="presParOf" srcId="{9590CE50-4359-413E-A0D5-2B82404B4EE8}" destId="{277A008A-E86F-4A3E-A30C-09C0CA7053D8}" srcOrd="0" destOrd="0" presId="urn:microsoft.com/office/officeart/2005/8/layout/orgChart1"/>
    <dgm:cxn modelId="{4E7C3F9F-A71D-4B23-9276-BE57FED97513}" type="presParOf" srcId="{277A008A-E86F-4A3E-A30C-09C0CA7053D8}" destId="{13509027-BD7D-4AE3-8C4B-8256AEC43C0E}" srcOrd="0" destOrd="0" presId="urn:microsoft.com/office/officeart/2005/8/layout/orgChart1"/>
    <dgm:cxn modelId="{6A54FFC0-B5AC-459D-918F-F8263AA30F8C}" type="presParOf" srcId="{277A008A-E86F-4A3E-A30C-09C0CA7053D8}" destId="{79F6F841-7C27-447F-8906-7C32AEAF4E6F}" srcOrd="1" destOrd="0" presId="urn:microsoft.com/office/officeart/2005/8/layout/orgChart1"/>
    <dgm:cxn modelId="{898E249C-4B15-4A90-9252-EE14AA46E4CB}" type="presParOf" srcId="{9590CE50-4359-413E-A0D5-2B82404B4EE8}" destId="{02585DD9-A6C0-4C60-BC69-0B0570AFA6F7}" srcOrd="1" destOrd="0" presId="urn:microsoft.com/office/officeart/2005/8/layout/orgChart1"/>
    <dgm:cxn modelId="{2DFF1AF9-994E-420A-88EF-6B5986B35947}" type="presParOf" srcId="{02585DD9-A6C0-4C60-BC69-0B0570AFA6F7}" destId="{7699B14E-34FE-4FE4-A759-037C0CBA1111}" srcOrd="0" destOrd="0" presId="urn:microsoft.com/office/officeart/2005/8/layout/orgChart1"/>
    <dgm:cxn modelId="{DB0DC0ED-A91E-473B-9986-C4F708224DA3}" type="presParOf" srcId="{02585DD9-A6C0-4C60-BC69-0B0570AFA6F7}" destId="{78F8D6BE-6A12-48E2-81D0-197DAA3A1E7E}" srcOrd="1" destOrd="0" presId="urn:microsoft.com/office/officeart/2005/8/layout/orgChart1"/>
    <dgm:cxn modelId="{D95DC71B-F84B-4918-B9F4-0320EED88EB0}" type="presParOf" srcId="{78F8D6BE-6A12-48E2-81D0-197DAA3A1E7E}" destId="{526C35E2-AADE-4CE9-AFB5-5B2E61202AA3}" srcOrd="0" destOrd="0" presId="urn:microsoft.com/office/officeart/2005/8/layout/orgChart1"/>
    <dgm:cxn modelId="{9FC7B55B-C7E6-4FFD-AE37-D96804E590FA}" type="presParOf" srcId="{526C35E2-AADE-4CE9-AFB5-5B2E61202AA3}" destId="{CD3D7656-CC18-46D7-BF0B-708365950579}" srcOrd="0" destOrd="0" presId="urn:microsoft.com/office/officeart/2005/8/layout/orgChart1"/>
    <dgm:cxn modelId="{CF2AD4A9-B771-40E8-B010-F36933EB90D3}" type="presParOf" srcId="{526C35E2-AADE-4CE9-AFB5-5B2E61202AA3}" destId="{E3452628-39D7-437D-9776-01739AF91B58}" srcOrd="1" destOrd="0" presId="urn:microsoft.com/office/officeart/2005/8/layout/orgChart1"/>
    <dgm:cxn modelId="{E49E423A-7C4A-4010-9AEB-CE50E0528A07}" type="presParOf" srcId="{78F8D6BE-6A12-48E2-81D0-197DAA3A1E7E}" destId="{9E976B2E-08EF-46B6-92CB-11A0A3A1D514}" srcOrd="1" destOrd="0" presId="urn:microsoft.com/office/officeart/2005/8/layout/orgChart1"/>
    <dgm:cxn modelId="{E42A724D-2CE5-44C2-A389-F15E31431606}" type="presParOf" srcId="{78F8D6BE-6A12-48E2-81D0-197DAA3A1E7E}" destId="{2C92425C-A2C0-4559-A9C0-F206A18C1227}" srcOrd="2" destOrd="0" presId="urn:microsoft.com/office/officeart/2005/8/layout/orgChart1"/>
    <dgm:cxn modelId="{780AF4AB-12F3-4E4E-8ADF-5197049BDEF8}" type="presParOf" srcId="{02585DD9-A6C0-4C60-BC69-0B0570AFA6F7}" destId="{1B87F781-AB26-4323-B670-DEBF81566168}" srcOrd="2" destOrd="0" presId="urn:microsoft.com/office/officeart/2005/8/layout/orgChart1"/>
    <dgm:cxn modelId="{A8961CDD-F0EA-4A14-9D25-050889764F0A}" type="presParOf" srcId="{02585DD9-A6C0-4C60-BC69-0B0570AFA6F7}" destId="{FA51A9BF-6182-40FE-8E49-A26795CD979E}" srcOrd="3" destOrd="0" presId="urn:microsoft.com/office/officeart/2005/8/layout/orgChart1"/>
    <dgm:cxn modelId="{F02D8220-09CC-4BD2-8A61-5A34902F9627}" type="presParOf" srcId="{FA51A9BF-6182-40FE-8E49-A26795CD979E}" destId="{3639F8A7-C5FF-46C2-814A-4A8E0720652A}" srcOrd="0" destOrd="0" presId="urn:microsoft.com/office/officeart/2005/8/layout/orgChart1"/>
    <dgm:cxn modelId="{7CCE93DA-6E0D-4FC1-BC17-574D20B4867D}" type="presParOf" srcId="{3639F8A7-C5FF-46C2-814A-4A8E0720652A}" destId="{58E73A58-EC2E-4968-A89F-35A2F4143841}" srcOrd="0" destOrd="0" presId="urn:microsoft.com/office/officeart/2005/8/layout/orgChart1"/>
    <dgm:cxn modelId="{F3003718-76F8-4AD7-B50B-2179A61B0ACE}" type="presParOf" srcId="{3639F8A7-C5FF-46C2-814A-4A8E0720652A}" destId="{1D1AC53E-97F4-4BDD-B6B3-D7E99DA1111C}" srcOrd="1" destOrd="0" presId="urn:microsoft.com/office/officeart/2005/8/layout/orgChart1"/>
    <dgm:cxn modelId="{6EA9175E-79A7-4CD3-9B8A-7E51FD818982}" type="presParOf" srcId="{FA51A9BF-6182-40FE-8E49-A26795CD979E}" destId="{88C31F72-0905-4BFA-B07A-0523A0668882}" srcOrd="1" destOrd="0" presId="urn:microsoft.com/office/officeart/2005/8/layout/orgChart1"/>
    <dgm:cxn modelId="{6B4FC591-7495-4706-9404-09E26D3450FC}" type="presParOf" srcId="{FA51A9BF-6182-40FE-8E49-A26795CD979E}" destId="{B3EF9638-0BB8-44B9-A615-A00F2164F656}" srcOrd="2" destOrd="0" presId="urn:microsoft.com/office/officeart/2005/8/layout/orgChart1"/>
    <dgm:cxn modelId="{43A3258C-E93D-4318-8495-C650EB7C62C7}" type="presParOf" srcId="{9590CE50-4359-413E-A0D5-2B82404B4EE8}" destId="{2C87F45F-2CBB-47F4-9919-37C4030B5FEE}" srcOrd="2" destOrd="0" presId="urn:microsoft.com/office/officeart/2005/8/layout/orgChart1"/>
    <dgm:cxn modelId="{34DD1DBF-EAE8-49D7-9990-D383F9AD3AA6}" type="presParOf" srcId="{F599E37F-53EC-41FA-87B5-6523EA175FD0}" destId="{F688486B-8119-4C85-A9EF-A98B394E5AA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14079-AEA7-4391-A2D0-EB39BD332F83}">
      <dsp:nvSpPr>
        <dsp:cNvPr id="0" name=""/>
        <dsp:cNvSpPr/>
      </dsp:nvSpPr>
      <dsp:spPr>
        <a:xfrm>
          <a:off x="6363572" y="777745"/>
          <a:ext cx="162931" cy="3953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53635"/>
              </a:lnTo>
              <a:lnTo>
                <a:pt x="162931" y="39536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67F48-A4A3-48B7-931C-8BCBA0AA96D2}">
      <dsp:nvSpPr>
        <dsp:cNvPr id="0" name=""/>
        <dsp:cNvSpPr/>
      </dsp:nvSpPr>
      <dsp:spPr>
        <a:xfrm>
          <a:off x="6190787" y="777745"/>
          <a:ext cx="172784" cy="3953643"/>
        </a:xfrm>
        <a:custGeom>
          <a:avLst/>
          <a:gdLst/>
          <a:ahLst/>
          <a:cxnLst/>
          <a:rect l="0" t="0" r="0" b="0"/>
          <a:pathLst>
            <a:path>
              <a:moveTo>
                <a:pt x="172784" y="0"/>
              </a:moveTo>
              <a:lnTo>
                <a:pt x="172784" y="3953643"/>
              </a:lnTo>
              <a:lnTo>
                <a:pt x="0" y="395364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D0547-AA7B-4695-B7A4-240B3BD78691}">
      <dsp:nvSpPr>
        <dsp:cNvPr id="0" name=""/>
        <dsp:cNvSpPr/>
      </dsp:nvSpPr>
      <dsp:spPr>
        <a:xfrm>
          <a:off x="6363572" y="777745"/>
          <a:ext cx="162931" cy="7137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3794"/>
              </a:lnTo>
              <a:lnTo>
                <a:pt x="162931" y="7137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49DD5-8762-44EE-958A-E7461EADE328}">
      <dsp:nvSpPr>
        <dsp:cNvPr id="0" name=""/>
        <dsp:cNvSpPr/>
      </dsp:nvSpPr>
      <dsp:spPr>
        <a:xfrm>
          <a:off x="4416155" y="2981197"/>
          <a:ext cx="232758" cy="7137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3794"/>
              </a:lnTo>
              <a:lnTo>
                <a:pt x="232758" y="7137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DBE18-8F63-4D59-8F35-DCAE52B6F805}">
      <dsp:nvSpPr>
        <dsp:cNvPr id="0" name=""/>
        <dsp:cNvSpPr/>
      </dsp:nvSpPr>
      <dsp:spPr>
        <a:xfrm>
          <a:off x="4098051" y="1879471"/>
          <a:ext cx="938794" cy="325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931"/>
              </a:lnTo>
              <a:lnTo>
                <a:pt x="938794" y="162931"/>
              </a:lnTo>
              <a:lnTo>
                <a:pt x="938794" y="3258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454045-0057-4D06-BC83-177187CA19A5}">
      <dsp:nvSpPr>
        <dsp:cNvPr id="0" name=""/>
        <dsp:cNvSpPr/>
      </dsp:nvSpPr>
      <dsp:spPr>
        <a:xfrm>
          <a:off x="3159257" y="1879471"/>
          <a:ext cx="938794" cy="325862"/>
        </a:xfrm>
        <a:custGeom>
          <a:avLst/>
          <a:gdLst/>
          <a:ahLst/>
          <a:cxnLst/>
          <a:rect l="0" t="0" r="0" b="0"/>
          <a:pathLst>
            <a:path>
              <a:moveTo>
                <a:pt x="938794" y="0"/>
              </a:moveTo>
              <a:lnTo>
                <a:pt x="938794" y="162931"/>
              </a:lnTo>
              <a:lnTo>
                <a:pt x="0" y="162931"/>
              </a:lnTo>
              <a:lnTo>
                <a:pt x="0" y="3258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386186" y="777745"/>
          <a:ext cx="977385" cy="713794"/>
        </a:xfrm>
        <a:custGeom>
          <a:avLst/>
          <a:gdLst/>
          <a:ahLst/>
          <a:cxnLst/>
          <a:rect l="0" t="0" r="0" b="0"/>
          <a:pathLst>
            <a:path>
              <a:moveTo>
                <a:pt x="977385" y="0"/>
              </a:moveTo>
              <a:lnTo>
                <a:pt x="977385" y="713794"/>
              </a:lnTo>
              <a:lnTo>
                <a:pt x="0" y="7137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6317852" y="777745"/>
          <a:ext cx="91440" cy="453680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3680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907220" y="1882"/>
          <a:ext cx="4912703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GABINETE DO PREFEITO</a:t>
          </a:r>
        </a:p>
      </dsp:txBody>
      <dsp:txXfrm>
        <a:off x="3907220" y="1882"/>
        <a:ext cx="4912703" cy="775863"/>
      </dsp:txXfrm>
    </dsp:sp>
    <dsp:sp modelId="{04D68F24-9FEF-4209-8A23-6EDB3C17FB93}">
      <dsp:nvSpPr>
        <dsp:cNvPr id="0" name=""/>
        <dsp:cNvSpPr/>
      </dsp:nvSpPr>
      <dsp:spPr>
        <a:xfrm>
          <a:off x="5587708" y="5314551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Administrativa</a:t>
          </a:r>
        </a:p>
      </dsp:txBody>
      <dsp:txXfrm>
        <a:off x="5587708" y="5314551"/>
        <a:ext cx="1551726" cy="775863"/>
      </dsp:txXfrm>
    </dsp:sp>
    <dsp:sp modelId="{A8207F55-1877-4AFD-A053-E28682159F0A}">
      <dsp:nvSpPr>
        <dsp:cNvPr id="0" name=""/>
        <dsp:cNvSpPr/>
      </dsp:nvSpPr>
      <dsp:spPr>
        <a:xfrm>
          <a:off x="2809916" y="1103608"/>
          <a:ext cx="2576269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FUNDO SOCIAL DE SOLIDARIEDADE</a:t>
          </a:r>
        </a:p>
      </dsp:txBody>
      <dsp:txXfrm>
        <a:off x="2809916" y="1103608"/>
        <a:ext cx="2576269" cy="775863"/>
      </dsp:txXfrm>
    </dsp:sp>
    <dsp:sp modelId="{007C0DBD-3335-42DE-8CA2-33B981A05776}">
      <dsp:nvSpPr>
        <dsp:cNvPr id="0" name=""/>
        <dsp:cNvSpPr/>
      </dsp:nvSpPr>
      <dsp:spPr>
        <a:xfrm>
          <a:off x="2383393" y="220533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Administrativa, Convênios e Captação</a:t>
          </a:r>
        </a:p>
      </dsp:txBody>
      <dsp:txXfrm>
        <a:off x="2383393" y="2205334"/>
        <a:ext cx="1551726" cy="775863"/>
      </dsp:txXfrm>
    </dsp:sp>
    <dsp:sp modelId="{B9970C48-76EA-4BD6-B47E-392240604466}">
      <dsp:nvSpPr>
        <dsp:cNvPr id="0" name=""/>
        <dsp:cNvSpPr/>
      </dsp:nvSpPr>
      <dsp:spPr>
        <a:xfrm>
          <a:off x="4260982" y="220533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de Projetos e Ações Sociais</a:t>
          </a:r>
        </a:p>
      </dsp:txBody>
      <dsp:txXfrm>
        <a:off x="4260982" y="2205334"/>
        <a:ext cx="1551726" cy="775863"/>
      </dsp:txXfrm>
    </dsp:sp>
    <dsp:sp modelId="{360CE6AF-4D53-4D5F-AB7D-4277F0428419}">
      <dsp:nvSpPr>
        <dsp:cNvPr id="0" name=""/>
        <dsp:cNvSpPr/>
      </dsp:nvSpPr>
      <dsp:spPr>
        <a:xfrm>
          <a:off x="4648914" y="3307059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Acolhimento e Atendimento Social</a:t>
          </a:r>
        </a:p>
      </dsp:txBody>
      <dsp:txXfrm>
        <a:off x="4648914" y="3307059"/>
        <a:ext cx="1551726" cy="775863"/>
      </dsp:txXfrm>
    </dsp:sp>
    <dsp:sp modelId="{490745F1-7228-4C01-80B4-6B866BF932DF}">
      <dsp:nvSpPr>
        <dsp:cNvPr id="0" name=""/>
        <dsp:cNvSpPr/>
      </dsp:nvSpPr>
      <dsp:spPr>
        <a:xfrm>
          <a:off x="6526503" y="1103608"/>
          <a:ext cx="2414594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CHEFE DE GABINETE</a:t>
          </a:r>
        </a:p>
      </dsp:txBody>
      <dsp:txXfrm>
        <a:off x="6526503" y="1103608"/>
        <a:ext cx="2414594" cy="775863"/>
      </dsp:txXfrm>
    </dsp:sp>
    <dsp:sp modelId="{B18709FD-C961-458C-87D4-EEF58F63B5A8}">
      <dsp:nvSpPr>
        <dsp:cNvPr id="0" name=""/>
        <dsp:cNvSpPr/>
      </dsp:nvSpPr>
      <dsp:spPr>
        <a:xfrm>
          <a:off x="3624433" y="4343457"/>
          <a:ext cx="2566353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ASSESSOR EXECUTIVO</a:t>
          </a:r>
        </a:p>
      </dsp:txBody>
      <dsp:txXfrm>
        <a:off x="3624433" y="4343457"/>
        <a:ext cx="2566353" cy="775863"/>
      </dsp:txXfrm>
    </dsp:sp>
    <dsp:sp modelId="{FFC6E942-0D25-47E8-A089-B6D05946248C}">
      <dsp:nvSpPr>
        <dsp:cNvPr id="0" name=""/>
        <dsp:cNvSpPr/>
      </dsp:nvSpPr>
      <dsp:spPr>
        <a:xfrm>
          <a:off x="6526503" y="4343450"/>
          <a:ext cx="2374684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COORDENADORIA</a:t>
          </a:r>
        </a:p>
      </dsp:txBody>
      <dsp:txXfrm>
        <a:off x="6526503" y="4343450"/>
        <a:ext cx="2374684" cy="7758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67F48-A4A3-48B7-931C-8BCBA0AA96D2}">
      <dsp:nvSpPr>
        <dsp:cNvPr id="0" name=""/>
        <dsp:cNvSpPr/>
      </dsp:nvSpPr>
      <dsp:spPr>
        <a:xfrm>
          <a:off x="5518607" y="575874"/>
          <a:ext cx="120656" cy="5005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0596"/>
              </a:lnTo>
              <a:lnTo>
                <a:pt x="120656" y="5005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D0547-AA7B-4695-B7A4-240B3BD78691}">
      <dsp:nvSpPr>
        <dsp:cNvPr id="0" name=""/>
        <dsp:cNvSpPr/>
      </dsp:nvSpPr>
      <dsp:spPr>
        <a:xfrm>
          <a:off x="5397951" y="575874"/>
          <a:ext cx="120656" cy="500596"/>
        </a:xfrm>
        <a:custGeom>
          <a:avLst/>
          <a:gdLst/>
          <a:ahLst/>
          <a:cxnLst/>
          <a:rect l="0" t="0" r="0" b="0"/>
          <a:pathLst>
            <a:path>
              <a:moveTo>
                <a:pt x="120656" y="0"/>
              </a:moveTo>
              <a:lnTo>
                <a:pt x="120656" y="500596"/>
              </a:lnTo>
              <a:lnTo>
                <a:pt x="0" y="5005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928B4-4046-449B-AB23-727FBCB1F9A7}">
      <dsp:nvSpPr>
        <dsp:cNvPr id="0" name=""/>
        <dsp:cNvSpPr/>
      </dsp:nvSpPr>
      <dsp:spPr>
        <a:xfrm>
          <a:off x="8535013" y="2207606"/>
          <a:ext cx="172366" cy="37920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2052"/>
              </a:lnTo>
              <a:lnTo>
                <a:pt x="172366" y="37920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C92FA-8750-4B0B-A887-09009CFB9B98}">
      <dsp:nvSpPr>
        <dsp:cNvPr id="0" name=""/>
        <dsp:cNvSpPr/>
      </dsp:nvSpPr>
      <dsp:spPr>
        <a:xfrm>
          <a:off x="8535013" y="2207606"/>
          <a:ext cx="172366" cy="29761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76186"/>
              </a:lnTo>
              <a:lnTo>
                <a:pt x="172366" y="29761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88D7-F623-40B8-86F2-5691B3A77B53}">
      <dsp:nvSpPr>
        <dsp:cNvPr id="0" name=""/>
        <dsp:cNvSpPr/>
      </dsp:nvSpPr>
      <dsp:spPr>
        <a:xfrm>
          <a:off x="8535013" y="2207606"/>
          <a:ext cx="172366" cy="2160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0321"/>
              </a:lnTo>
              <a:lnTo>
                <a:pt x="172366" y="21603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8535013" y="2207606"/>
          <a:ext cx="172366" cy="1344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4455"/>
              </a:lnTo>
              <a:lnTo>
                <a:pt x="172366" y="13444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8535013" y="2207606"/>
          <a:ext cx="17236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72366" y="5285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518607" y="575874"/>
          <a:ext cx="3476048" cy="1057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522"/>
              </a:lnTo>
              <a:lnTo>
                <a:pt x="3476048" y="936522"/>
              </a:lnTo>
              <a:lnTo>
                <a:pt x="3476048" y="10571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7144593" y="2207606"/>
          <a:ext cx="17236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72366" y="5285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518607" y="575874"/>
          <a:ext cx="2085629" cy="1057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522"/>
              </a:lnTo>
              <a:lnTo>
                <a:pt x="2085629" y="936522"/>
              </a:lnTo>
              <a:lnTo>
                <a:pt x="2085629" y="10571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5D2F54-0A81-4DE4-B100-7BD7A71AC1CF}">
      <dsp:nvSpPr>
        <dsp:cNvPr id="0" name=""/>
        <dsp:cNvSpPr/>
      </dsp:nvSpPr>
      <dsp:spPr>
        <a:xfrm>
          <a:off x="5754174" y="2207606"/>
          <a:ext cx="172366" cy="1344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4455"/>
              </a:lnTo>
              <a:lnTo>
                <a:pt x="172366" y="13444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8C04D1-9FBB-4568-8283-10EF3A0AEAD9}">
      <dsp:nvSpPr>
        <dsp:cNvPr id="0" name=""/>
        <dsp:cNvSpPr/>
      </dsp:nvSpPr>
      <dsp:spPr>
        <a:xfrm>
          <a:off x="5754174" y="2207606"/>
          <a:ext cx="17236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72366" y="5285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15F41-3DE8-4126-BC5C-7F6853A72E0A}">
      <dsp:nvSpPr>
        <dsp:cNvPr id="0" name=""/>
        <dsp:cNvSpPr/>
      </dsp:nvSpPr>
      <dsp:spPr>
        <a:xfrm>
          <a:off x="5518607" y="575874"/>
          <a:ext cx="695209" cy="1057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522"/>
              </a:lnTo>
              <a:lnTo>
                <a:pt x="695209" y="936522"/>
              </a:lnTo>
              <a:lnTo>
                <a:pt x="695209" y="10571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4363755" y="2207606"/>
          <a:ext cx="172366" cy="1344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4455"/>
              </a:lnTo>
              <a:lnTo>
                <a:pt x="172366" y="13444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4363755" y="2207606"/>
          <a:ext cx="17236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72366" y="5285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4823397" y="575874"/>
          <a:ext cx="695209" cy="1057178"/>
        </a:xfrm>
        <a:custGeom>
          <a:avLst/>
          <a:gdLst/>
          <a:ahLst/>
          <a:cxnLst/>
          <a:rect l="0" t="0" r="0" b="0"/>
          <a:pathLst>
            <a:path>
              <a:moveTo>
                <a:pt x="695209" y="0"/>
              </a:moveTo>
              <a:lnTo>
                <a:pt x="695209" y="936522"/>
              </a:lnTo>
              <a:lnTo>
                <a:pt x="0" y="936522"/>
              </a:lnTo>
              <a:lnTo>
                <a:pt x="0" y="10571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AAD20-3DFB-471B-A4E2-3B3E6D6D9925}">
      <dsp:nvSpPr>
        <dsp:cNvPr id="0" name=""/>
        <dsp:cNvSpPr/>
      </dsp:nvSpPr>
      <dsp:spPr>
        <a:xfrm>
          <a:off x="2973335" y="2207606"/>
          <a:ext cx="17236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72366" y="5285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3432978" y="575874"/>
          <a:ext cx="2085629" cy="1057178"/>
        </a:xfrm>
        <a:custGeom>
          <a:avLst/>
          <a:gdLst/>
          <a:ahLst/>
          <a:cxnLst/>
          <a:rect l="0" t="0" r="0" b="0"/>
          <a:pathLst>
            <a:path>
              <a:moveTo>
                <a:pt x="2085629" y="0"/>
              </a:moveTo>
              <a:lnTo>
                <a:pt x="2085629" y="936522"/>
              </a:lnTo>
              <a:lnTo>
                <a:pt x="0" y="936522"/>
              </a:lnTo>
              <a:lnTo>
                <a:pt x="0" y="10571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F238D-CEF7-4D57-9B28-4A590B241548}">
      <dsp:nvSpPr>
        <dsp:cNvPr id="0" name=""/>
        <dsp:cNvSpPr/>
      </dsp:nvSpPr>
      <dsp:spPr>
        <a:xfrm>
          <a:off x="1582916" y="2207606"/>
          <a:ext cx="172366" cy="1344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4455"/>
              </a:lnTo>
              <a:lnTo>
                <a:pt x="172366" y="13444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1582916" y="2207606"/>
          <a:ext cx="17236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72366" y="5285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2042559" y="575874"/>
          <a:ext cx="3476048" cy="1057178"/>
        </a:xfrm>
        <a:custGeom>
          <a:avLst/>
          <a:gdLst/>
          <a:ahLst/>
          <a:cxnLst/>
          <a:rect l="0" t="0" r="0" b="0"/>
          <a:pathLst>
            <a:path>
              <a:moveTo>
                <a:pt x="3476048" y="0"/>
              </a:moveTo>
              <a:lnTo>
                <a:pt x="3476048" y="936522"/>
              </a:lnTo>
              <a:lnTo>
                <a:pt x="0" y="936522"/>
              </a:lnTo>
              <a:lnTo>
                <a:pt x="0" y="10571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699594" y="1321"/>
          <a:ext cx="363802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SECRETARIA MUNICIPAL DA CASA CIVIL</a:t>
          </a:r>
        </a:p>
      </dsp:txBody>
      <dsp:txXfrm>
        <a:off x="3699594" y="1321"/>
        <a:ext cx="3638026" cy="574553"/>
      </dsp:txXfrm>
    </dsp:sp>
    <dsp:sp modelId="{DF37597B-EA07-4D1A-B4DB-2C245CC0833D}">
      <dsp:nvSpPr>
        <dsp:cNvPr id="0" name=""/>
        <dsp:cNvSpPr/>
      </dsp:nvSpPr>
      <dsp:spPr>
        <a:xfrm>
          <a:off x="1468005" y="163305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Planejamento Estratégico</a:t>
          </a:r>
        </a:p>
      </dsp:txBody>
      <dsp:txXfrm>
        <a:off x="1468005" y="1633052"/>
        <a:ext cx="1149106" cy="574553"/>
      </dsp:txXfrm>
    </dsp:sp>
    <dsp:sp modelId="{316773ED-A518-4CAF-9276-BE0FE7439E79}">
      <dsp:nvSpPr>
        <dsp:cNvPr id="0" name=""/>
        <dsp:cNvSpPr/>
      </dsp:nvSpPr>
      <dsp:spPr>
        <a:xfrm>
          <a:off x="1755282" y="2448918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Estratégia e Gestão de Prazos</a:t>
          </a:r>
        </a:p>
      </dsp:txBody>
      <dsp:txXfrm>
        <a:off x="1755282" y="2448918"/>
        <a:ext cx="1149106" cy="574553"/>
      </dsp:txXfrm>
    </dsp:sp>
    <dsp:sp modelId="{5DB3D4AA-09BF-4D9E-AAC4-C4A221E771D8}">
      <dsp:nvSpPr>
        <dsp:cNvPr id="0" name=""/>
        <dsp:cNvSpPr/>
      </dsp:nvSpPr>
      <dsp:spPr>
        <a:xfrm>
          <a:off x="1755282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Metas e Resultados</a:t>
          </a:r>
        </a:p>
      </dsp:txBody>
      <dsp:txXfrm>
        <a:off x="1755282" y="3264784"/>
        <a:ext cx="1149106" cy="574553"/>
      </dsp:txXfrm>
    </dsp:sp>
    <dsp:sp modelId="{145EEDCF-16FE-43DF-9591-B15FA8713D0E}">
      <dsp:nvSpPr>
        <dsp:cNvPr id="0" name=""/>
        <dsp:cNvSpPr/>
      </dsp:nvSpPr>
      <dsp:spPr>
        <a:xfrm>
          <a:off x="2858425" y="163305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Análise de Dados e Indicadores</a:t>
          </a:r>
        </a:p>
      </dsp:txBody>
      <dsp:txXfrm>
        <a:off x="2858425" y="1633052"/>
        <a:ext cx="1149106" cy="574553"/>
      </dsp:txXfrm>
    </dsp:sp>
    <dsp:sp modelId="{7AC1A9AD-63BE-4F6A-AD34-21DC5D91E076}">
      <dsp:nvSpPr>
        <dsp:cNvPr id="0" name=""/>
        <dsp:cNvSpPr/>
      </dsp:nvSpPr>
      <dsp:spPr>
        <a:xfrm>
          <a:off x="3145701" y="2448918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Monitoramento e Avaliação de Indicadores</a:t>
          </a:r>
        </a:p>
      </dsp:txBody>
      <dsp:txXfrm>
        <a:off x="3145701" y="2448918"/>
        <a:ext cx="1149106" cy="574553"/>
      </dsp:txXfrm>
    </dsp:sp>
    <dsp:sp modelId="{3CD85A99-C301-405C-AE39-087826A9739B}">
      <dsp:nvSpPr>
        <dsp:cNvPr id="0" name=""/>
        <dsp:cNvSpPr/>
      </dsp:nvSpPr>
      <dsp:spPr>
        <a:xfrm>
          <a:off x="4248844" y="163305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Gestão do Conecta + Olímpia</a:t>
          </a:r>
        </a:p>
      </dsp:txBody>
      <dsp:txXfrm>
        <a:off x="4248844" y="1633052"/>
        <a:ext cx="1149106" cy="574553"/>
      </dsp:txXfrm>
    </dsp:sp>
    <dsp:sp modelId="{BCACADFF-A8BC-47F6-A206-ED3E49DDCBCD}">
      <dsp:nvSpPr>
        <dsp:cNvPr id="0" name=""/>
        <dsp:cNvSpPr/>
      </dsp:nvSpPr>
      <dsp:spPr>
        <a:xfrm>
          <a:off x="4536121" y="2448918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Treinamento e Desenvolvimento</a:t>
          </a:r>
        </a:p>
      </dsp:txBody>
      <dsp:txXfrm>
        <a:off x="4536121" y="2448918"/>
        <a:ext cx="1149106" cy="574553"/>
      </dsp:txXfrm>
    </dsp:sp>
    <dsp:sp modelId="{C499D009-D150-45C6-B3CC-C362209D133F}">
      <dsp:nvSpPr>
        <dsp:cNvPr id="0" name=""/>
        <dsp:cNvSpPr/>
      </dsp:nvSpPr>
      <dsp:spPr>
        <a:xfrm>
          <a:off x="4536121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Implantação e Melhorias</a:t>
          </a:r>
        </a:p>
      </dsp:txBody>
      <dsp:txXfrm>
        <a:off x="4536121" y="3264784"/>
        <a:ext cx="1149106" cy="574553"/>
      </dsp:txXfrm>
    </dsp:sp>
    <dsp:sp modelId="{681A5CA3-05E2-4FA8-B1D3-B69782D1B36B}">
      <dsp:nvSpPr>
        <dsp:cNvPr id="0" name=""/>
        <dsp:cNvSpPr/>
      </dsp:nvSpPr>
      <dsp:spPr>
        <a:xfrm>
          <a:off x="5639263" y="163305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Governança, Processos e Projetos Estratégicos</a:t>
          </a:r>
        </a:p>
      </dsp:txBody>
      <dsp:txXfrm>
        <a:off x="5639263" y="1633052"/>
        <a:ext cx="1149106" cy="574553"/>
      </dsp:txXfrm>
    </dsp:sp>
    <dsp:sp modelId="{7FFBAB03-A2CD-495E-8193-43C45052CDCC}">
      <dsp:nvSpPr>
        <dsp:cNvPr id="0" name=""/>
        <dsp:cNvSpPr/>
      </dsp:nvSpPr>
      <dsp:spPr>
        <a:xfrm>
          <a:off x="5926540" y="2448918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Escritório de Processos e Projetos</a:t>
          </a:r>
        </a:p>
      </dsp:txBody>
      <dsp:txXfrm>
        <a:off x="5926540" y="2448918"/>
        <a:ext cx="1149106" cy="574553"/>
      </dsp:txXfrm>
    </dsp:sp>
    <dsp:sp modelId="{D24F3E52-356F-4C9F-8A51-DE2828461384}">
      <dsp:nvSpPr>
        <dsp:cNvPr id="0" name=""/>
        <dsp:cNvSpPr/>
      </dsp:nvSpPr>
      <dsp:spPr>
        <a:xfrm>
          <a:off x="5926540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Estudos Estratégicos e Boas Práticas da Gestão</a:t>
          </a:r>
        </a:p>
      </dsp:txBody>
      <dsp:txXfrm>
        <a:off x="5926540" y="3264784"/>
        <a:ext cx="1149106" cy="574553"/>
      </dsp:txXfrm>
    </dsp:sp>
    <dsp:sp modelId="{DDD729F6-4CE6-4BBD-A2F3-807ABD78F710}">
      <dsp:nvSpPr>
        <dsp:cNvPr id="0" name=""/>
        <dsp:cNvSpPr/>
      </dsp:nvSpPr>
      <dsp:spPr>
        <a:xfrm>
          <a:off x="7029683" y="163305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Normas e Atos Oficiais</a:t>
          </a:r>
        </a:p>
      </dsp:txBody>
      <dsp:txXfrm>
        <a:off x="7029683" y="1633052"/>
        <a:ext cx="1149106" cy="574553"/>
      </dsp:txXfrm>
    </dsp:sp>
    <dsp:sp modelId="{19CBCE9C-9352-4252-B303-D79EE2BDF793}">
      <dsp:nvSpPr>
        <dsp:cNvPr id="0" name=""/>
        <dsp:cNvSpPr/>
      </dsp:nvSpPr>
      <dsp:spPr>
        <a:xfrm>
          <a:off x="7316959" y="2448918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Normas e Expediente</a:t>
          </a:r>
        </a:p>
      </dsp:txBody>
      <dsp:txXfrm>
        <a:off x="7316959" y="2448918"/>
        <a:ext cx="1149106" cy="574553"/>
      </dsp:txXfrm>
    </dsp:sp>
    <dsp:sp modelId="{D0031397-1155-4F09-A31D-40BFFBAC8519}">
      <dsp:nvSpPr>
        <dsp:cNvPr id="0" name=""/>
        <dsp:cNvSpPr/>
      </dsp:nvSpPr>
      <dsp:spPr>
        <a:xfrm>
          <a:off x="8420102" y="163305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Assuntos Jurídicos</a:t>
          </a:r>
        </a:p>
      </dsp:txBody>
      <dsp:txXfrm>
        <a:off x="8420102" y="1633052"/>
        <a:ext cx="1149106" cy="574553"/>
      </dsp:txXfrm>
    </dsp:sp>
    <dsp:sp modelId="{46D94D2C-3C2A-4644-B96C-327B2FBE461A}">
      <dsp:nvSpPr>
        <dsp:cNvPr id="0" name=""/>
        <dsp:cNvSpPr/>
      </dsp:nvSpPr>
      <dsp:spPr>
        <a:xfrm>
          <a:off x="8707379" y="2448918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Execuções Fiscais e Assuntos Tributários</a:t>
          </a:r>
        </a:p>
      </dsp:txBody>
      <dsp:txXfrm>
        <a:off x="8707379" y="2448918"/>
        <a:ext cx="1149106" cy="574553"/>
      </dsp:txXfrm>
    </dsp:sp>
    <dsp:sp modelId="{DE7C1172-0890-4878-8F86-95E5530C4709}">
      <dsp:nvSpPr>
        <dsp:cNvPr id="0" name=""/>
        <dsp:cNvSpPr/>
      </dsp:nvSpPr>
      <dsp:spPr>
        <a:xfrm>
          <a:off x="8707379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Atos Administrativos, Consultoria e Pareceres</a:t>
          </a:r>
        </a:p>
      </dsp:txBody>
      <dsp:txXfrm>
        <a:off x="8707379" y="3264784"/>
        <a:ext cx="1149106" cy="574553"/>
      </dsp:txXfrm>
    </dsp:sp>
    <dsp:sp modelId="{5A3AF29F-DB0D-4A51-AA1F-0906720DFCCD}">
      <dsp:nvSpPr>
        <dsp:cNvPr id="0" name=""/>
        <dsp:cNvSpPr/>
      </dsp:nvSpPr>
      <dsp:spPr>
        <a:xfrm>
          <a:off x="8707379" y="4080650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Acompanhamento de Licitações, Contratos e Convênios</a:t>
          </a:r>
        </a:p>
      </dsp:txBody>
      <dsp:txXfrm>
        <a:off x="8707379" y="4080650"/>
        <a:ext cx="1149106" cy="574553"/>
      </dsp:txXfrm>
    </dsp:sp>
    <dsp:sp modelId="{E3B7A292-D246-431F-A06C-74CCAB318BD8}">
      <dsp:nvSpPr>
        <dsp:cNvPr id="0" name=""/>
        <dsp:cNvSpPr/>
      </dsp:nvSpPr>
      <dsp:spPr>
        <a:xfrm>
          <a:off x="8707379" y="4896516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Processos Cíveis, Administrativos e Trabalhistas</a:t>
          </a:r>
        </a:p>
      </dsp:txBody>
      <dsp:txXfrm>
        <a:off x="8707379" y="4896516"/>
        <a:ext cx="1149106" cy="574553"/>
      </dsp:txXfrm>
    </dsp:sp>
    <dsp:sp modelId="{77360030-3EE3-4B8B-9794-52CEFD178D66}">
      <dsp:nvSpPr>
        <dsp:cNvPr id="0" name=""/>
        <dsp:cNvSpPr/>
      </dsp:nvSpPr>
      <dsp:spPr>
        <a:xfrm>
          <a:off x="8707379" y="5712382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Administrativo</a:t>
          </a:r>
        </a:p>
      </dsp:txBody>
      <dsp:txXfrm>
        <a:off x="8707379" y="5712382"/>
        <a:ext cx="1149106" cy="574553"/>
      </dsp:txXfrm>
    </dsp:sp>
    <dsp:sp modelId="{490745F1-7228-4C01-80B4-6B866BF932DF}">
      <dsp:nvSpPr>
        <dsp:cNvPr id="0" name=""/>
        <dsp:cNvSpPr/>
      </dsp:nvSpPr>
      <dsp:spPr>
        <a:xfrm>
          <a:off x="3793395" y="789194"/>
          <a:ext cx="1604555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ASSESSOR EXECUTIVO</a:t>
          </a:r>
        </a:p>
      </dsp:txBody>
      <dsp:txXfrm>
        <a:off x="3793395" y="789194"/>
        <a:ext cx="1604555" cy="574553"/>
      </dsp:txXfrm>
    </dsp:sp>
    <dsp:sp modelId="{B18709FD-C961-458C-87D4-EEF58F63B5A8}">
      <dsp:nvSpPr>
        <dsp:cNvPr id="0" name=""/>
        <dsp:cNvSpPr/>
      </dsp:nvSpPr>
      <dsp:spPr>
        <a:xfrm>
          <a:off x="5639263" y="789194"/>
          <a:ext cx="1565359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COORDENADORIA</a:t>
          </a:r>
        </a:p>
      </dsp:txBody>
      <dsp:txXfrm>
        <a:off x="5639263" y="789194"/>
        <a:ext cx="1565359" cy="5745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CFF8A-56E3-4C7F-ACED-07616F5FAC20}">
      <dsp:nvSpPr>
        <dsp:cNvPr id="0" name=""/>
        <dsp:cNvSpPr/>
      </dsp:nvSpPr>
      <dsp:spPr>
        <a:xfrm>
          <a:off x="5429832" y="968739"/>
          <a:ext cx="195227" cy="855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281"/>
              </a:lnTo>
              <a:lnTo>
                <a:pt x="195227" y="85528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3D4C7F-1B99-4F85-8256-B73DE370BCAB}">
      <dsp:nvSpPr>
        <dsp:cNvPr id="0" name=""/>
        <dsp:cNvSpPr/>
      </dsp:nvSpPr>
      <dsp:spPr>
        <a:xfrm>
          <a:off x="5234605" y="968739"/>
          <a:ext cx="195227" cy="855281"/>
        </a:xfrm>
        <a:custGeom>
          <a:avLst/>
          <a:gdLst/>
          <a:ahLst/>
          <a:cxnLst/>
          <a:rect l="0" t="0" r="0" b="0"/>
          <a:pathLst>
            <a:path>
              <a:moveTo>
                <a:pt x="195227" y="0"/>
              </a:moveTo>
              <a:lnTo>
                <a:pt x="195227" y="855281"/>
              </a:lnTo>
              <a:lnTo>
                <a:pt x="0" y="85528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9185632" y="3608955"/>
          <a:ext cx="278896" cy="1998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8057"/>
              </a:lnTo>
              <a:lnTo>
                <a:pt x="278896" y="1998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9185632" y="3608955"/>
          <a:ext cx="278896" cy="855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281"/>
              </a:lnTo>
              <a:lnTo>
                <a:pt x="278896" y="8552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429832" y="968739"/>
          <a:ext cx="4499522" cy="1710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5335"/>
              </a:lnTo>
              <a:lnTo>
                <a:pt x="4499522" y="1515335"/>
              </a:lnTo>
              <a:lnTo>
                <a:pt x="4499522" y="1710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6935871" y="3608955"/>
          <a:ext cx="278896" cy="855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281"/>
              </a:lnTo>
              <a:lnTo>
                <a:pt x="278896" y="8552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429832" y="968739"/>
          <a:ext cx="2249761" cy="1710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5335"/>
              </a:lnTo>
              <a:lnTo>
                <a:pt x="2249761" y="1515335"/>
              </a:lnTo>
              <a:lnTo>
                <a:pt x="2249761" y="1710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8B746-B119-48FD-9B4D-B8D1B9C8E07D}">
      <dsp:nvSpPr>
        <dsp:cNvPr id="0" name=""/>
        <dsp:cNvSpPr/>
      </dsp:nvSpPr>
      <dsp:spPr>
        <a:xfrm>
          <a:off x="4686109" y="3608955"/>
          <a:ext cx="278896" cy="855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281"/>
              </a:lnTo>
              <a:lnTo>
                <a:pt x="278896" y="8552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5384112" y="968739"/>
          <a:ext cx="91440" cy="1710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10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2436348" y="3608955"/>
          <a:ext cx="278896" cy="855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281"/>
              </a:lnTo>
              <a:lnTo>
                <a:pt x="278896" y="8552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3180071" y="968739"/>
          <a:ext cx="2249761" cy="1710562"/>
        </a:xfrm>
        <a:custGeom>
          <a:avLst/>
          <a:gdLst/>
          <a:ahLst/>
          <a:cxnLst/>
          <a:rect l="0" t="0" r="0" b="0"/>
          <a:pathLst>
            <a:path>
              <a:moveTo>
                <a:pt x="2249761" y="0"/>
              </a:moveTo>
              <a:lnTo>
                <a:pt x="2249761" y="1515335"/>
              </a:lnTo>
              <a:lnTo>
                <a:pt x="0" y="1515335"/>
              </a:lnTo>
              <a:lnTo>
                <a:pt x="0" y="1710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930310" y="968739"/>
          <a:ext cx="4499522" cy="1710562"/>
        </a:xfrm>
        <a:custGeom>
          <a:avLst/>
          <a:gdLst/>
          <a:ahLst/>
          <a:cxnLst/>
          <a:rect l="0" t="0" r="0" b="0"/>
          <a:pathLst>
            <a:path>
              <a:moveTo>
                <a:pt x="4499522" y="0"/>
              </a:moveTo>
              <a:lnTo>
                <a:pt x="4499522" y="1515335"/>
              </a:lnTo>
              <a:lnTo>
                <a:pt x="0" y="1515335"/>
              </a:lnTo>
              <a:lnTo>
                <a:pt x="0" y="1710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2486587" y="39086"/>
          <a:ext cx="5886491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SECRETARIA MUNICIPAL DE GOVERNO E RELAÇÕES INSTITUCIONAIS</a:t>
          </a:r>
        </a:p>
      </dsp:txBody>
      <dsp:txXfrm>
        <a:off x="2486587" y="39086"/>
        <a:ext cx="5886491" cy="929653"/>
      </dsp:txXfrm>
    </dsp:sp>
    <dsp:sp modelId="{04D68F24-9FEF-4209-8A23-6EDB3C17FB93}">
      <dsp:nvSpPr>
        <dsp:cNvPr id="0" name=""/>
        <dsp:cNvSpPr/>
      </dsp:nvSpPr>
      <dsp:spPr>
        <a:xfrm>
          <a:off x="656" y="2679301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Apoio ao Terceiro Setor e Organizações Comunitárias</a:t>
          </a:r>
        </a:p>
      </dsp:txBody>
      <dsp:txXfrm>
        <a:off x="656" y="2679301"/>
        <a:ext cx="1859306" cy="929653"/>
      </dsp:txXfrm>
    </dsp:sp>
    <dsp:sp modelId="{DF37597B-EA07-4D1A-B4DB-2C245CC0833D}">
      <dsp:nvSpPr>
        <dsp:cNvPr id="0" name=""/>
        <dsp:cNvSpPr/>
      </dsp:nvSpPr>
      <dsp:spPr>
        <a:xfrm>
          <a:off x="2250417" y="2679301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Captação Estratégica</a:t>
          </a:r>
        </a:p>
      </dsp:txBody>
      <dsp:txXfrm>
        <a:off x="2250417" y="2679301"/>
        <a:ext cx="1859306" cy="929653"/>
      </dsp:txXfrm>
    </dsp:sp>
    <dsp:sp modelId="{316773ED-A518-4CAF-9276-BE0FE7439E79}">
      <dsp:nvSpPr>
        <dsp:cNvPr id="0" name=""/>
        <dsp:cNvSpPr/>
      </dsp:nvSpPr>
      <dsp:spPr>
        <a:xfrm>
          <a:off x="2715244" y="3999409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Relações Federativas e Investimentos</a:t>
          </a:r>
        </a:p>
      </dsp:txBody>
      <dsp:txXfrm>
        <a:off x="2715244" y="3999409"/>
        <a:ext cx="1859306" cy="929653"/>
      </dsp:txXfrm>
    </dsp:sp>
    <dsp:sp modelId="{145EEDCF-16FE-43DF-9591-B15FA8713D0E}">
      <dsp:nvSpPr>
        <dsp:cNvPr id="0" name=""/>
        <dsp:cNvSpPr/>
      </dsp:nvSpPr>
      <dsp:spPr>
        <a:xfrm>
          <a:off x="4500179" y="2679301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Parcerias Público-Privadas e Concessões</a:t>
          </a:r>
        </a:p>
      </dsp:txBody>
      <dsp:txXfrm>
        <a:off x="4500179" y="2679301"/>
        <a:ext cx="1859306" cy="929653"/>
      </dsp:txXfrm>
    </dsp:sp>
    <dsp:sp modelId="{7F22CF24-6E5A-4004-A608-319907C7B9FE}">
      <dsp:nvSpPr>
        <dsp:cNvPr id="0" name=""/>
        <dsp:cNvSpPr/>
      </dsp:nvSpPr>
      <dsp:spPr>
        <a:xfrm>
          <a:off x="4965005" y="3999409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Coordenação e Gestão de PPP e Concessões</a:t>
          </a:r>
        </a:p>
      </dsp:txBody>
      <dsp:txXfrm>
        <a:off x="4965005" y="3999409"/>
        <a:ext cx="1859306" cy="929653"/>
      </dsp:txXfrm>
    </dsp:sp>
    <dsp:sp modelId="{DDD729F6-4CE6-4BBD-A2F3-807ABD78F710}">
      <dsp:nvSpPr>
        <dsp:cNvPr id="0" name=""/>
        <dsp:cNvSpPr/>
      </dsp:nvSpPr>
      <dsp:spPr>
        <a:xfrm>
          <a:off x="6749940" y="2679301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Ouvidoria, Análise e Resolução de Demandas</a:t>
          </a:r>
        </a:p>
      </dsp:txBody>
      <dsp:txXfrm>
        <a:off x="6749940" y="2679301"/>
        <a:ext cx="1859306" cy="929653"/>
      </dsp:txXfrm>
    </dsp:sp>
    <dsp:sp modelId="{19CBCE9C-9352-4252-B303-D79EE2BDF793}">
      <dsp:nvSpPr>
        <dsp:cNvPr id="0" name=""/>
        <dsp:cNvSpPr/>
      </dsp:nvSpPr>
      <dsp:spPr>
        <a:xfrm>
          <a:off x="7214767" y="3999409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Atendimento, Encaminhamento e Resolução</a:t>
          </a:r>
        </a:p>
      </dsp:txBody>
      <dsp:txXfrm>
        <a:off x="7214767" y="3999409"/>
        <a:ext cx="1859306" cy="929653"/>
      </dsp:txXfrm>
    </dsp:sp>
    <dsp:sp modelId="{D0031397-1155-4F09-A31D-40BFFBAC8519}">
      <dsp:nvSpPr>
        <dsp:cNvPr id="0" name=""/>
        <dsp:cNvSpPr/>
      </dsp:nvSpPr>
      <dsp:spPr>
        <a:xfrm>
          <a:off x="8999701" y="2679301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Comunicação, Imprensa, Cerimonial e Eventos</a:t>
          </a:r>
        </a:p>
      </dsp:txBody>
      <dsp:txXfrm>
        <a:off x="8999701" y="2679301"/>
        <a:ext cx="1859306" cy="929653"/>
      </dsp:txXfrm>
    </dsp:sp>
    <dsp:sp modelId="{46D94D2C-3C2A-4644-B96C-327B2FBE461A}">
      <dsp:nvSpPr>
        <dsp:cNvPr id="0" name=""/>
        <dsp:cNvSpPr/>
      </dsp:nvSpPr>
      <dsp:spPr>
        <a:xfrm>
          <a:off x="9464528" y="3999409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Cerimonial e Solenidades</a:t>
          </a:r>
        </a:p>
      </dsp:txBody>
      <dsp:txXfrm>
        <a:off x="9464528" y="3999409"/>
        <a:ext cx="1859306" cy="929653"/>
      </dsp:txXfrm>
    </dsp:sp>
    <dsp:sp modelId="{DE7C1172-0890-4878-8F86-95E5530C4709}">
      <dsp:nvSpPr>
        <dsp:cNvPr id="0" name=""/>
        <dsp:cNvSpPr/>
      </dsp:nvSpPr>
      <dsp:spPr>
        <a:xfrm>
          <a:off x="9464528" y="5142186"/>
          <a:ext cx="1859306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Impresa e Marketing</a:t>
          </a:r>
        </a:p>
      </dsp:txBody>
      <dsp:txXfrm>
        <a:off x="9464528" y="5142186"/>
        <a:ext cx="1859306" cy="929653"/>
      </dsp:txXfrm>
    </dsp:sp>
    <dsp:sp modelId="{0BE72CD8-3083-4BAC-B8FC-38B07B460F4E}">
      <dsp:nvSpPr>
        <dsp:cNvPr id="0" name=""/>
        <dsp:cNvSpPr/>
      </dsp:nvSpPr>
      <dsp:spPr>
        <a:xfrm>
          <a:off x="2638362" y="1359193"/>
          <a:ext cx="2596243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ASSESSOR EXECUTIVO</a:t>
          </a:r>
        </a:p>
      </dsp:txBody>
      <dsp:txXfrm>
        <a:off x="2638362" y="1359193"/>
        <a:ext cx="2596243" cy="929653"/>
      </dsp:txXfrm>
    </dsp:sp>
    <dsp:sp modelId="{2C4455EC-F222-499D-98BD-E8680D3D6ACB}">
      <dsp:nvSpPr>
        <dsp:cNvPr id="0" name=""/>
        <dsp:cNvSpPr/>
      </dsp:nvSpPr>
      <dsp:spPr>
        <a:xfrm>
          <a:off x="5625059" y="1359193"/>
          <a:ext cx="2532822" cy="929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COORDENADORIA</a:t>
          </a:r>
        </a:p>
      </dsp:txBody>
      <dsp:txXfrm>
        <a:off x="5625059" y="1359193"/>
        <a:ext cx="2532822" cy="9296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A1EA5-5F12-47AF-AC64-9CD7C44DD8D4}">
      <dsp:nvSpPr>
        <dsp:cNvPr id="0" name=""/>
        <dsp:cNvSpPr/>
      </dsp:nvSpPr>
      <dsp:spPr>
        <a:xfrm>
          <a:off x="5601868" y="512552"/>
          <a:ext cx="106685" cy="1151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1451"/>
              </a:lnTo>
              <a:lnTo>
                <a:pt x="106685" y="11514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880A11-5BD6-44AA-AB03-A4BB6926C22C}">
      <dsp:nvSpPr>
        <dsp:cNvPr id="0" name=""/>
        <dsp:cNvSpPr/>
      </dsp:nvSpPr>
      <dsp:spPr>
        <a:xfrm>
          <a:off x="5495182" y="512552"/>
          <a:ext cx="106685" cy="1151451"/>
        </a:xfrm>
        <a:custGeom>
          <a:avLst/>
          <a:gdLst/>
          <a:ahLst/>
          <a:cxnLst/>
          <a:rect l="0" t="0" r="0" b="0"/>
          <a:pathLst>
            <a:path>
              <a:moveTo>
                <a:pt x="106685" y="0"/>
              </a:moveTo>
              <a:lnTo>
                <a:pt x="106685" y="1151451"/>
              </a:lnTo>
              <a:lnTo>
                <a:pt x="0" y="11514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CB157-309A-4C78-ABBD-AB23162D71E4}">
      <dsp:nvSpPr>
        <dsp:cNvPr id="0" name=""/>
        <dsp:cNvSpPr/>
      </dsp:nvSpPr>
      <dsp:spPr>
        <a:xfrm>
          <a:off x="5601868" y="512552"/>
          <a:ext cx="106685" cy="458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8051"/>
              </a:lnTo>
              <a:lnTo>
                <a:pt x="106685" y="4580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67F48-A4A3-48B7-931C-8BCBA0AA96D2}">
      <dsp:nvSpPr>
        <dsp:cNvPr id="0" name=""/>
        <dsp:cNvSpPr/>
      </dsp:nvSpPr>
      <dsp:spPr>
        <a:xfrm>
          <a:off x="5495182" y="512552"/>
          <a:ext cx="106685" cy="458051"/>
        </a:xfrm>
        <a:custGeom>
          <a:avLst/>
          <a:gdLst/>
          <a:ahLst/>
          <a:cxnLst/>
          <a:rect l="0" t="0" r="0" b="0"/>
          <a:pathLst>
            <a:path>
              <a:moveTo>
                <a:pt x="106685" y="0"/>
              </a:moveTo>
              <a:lnTo>
                <a:pt x="106685" y="458051"/>
              </a:lnTo>
              <a:lnTo>
                <a:pt x="0" y="4580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928B4-4046-449B-AB23-727FBCB1F9A7}">
      <dsp:nvSpPr>
        <dsp:cNvPr id="0" name=""/>
        <dsp:cNvSpPr/>
      </dsp:nvSpPr>
      <dsp:spPr>
        <a:xfrm>
          <a:off x="8536615" y="2676744"/>
          <a:ext cx="179059" cy="402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57"/>
              </a:lnTo>
              <a:lnTo>
                <a:pt x="179059" y="402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601868" y="512552"/>
          <a:ext cx="3412239" cy="1656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9479"/>
              </a:lnTo>
              <a:lnTo>
                <a:pt x="3412239" y="1549479"/>
              </a:lnTo>
              <a:lnTo>
                <a:pt x="3412239" y="16561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BCD03E-CE9A-4777-943A-BB334844FB21}">
      <dsp:nvSpPr>
        <dsp:cNvPr id="0" name=""/>
        <dsp:cNvSpPr/>
      </dsp:nvSpPr>
      <dsp:spPr>
        <a:xfrm>
          <a:off x="7102091" y="2676744"/>
          <a:ext cx="183630" cy="1067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7459"/>
              </a:lnTo>
              <a:lnTo>
                <a:pt x="183630" y="10674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7102091" y="2676744"/>
          <a:ext cx="183630" cy="402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57"/>
              </a:lnTo>
              <a:lnTo>
                <a:pt x="183630" y="402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601868" y="512552"/>
          <a:ext cx="1989903" cy="1656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9479"/>
              </a:lnTo>
              <a:lnTo>
                <a:pt x="1989903" y="1549479"/>
              </a:lnTo>
              <a:lnTo>
                <a:pt x="1989903" y="16561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5D2F54-0A81-4DE4-B100-7BD7A71AC1CF}">
      <dsp:nvSpPr>
        <dsp:cNvPr id="0" name=""/>
        <dsp:cNvSpPr/>
      </dsp:nvSpPr>
      <dsp:spPr>
        <a:xfrm>
          <a:off x="5719376" y="2676744"/>
          <a:ext cx="174487" cy="1732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2862"/>
              </a:lnTo>
              <a:lnTo>
                <a:pt x="174487" y="17328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06F92-7CED-4125-B5B3-6581D3E0F155}">
      <dsp:nvSpPr>
        <dsp:cNvPr id="0" name=""/>
        <dsp:cNvSpPr/>
      </dsp:nvSpPr>
      <dsp:spPr>
        <a:xfrm>
          <a:off x="5719376" y="2676744"/>
          <a:ext cx="174487" cy="1067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7459"/>
              </a:lnTo>
              <a:lnTo>
                <a:pt x="174487" y="10674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8C04D1-9FBB-4568-8283-10EF3A0AEAD9}">
      <dsp:nvSpPr>
        <dsp:cNvPr id="0" name=""/>
        <dsp:cNvSpPr/>
      </dsp:nvSpPr>
      <dsp:spPr>
        <a:xfrm>
          <a:off x="5719376" y="2676744"/>
          <a:ext cx="174487" cy="402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57"/>
              </a:lnTo>
              <a:lnTo>
                <a:pt x="174487" y="402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715F41-3DE8-4126-BC5C-7F6853A72E0A}">
      <dsp:nvSpPr>
        <dsp:cNvPr id="0" name=""/>
        <dsp:cNvSpPr/>
      </dsp:nvSpPr>
      <dsp:spPr>
        <a:xfrm>
          <a:off x="5601868" y="512552"/>
          <a:ext cx="582807" cy="1656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9479"/>
              </a:lnTo>
              <a:lnTo>
                <a:pt x="582807" y="1549479"/>
              </a:lnTo>
              <a:lnTo>
                <a:pt x="582807" y="16561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4185418" y="2676744"/>
          <a:ext cx="200710" cy="402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57"/>
              </a:lnTo>
              <a:lnTo>
                <a:pt x="200710" y="402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4720646" y="512552"/>
          <a:ext cx="881222" cy="1656165"/>
        </a:xfrm>
        <a:custGeom>
          <a:avLst/>
          <a:gdLst/>
          <a:ahLst/>
          <a:cxnLst/>
          <a:rect l="0" t="0" r="0" b="0"/>
          <a:pathLst>
            <a:path>
              <a:moveTo>
                <a:pt x="881222" y="0"/>
              </a:moveTo>
              <a:lnTo>
                <a:pt x="881222" y="1549479"/>
              </a:lnTo>
              <a:lnTo>
                <a:pt x="0" y="1549479"/>
              </a:lnTo>
              <a:lnTo>
                <a:pt x="0" y="16561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56734-86A9-46FF-8DE2-3A4BC3721C36}">
      <dsp:nvSpPr>
        <dsp:cNvPr id="0" name=""/>
        <dsp:cNvSpPr/>
      </dsp:nvSpPr>
      <dsp:spPr>
        <a:xfrm>
          <a:off x="2923792" y="2676744"/>
          <a:ext cx="152407" cy="30916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1664"/>
              </a:lnTo>
              <a:lnTo>
                <a:pt x="152407" y="309166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8033E4-F31E-4E0B-AB06-0B41E9A9F4F3}">
      <dsp:nvSpPr>
        <dsp:cNvPr id="0" name=""/>
        <dsp:cNvSpPr/>
      </dsp:nvSpPr>
      <dsp:spPr>
        <a:xfrm>
          <a:off x="2923792" y="2676744"/>
          <a:ext cx="152407" cy="24075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7597"/>
              </a:lnTo>
              <a:lnTo>
                <a:pt x="152407" y="24075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0071ED-93D7-4E1D-A351-5438D6CE089B}">
      <dsp:nvSpPr>
        <dsp:cNvPr id="0" name=""/>
        <dsp:cNvSpPr/>
      </dsp:nvSpPr>
      <dsp:spPr>
        <a:xfrm>
          <a:off x="2923792" y="2676744"/>
          <a:ext cx="152407" cy="1732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2862"/>
              </a:lnTo>
              <a:lnTo>
                <a:pt x="152407" y="17328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1A6D1B-EF5D-4A3A-B9E6-7AE1F38E0D54}">
      <dsp:nvSpPr>
        <dsp:cNvPr id="0" name=""/>
        <dsp:cNvSpPr/>
      </dsp:nvSpPr>
      <dsp:spPr>
        <a:xfrm>
          <a:off x="2923792" y="2676744"/>
          <a:ext cx="152407" cy="1067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7459"/>
              </a:lnTo>
              <a:lnTo>
                <a:pt x="152407" y="10674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AAD20-3DFB-471B-A4E2-3B3E6D6D9925}">
      <dsp:nvSpPr>
        <dsp:cNvPr id="0" name=""/>
        <dsp:cNvSpPr/>
      </dsp:nvSpPr>
      <dsp:spPr>
        <a:xfrm>
          <a:off x="2923792" y="2676744"/>
          <a:ext cx="152407" cy="402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57"/>
              </a:lnTo>
              <a:lnTo>
                <a:pt x="152407" y="402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3330213" y="512552"/>
          <a:ext cx="2271654" cy="1656165"/>
        </a:xfrm>
        <a:custGeom>
          <a:avLst/>
          <a:gdLst/>
          <a:ahLst/>
          <a:cxnLst/>
          <a:rect l="0" t="0" r="0" b="0"/>
          <a:pathLst>
            <a:path>
              <a:moveTo>
                <a:pt x="2271654" y="0"/>
              </a:moveTo>
              <a:lnTo>
                <a:pt x="2271654" y="1549479"/>
              </a:lnTo>
              <a:lnTo>
                <a:pt x="0" y="1549479"/>
              </a:lnTo>
              <a:lnTo>
                <a:pt x="0" y="16561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F238D-CEF7-4D57-9B28-4A590B241548}">
      <dsp:nvSpPr>
        <dsp:cNvPr id="0" name=""/>
        <dsp:cNvSpPr/>
      </dsp:nvSpPr>
      <dsp:spPr>
        <a:xfrm>
          <a:off x="1694369" y="2676744"/>
          <a:ext cx="152407" cy="30916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1664"/>
              </a:lnTo>
              <a:lnTo>
                <a:pt x="152407" y="309166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C7A989-0BF3-4D96-BBB7-8070B035F86D}">
      <dsp:nvSpPr>
        <dsp:cNvPr id="0" name=""/>
        <dsp:cNvSpPr/>
      </dsp:nvSpPr>
      <dsp:spPr>
        <a:xfrm>
          <a:off x="1694369" y="2676744"/>
          <a:ext cx="152407" cy="24075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7597"/>
              </a:lnTo>
              <a:lnTo>
                <a:pt x="152407" y="24075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13110-ED7F-4673-839C-02D5FE06DA01}">
      <dsp:nvSpPr>
        <dsp:cNvPr id="0" name=""/>
        <dsp:cNvSpPr/>
      </dsp:nvSpPr>
      <dsp:spPr>
        <a:xfrm>
          <a:off x="1694369" y="2676744"/>
          <a:ext cx="152407" cy="1732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2862"/>
              </a:lnTo>
              <a:lnTo>
                <a:pt x="152407" y="17328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A0424C-E4E7-4486-AC32-B75506ED8E28}">
      <dsp:nvSpPr>
        <dsp:cNvPr id="0" name=""/>
        <dsp:cNvSpPr/>
      </dsp:nvSpPr>
      <dsp:spPr>
        <a:xfrm>
          <a:off x="1694369" y="2676744"/>
          <a:ext cx="152407" cy="1067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7459"/>
              </a:lnTo>
              <a:lnTo>
                <a:pt x="152407" y="10674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1694369" y="2676744"/>
          <a:ext cx="152407" cy="402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057"/>
              </a:lnTo>
              <a:lnTo>
                <a:pt x="152407" y="402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2100790" y="512552"/>
          <a:ext cx="3501077" cy="1656165"/>
        </a:xfrm>
        <a:custGeom>
          <a:avLst/>
          <a:gdLst/>
          <a:ahLst/>
          <a:cxnLst/>
          <a:rect l="0" t="0" r="0" b="0"/>
          <a:pathLst>
            <a:path>
              <a:moveTo>
                <a:pt x="3501077" y="0"/>
              </a:moveTo>
              <a:lnTo>
                <a:pt x="3501077" y="1549479"/>
              </a:lnTo>
              <a:lnTo>
                <a:pt x="0" y="1549479"/>
              </a:lnTo>
              <a:lnTo>
                <a:pt x="0" y="16561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561823" y="4526"/>
          <a:ext cx="4080090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SECRETARIA MUNICIPAL DE ASSISTÊNCIA E DESENVOLVIMENTO SOCIAL</a:t>
          </a:r>
        </a:p>
      </dsp:txBody>
      <dsp:txXfrm>
        <a:off x="3561823" y="4526"/>
        <a:ext cx="4080090" cy="508026"/>
      </dsp:txXfrm>
    </dsp:sp>
    <dsp:sp modelId="{DF37597B-EA07-4D1A-B4DB-2C245CC0833D}">
      <dsp:nvSpPr>
        <dsp:cNvPr id="0" name=""/>
        <dsp:cNvSpPr/>
      </dsp:nvSpPr>
      <dsp:spPr>
        <a:xfrm>
          <a:off x="1592764" y="216871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Proteção Social Básica</a:t>
          </a:r>
        </a:p>
      </dsp:txBody>
      <dsp:txXfrm>
        <a:off x="1592764" y="2168718"/>
        <a:ext cx="1016052" cy="508026"/>
      </dsp:txXfrm>
    </dsp:sp>
    <dsp:sp modelId="{316773ED-A518-4CAF-9276-BE0FE7439E79}">
      <dsp:nvSpPr>
        <dsp:cNvPr id="0" name=""/>
        <dsp:cNvSpPr/>
      </dsp:nvSpPr>
      <dsp:spPr>
        <a:xfrm>
          <a:off x="1846777" y="282478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CRAS I</a:t>
          </a:r>
        </a:p>
      </dsp:txBody>
      <dsp:txXfrm>
        <a:off x="1846777" y="2824788"/>
        <a:ext cx="1016052" cy="508026"/>
      </dsp:txXfrm>
    </dsp:sp>
    <dsp:sp modelId="{6B15C351-BF00-4233-9327-5699E6027A74}">
      <dsp:nvSpPr>
        <dsp:cNvPr id="0" name=""/>
        <dsp:cNvSpPr/>
      </dsp:nvSpPr>
      <dsp:spPr>
        <a:xfrm>
          <a:off x="1846777" y="3490190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CRAS II</a:t>
          </a:r>
        </a:p>
      </dsp:txBody>
      <dsp:txXfrm>
        <a:off x="1846777" y="3490190"/>
        <a:ext cx="1016052" cy="508026"/>
      </dsp:txXfrm>
    </dsp:sp>
    <dsp:sp modelId="{62C4B71D-10E8-4333-9B9F-B4B147ED74FA}">
      <dsp:nvSpPr>
        <dsp:cNvPr id="0" name=""/>
        <dsp:cNvSpPr/>
      </dsp:nvSpPr>
      <dsp:spPr>
        <a:xfrm>
          <a:off x="1846777" y="4155593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CRAS III</a:t>
          </a:r>
        </a:p>
      </dsp:txBody>
      <dsp:txXfrm>
        <a:off x="1846777" y="4155593"/>
        <a:ext cx="1016052" cy="508026"/>
      </dsp:txXfrm>
    </dsp:sp>
    <dsp:sp modelId="{0513151C-C0A5-468B-AA3C-59A71CA04498}">
      <dsp:nvSpPr>
        <dsp:cNvPr id="0" name=""/>
        <dsp:cNvSpPr/>
      </dsp:nvSpPr>
      <dsp:spPr>
        <a:xfrm>
          <a:off x="1846777" y="483032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Centro de Convivência do Idoso</a:t>
          </a:r>
        </a:p>
      </dsp:txBody>
      <dsp:txXfrm>
        <a:off x="1846777" y="4830328"/>
        <a:ext cx="1016052" cy="508026"/>
      </dsp:txXfrm>
    </dsp:sp>
    <dsp:sp modelId="{5DB3D4AA-09BF-4D9E-AAC4-C4A221E771D8}">
      <dsp:nvSpPr>
        <dsp:cNvPr id="0" name=""/>
        <dsp:cNvSpPr/>
      </dsp:nvSpPr>
      <dsp:spPr>
        <a:xfrm>
          <a:off x="1846777" y="5514395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do Programa Criança Feliz</a:t>
          </a:r>
        </a:p>
      </dsp:txBody>
      <dsp:txXfrm>
        <a:off x="1846777" y="5514395"/>
        <a:ext cx="1016052" cy="508026"/>
      </dsp:txXfrm>
    </dsp:sp>
    <dsp:sp modelId="{145EEDCF-16FE-43DF-9591-B15FA8713D0E}">
      <dsp:nvSpPr>
        <dsp:cNvPr id="0" name=""/>
        <dsp:cNvSpPr/>
      </dsp:nvSpPr>
      <dsp:spPr>
        <a:xfrm>
          <a:off x="2822187" y="216871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Proteção Social Especial</a:t>
          </a:r>
        </a:p>
      </dsp:txBody>
      <dsp:txXfrm>
        <a:off x="2822187" y="2168718"/>
        <a:ext cx="1016052" cy="508026"/>
      </dsp:txXfrm>
    </dsp:sp>
    <dsp:sp modelId="{7AC1A9AD-63BE-4F6A-AD34-21DC5D91E076}">
      <dsp:nvSpPr>
        <dsp:cNvPr id="0" name=""/>
        <dsp:cNvSpPr/>
      </dsp:nvSpPr>
      <dsp:spPr>
        <a:xfrm>
          <a:off x="3076200" y="282478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CREAS</a:t>
          </a:r>
        </a:p>
      </dsp:txBody>
      <dsp:txXfrm>
        <a:off x="3076200" y="2824788"/>
        <a:ext cx="1016052" cy="508026"/>
      </dsp:txXfrm>
    </dsp:sp>
    <dsp:sp modelId="{2D629E85-ED54-466A-8FD3-968FE68BEAA8}">
      <dsp:nvSpPr>
        <dsp:cNvPr id="0" name=""/>
        <dsp:cNvSpPr/>
      </dsp:nvSpPr>
      <dsp:spPr>
        <a:xfrm>
          <a:off x="3076200" y="3490190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Centro Dia do Idoso</a:t>
          </a:r>
        </a:p>
      </dsp:txBody>
      <dsp:txXfrm>
        <a:off x="3076200" y="3490190"/>
        <a:ext cx="1016052" cy="508026"/>
      </dsp:txXfrm>
    </dsp:sp>
    <dsp:sp modelId="{1D5585A2-0B1F-45BC-96AB-CF2091102565}">
      <dsp:nvSpPr>
        <dsp:cNvPr id="0" name=""/>
        <dsp:cNvSpPr/>
      </dsp:nvSpPr>
      <dsp:spPr>
        <a:xfrm>
          <a:off x="3076200" y="4155593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da Casa de Passagem</a:t>
          </a:r>
        </a:p>
      </dsp:txBody>
      <dsp:txXfrm>
        <a:off x="3076200" y="4155593"/>
        <a:ext cx="1016052" cy="508026"/>
      </dsp:txXfrm>
    </dsp:sp>
    <dsp:sp modelId="{23733974-8C2F-4892-B1B9-EC9F171741F1}">
      <dsp:nvSpPr>
        <dsp:cNvPr id="0" name=""/>
        <dsp:cNvSpPr/>
      </dsp:nvSpPr>
      <dsp:spPr>
        <a:xfrm>
          <a:off x="3076200" y="483032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Acolhimento a Criança e Adolescente</a:t>
          </a:r>
        </a:p>
      </dsp:txBody>
      <dsp:txXfrm>
        <a:off x="3076200" y="4830328"/>
        <a:ext cx="1016052" cy="508026"/>
      </dsp:txXfrm>
    </dsp:sp>
    <dsp:sp modelId="{E0102586-25C6-472F-B5EC-76E94036F815}">
      <dsp:nvSpPr>
        <dsp:cNvPr id="0" name=""/>
        <dsp:cNvSpPr/>
      </dsp:nvSpPr>
      <dsp:spPr>
        <a:xfrm>
          <a:off x="3076200" y="5514395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do Programa Vida Longa</a:t>
          </a:r>
        </a:p>
      </dsp:txBody>
      <dsp:txXfrm>
        <a:off x="3076200" y="5514395"/>
        <a:ext cx="1016052" cy="508026"/>
      </dsp:txXfrm>
    </dsp:sp>
    <dsp:sp modelId="{3CD85A99-C301-405C-AE39-087826A9739B}">
      <dsp:nvSpPr>
        <dsp:cNvPr id="0" name=""/>
        <dsp:cNvSpPr/>
      </dsp:nvSpPr>
      <dsp:spPr>
        <a:xfrm>
          <a:off x="4051611" y="2168718"/>
          <a:ext cx="1338069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Interesse Habitacional, Regularização Fundiária e Melhorias Habitacionais</a:t>
          </a:r>
        </a:p>
      </dsp:txBody>
      <dsp:txXfrm>
        <a:off x="4051611" y="2168718"/>
        <a:ext cx="1338069" cy="508026"/>
      </dsp:txXfrm>
    </dsp:sp>
    <dsp:sp modelId="{C499D009-D150-45C6-B3CC-C362209D133F}">
      <dsp:nvSpPr>
        <dsp:cNvPr id="0" name=""/>
        <dsp:cNvSpPr/>
      </dsp:nvSpPr>
      <dsp:spPr>
        <a:xfrm>
          <a:off x="4386128" y="282478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Planejamento e Programas Habitacionais</a:t>
          </a:r>
        </a:p>
      </dsp:txBody>
      <dsp:txXfrm>
        <a:off x="4386128" y="2824788"/>
        <a:ext cx="1016052" cy="508026"/>
      </dsp:txXfrm>
    </dsp:sp>
    <dsp:sp modelId="{681A5CA3-05E2-4FA8-B1D3-B69782D1B36B}">
      <dsp:nvSpPr>
        <dsp:cNvPr id="0" name=""/>
        <dsp:cNvSpPr/>
      </dsp:nvSpPr>
      <dsp:spPr>
        <a:xfrm>
          <a:off x="5603052" y="2168718"/>
          <a:ext cx="1163247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Gestão Administrativa e Financiamento do SUAS</a:t>
          </a:r>
        </a:p>
      </dsp:txBody>
      <dsp:txXfrm>
        <a:off x="5603052" y="2168718"/>
        <a:ext cx="1163247" cy="508026"/>
      </dsp:txXfrm>
    </dsp:sp>
    <dsp:sp modelId="{7FFBAB03-A2CD-495E-8193-43C45052CDCC}">
      <dsp:nvSpPr>
        <dsp:cNvPr id="0" name=""/>
        <dsp:cNvSpPr/>
      </dsp:nvSpPr>
      <dsp:spPr>
        <a:xfrm>
          <a:off x="5893864" y="282478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Compras e Controle de Estoque</a:t>
          </a:r>
        </a:p>
      </dsp:txBody>
      <dsp:txXfrm>
        <a:off x="5893864" y="2824788"/>
        <a:ext cx="1016052" cy="508026"/>
      </dsp:txXfrm>
    </dsp:sp>
    <dsp:sp modelId="{B2A2791D-DCBD-4922-9047-DB4CB23EE44D}">
      <dsp:nvSpPr>
        <dsp:cNvPr id="0" name=""/>
        <dsp:cNvSpPr/>
      </dsp:nvSpPr>
      <dsp:spPr>
        <a:xfrm>
          <a:off x="5893864" y="3490190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Prestação de Contas e Controle Orçamentário</a:t>
          </a:r>
        </a:p>
      </dsp:txBody>
      <dsp:txXfrm>
        <a:off x="5893864" y="3490190"/>
        <a:ext cx="1016052" cy="508026"/>
      </dsp:txXfrm>
    </dsp:sp>
    <dsp:sp modelId="{D24F3E52-356F-4C9F-8A51-DE2828461384}">
      <dsp:nvSpPr>
        <dsp:cNvPr id="0" name=""/>
        <dsp:cNvSpPr/>
      </dsp:nvSpPr>
      <dsp:spPr>
        <a:xfrm>
          <a:off x="5893864" y="4155593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Gerenciamento, Controle e Concessão de Benefícios Eventuais</a:t>
          </a:r>
        </a:p>
      </dsp:txBody>
      <dsp:txXfrm>
        <a:off x="5893864" y="4155593"/>
        <a:ext cx="1016052" cy="508026"/>
      </dsp:txXfrm>
    </dsp:sp>
    <dsp:sp modelId="{DDD729F6-4CE6-4BBD-A2F3-807ABD78F710}">
      <dsp:nvSpPr>
        <dsp:cNvPr id="0" name=""/>
        <dsp:cNvSpPr/>
      </dsp:nvSpPr>
      <dsp:spPr>
        <a:xfrm>
          <a:off x="6979671" y="2168718"/>
          <a:ext cx="1224200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Vigilância Socioassistencial, Cadastro Único e Gestão do </a:t>
          </a:r>
          <a:r>
            <a:rPr lang="pt-BR" sz="800" kern="1200" dirty="0" err="1"/>
            <a:t>Conecta+Olímpia</a:t>
          </a:r>
          <a:endParaRPr lang="pt-BR" sz="800" kern="1200" dirty="0"/>
        </a:p>
      </dsp:txBody>
      <dsp:txXfrm>
        <a:off x="6979671" y="2168718"/>
        <a:ext cx="1224200" cy="508026"/>
      </dsp:txXfrm>
    </dsp:sp>
    <dsp:sp modelId="{19CBCE9C-9352-4252-B303-D79EE2BDF793}">
      <dsp:nvSpPr>
        <dsp:cNvPr id="0" name=""/>
        <dsp:cNvSpPr/>
      </dsp:nvSpPr>
      <dsp:spPr>
        <a:xfrm>
          <a:off x="7285721" y="282478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Monitoramento e Avaliação</a:t>
          </a:r>
        </a:p>
      </dsp:txBody>
      <dsp:txXfrm>
        <a:off x="7285721" y="2824788"/>
        <a:ext cx="1016052" cy="508026"/>
      </dsp:txXfrm>
    </dsp:sp>
    <dsp:sp modelId="{E34A4F39-2099-4BE1-8D80-1169B5BC6486}">
      <dsp:nvSpPr>
        <dsp:cNvPr id="0" name=""/>
        <dsp:cNvSpPr/>
      </dsp:nvSpPr>
      <dsp:spPr>
        <a:xfrm>
          <a:off x="7285721" y="3490190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Gestão Executiva dos Conselhos</a:t>
          </a:r>
        </a:p>
      </dsp:txBody>
      <dsp:txXfrm>
        <a:off x="7285721" y="3490190"/>
        <a:ext cx="1016052" cy="508026"/>
      </dsp:txXfrm>
    </dsp:sp>
    <dsp:sp modelId="{D0031397-1155-4F09-A31D-40BFFBAC8519}">
      <dsp:nvSpPr>
        <dsp:cNvPr id="0" name=""/>
        <dsp:cNvSpPr/>
      </dsp:nvSpPr>
      <dsp:spPr>
        <a:xfrm>
          <a:off x="8417242" y="2168718"/>
          <a:ext cx="1193729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Captação de Recursos e Fomento ao Terceiro Setor</a:t>
          </a:r>
        </a:p>
      </dsp:txBody>
      <dsp:txXfrm>
        <a:off x="8417242" y="2168718"/>
        <a:ext cx="1193729" cy="508026"/>
      </dsp:txXfrm>
    </dsp:sp>
    <dsp:sp modelId="{77360030-3EE3-4B8B-9794-52CEFD178D66}">
      <dsp:nvSpPr>
        <dsp:cNvPr id="0" name=""/>
        <dsp:cNvSpPr/>
      </dsp:nvSpPr>
      <dsp:spPr>
        <a:xfrm>
          <a:off x="8715675" y="2824788"/>
          <a:ext cx="1016052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Gestão e Fomento do Terceiro Setor</a:t>
          </a:r>
        </a:p>
      </dsp:txBody>
      <dsp:txXfrm>
        <a:off x="8715675" y="2824788"/>
        <a:ext cx="1016052" cy="508026"/>
      </dsp:txXfrm>
    </dsp:sp>
    <dsp:sp modelId="{B18709FD-C961-458C-87D4-EEF58F63B5A8}">
      <dsp:nvSpPr>
        <dsp:cNvPr id="0" name=""/>
        <dsp:cNvSpPr/>
      </dsp:nvSpPr>
      <dsp:spPr>
        <a:xfrm>
          <a:off x="4111075" y="716591"/>
          <a:ext cx="1384107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FUNDO MUNICIPAL DOS DIREITOS DA CRIANÇA E DO ADOLESCENTE</a:t>
          </a:r>
        </a:p>
      </dsp:txBody>
      <dsp:txXfrm>
        <a:off x="4111075" y="716591"/>
        <a:ext cx="1384107" cy="508026"/>
      </dsp:txXfrm>
    </dsp:sp>
    <dsp:sp modelId="{36E16054-AEB6-446D-9E04-82FE69958D95}">
      <dsp:nvSpPr>
        <dsp:cNvPr id="0" name=""/>
        <dsp:cNvSpPr/>
      </dsp:nvSpPr>
      <dsp:spPr>
        <a:xfrm>
          <a:off x="5708553" y="716591"/>
          <a:ext cx="1384107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FUNDO MUNICIPAL DO IDOSO</a:t>
          </a:r>
        </a:p>
      </dsp:txBody>
      <dsp:txXfrm>
        <a:off x="5708553" y="716591"/>
        <a:ext cx="1384107" cy="508026"/>
      </dsp:txXfrm>
    </dsp:sp>
    <dsp:sp modelId="{159C19DC-E047-4A5C-AAA1-740643A0849B}">
      <dsp:nvSpPr>
        <dsp:cNvPr id="0" name=""/>
        <dsp:cNvSpPr/>
      </dsp:nvSpPr>
      <dsp:spPr>
        <a:xfrm>
          <a:off x="4111075" y="1409991"/>
          <a:ext cx="1384107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ASSESSOR EXECUTIVO</a:t>
          </a:r>
        </a:p>
      </dsp:txBody>
      <dsp:txXfrm>
        <a:off x="4111075" y="1409991"/>
        <a:ext cx="1384107" cy="508026"/>
      </dsp:txXfrm>
    </dsp:sp>
    <dsp:sp modelId="{2D1B7DA1-A44A-47F6-9B0A-21F429892108}">
      <dsp:nvSpPr>
        <dsp:cNvPr id="0" name=""/>
        <dsp:cNvSpPr/>
      </dsp:nvSpPr>
      <dsp:spPr>
        <a:xfrm>
          <a:off x="5708553" y="1409991"/>
          <a:ext cx="1384107" cy="508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COORDENADORIA</a:t>
          </a:r>
        </a:p>
      </dsp:txBody>
      <dsp:txXfrm>
        <a:off x="5708553" y="1409991"/>
        <a:ext cx="1384107" cy="5080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468280" y="777745"/>
          <a:ext cx="162931" cy="676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6459"/>
              </a:lnTo>
              <a:lnTo>
                <a:pt x="162931" y="6764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270435" y="777745"/>
          <a:ext cx="197845" cy="676459"/>
        </a:xfrm>
        <a:custGeom>
          <a:avLst/>
          <a:gdLst/>
          <a:ahLst/>
          <a:cxnLst/>
          <a:rect l="0" t="0" r="0" b="0"/>
          <a:pathLst>
            <a:path>
              <a:moveTo>
                <a:pt x="197845" y="0"/>
              </a:moveTo>
              <a:lnTo>
                <a:pt x="197845" y="676459"/>
              </a:lnTo>
              <a:lnTo>
                <a:pt x="0" y="6764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F8C98-B2B2-4102-A99E-B5CF67691CF2}">
      <dsp:nvSpPr>
        <dsp:cNvPr id="0" name=""/>
        <dsp:cNvSpPr/>
      </dsp:nvSpPr>
      <dsp:spPr>
        <a:xfrm>
          <a:off x="6725178" y="2971863"/>
          <a:ext cx="232758" cy="667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125"/>
              </a:lnTo>
              <a:lnTo>
                <a:pt x="232758" y="6671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5468280" y="777745"/>
          <a:ext cx="1877588" cy="1418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323"/>
              </a:lnTo>
              <a:lnTo>
                <a:pt x="1877588" y="1255323"/>
              </a:lnTo>
              <a:lnTo>
                <a:pt x="1877588" y="14182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ED5CE3-3E44-42DA-87DA-A00F9178169D}">
      <dsp:nvSpPr>
        <dsp:cNvPr id="0" name=""/>
        <dsp:cNvSpPr/>
      </dsp:nvSpPr>
      <dsp:spPr>
        <a:xfrm>
          <a:off x="4847589" y="2971863"/>
          <a:ext cx="232758" cy="17128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2849"/>
              </a:lnTo>
              <a:lnTo>
                <a:pt x="232758" y="17128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AF7652-E118-4855-ACC9-452536A42045}">
      <dsp:nvSpPr>
        <dsp:cNvPr id="0" name=""/>
        <dsp:cNvSpPr/>
      </dsp:nvSpPr>
      <dsp:spPr>
        <a:xfrm>
          <a:off x="4847589" y="2971863"/>
          <a:ext cx="232758" cy="667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125"/>
              </a:lnTo>
              <a:lnTo>
                <a:pt x="232758" y="6671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5422560" y="777745"/>
          <a:ext cx="91440" cy="14182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182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F574B-0A1D-48D9-B2DD-E8F1DE5D7BAD}">
      <dsp:nvSpPr>
        <dsp:cNvPr id="0" name=""/>
        <dsp:cNvSpPr/>
      </dsp:nvSpPr>
      <dsp:spPr>
        <a:xfrm>
          <a:off x="2970000" y="2971863"/>
          <a:ext cx="232758" cy="2739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9906"/>
              </a:lnTo>
              <a:lnTo>
                <a:pt x="232758" y="27399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C9D73A-7404-4FEA-B7DF-3549806EDC48}">
      <dsp:nvSpPr>
        <dsp:cNvPr id="0" name=""/>
        <dsp:cNvSpPr/>
      </dsp:nvSpPr>
      <dsp:spPr>
        <a:xfrm>
          <a:off x="2970000" y="2971863"/>
          <a:ext cx="232758" cy="16848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848"/>
              </a:lnTo>
              <a:lnTo>
                <a:pt x="232758" y="16848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CBD37-BE0C-483B-AC0E-521CDA8DDACF}">
      <dsp:nvSpPr>
        <dsp:cNvPr id="0" name=""/>
        <dsp:cNvSpPr/>
      </dsp:nvSpPr>
      <dsp:spPr>
        <a:xfrm>
          <a:off x="2970000" y="2971863"/>
          <a:ext cx="232758" cy="648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8458"/>
              </a:lnTo>
              <a:lnTo>
                <a:pt x="232758" y="6484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3590691" y="777745"/>
          <a:ext cx="1877588" cy="1418254"/>
        </a:xfrm>
        <a:custGeom>
          <a:avLst/>
          <a:gdLst/>
          <a:ahLst/>
          <a:cxnLst/>
          <a:rect l="0" t="0" r="0" b="0"/>
          <a:pathLst>
            <a:path>
              <a:moveTo>
                <a:pt x="1877588" y="0"/>
              </a:moveTo>
              <a:lnTo>
                <a:pt x="1877588" y="1255323"/>
              </a:lnTo>
              <a:lnTo>
                <a:pt x="0" y="1255323"/>
              </a:lnTo>
              <a:lnTo>
                <a:pt x="0" y="14182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011928" y="1882"/>
          <a:ext cx="4912703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SECRETARIA MUNICIPAL DE ESPORTE, LAZER E JUVENTUDE</a:t>
          </a:r>
        </a:p>
      </dsp:txBody>
      <dsp:txXfrm>
        <a:off x="3011928" y="1882"/>
        <a:ext cx="4912703" cy="775863"/>
      </dsp:txXfrm>
    </dsp:sp>
    <dsp:sp modelId="{04D68F24-9FEF-4209-8A23-6EDB3C17FB93}">
      <dsp:nvSpPr>
        <dsp:cNvPr id="0" name=""/>
        <dsp:cNvSpPr/>
      </dsp:nvSpPr>
      <dsp:spPr>
        <a:xfrm>
          <a:off x="2814828" y="2196000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Administrativa</a:t>
          </a:r>
        </a:p>
      </dsp:txBody>
      <dsp:txXfrm>
        <a:off x="2814828" y="2196000"/>
        <a:ext cx="1551726" cy="775863"/>
      </dsp:txXfrm>
    </dsp:sp>
    <dsp:sp modelId="{5701B72A-98C3-43CA-9882-2BCEEC40F442}">
      <dsp:nvSpPr>
        <dsp:cNvPr id="0" name=""/>
        <dsp:cNvSpPr/>
      </dsp:nvSpPr>
      <dsp:spPr>
        <a:xfrm>
          <a:off x="3202759" y="3232390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Apoio Administrativo</a:t>
          </a:r>
        </a:p>
      </dsp:txBody>
      <dsp:txXfrm>
        <a:off x="3202759" y="3232390"/>
        <a:ext cx="1551726" cy="775863"/>
      </dsp:txXfrm>
    </dsp:sp>
    <dsp:sp modelId="{EFF9EC79-145E-4F8C-B6F1-D158FA5678BE}">
      <dsp:nvSpPr>
        <dsp:cNvPr id="0" name=""/>
        <dsp:cNvSpPr/>
      </dsp:nvSpPr>
      <dsp:spPr>
        <a:xfrm>
          <a:off x="3202759" y="4268780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Projetos e Eventos</a:t>
          </a:r>
        </a:p>
      </dsp:txBody>
      <dsp:txXfrm>
        <a:off x="3202759" y="4268780"/>
        <a:ext cx="1551726" cy="775863"/>
      </dsp:txXfrm>
    </dsp:sp>
    <dsp:sp modelId="{3B6F644C-485D-4B70-9EBE-5F458289EAEA}">
      <dsp:nvSpPr>
        <dsp:cNvPr id="0" name=""/>
        <dsp:cNvSpPr/>
      </dsp:nvSpPr>
      <dsp:spPr>
        <a:xfrm>
          <a:off x="3202759" y="5323838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Manutenção de Prédios e Suprimentos</a:t>
          </a:r>
        </a:p>
      </dsp:txBody>
      <dsp:txXfrm>
        <a:off x="3202759" y="5323838"/>
        <a:ext cx="1551726" cy="775863"/>
      </dsp:txXfrm>
    </dsp:sp>
    <dsp:sp modelId="{DF37597B-EA07-4D1A-B4DB-2C245CC0833D}">
      <dsp:nvSpPr>
        <dsp:cNvPr id="0" name=""/>
        <dsp:cNvSpPr/>
      </dsp:nvSpPr>
      <dsp:spPr>
        <a:xfrm>
          <a:off x="4692417" y="2196000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de Esporte</a:t>
          </a:r>
        </a:p>
      </dsp:txBody>
      <dsp:txXfrm>
        <a:off x="4692417" y="2196000"/>
        <a:ext cx="1551726" cy="775863"/>
      </dsp:txXfrm>
    </dsp:sp>
    <dsp:sp modelId="{D350832A-6911-4506-A561-F967D033700E}">
      <dsp:nvSpPr>
        <dsp:cNvPr id="0" name=""/>
        <dsp:cNvSpPr/>
      </dsp:nvSpPr>
      <dsp:spPr>
        <a:xfrm>
          <a:off x="5080348" y="3251057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Coordenação Esportiva</a:t>
          </a:r>
        </a:p>
      </dsp:txBody>
      <dsp:txXfrm>
        <a:off x="5080348" y="3251057"/>
        <a:ext cx="1551726" cy="775863"/>
      </dsp:txXfrm>
    </dsp:sp>
    <dsp:sp modelId="{186C8BAF-DA14-4941-BFCC-1DF7501681D7}">
      <dsp:nvSpPr>
        <dsp:cNvPr id="0" name=""/>
        <dsp:cNvSpPr/>
      </dsp:nvSpPr>
      <dsp:spPr>
        <a:xfrm>
          <a:off x="5080348" y="4296781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Coordenação do Complexo Esportivo</a:t>
          </a:r>
        </a:p>
      </dsp:txBody>
      <dsp:txXfrm>
        <a:off x="5080348" y="4296781"/>
        <a:ext cx="1551726" cy="775863"/>
      </dsp:txXfrm>
    </dsp:sp>
    <dsp:sp modelId="{145EEDCF-16FE-43DF-9591-B15FA8713D0E}">
      <dsp:nvSpPr>
        <dsp:cNvPr id="0" name=""/>
        <dsp:cNvSpPr/>
      </dsp:nvSpPr>
      <dsp:spPr>
        <a:xfrm>
          <a:off x="6570005" y="2196000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de Lazer e Juventude</a:t>
          </a:r>
        </a:p>
      </dsp:txBody>
      <dsp:txXfrm>
        <a:off x="6570005" y="2196000"/>
        <a:ext cx="1551726" cy="775863"/>
      </dsp:txXfrm>
    </dsp:sp>
    <dsp:sp modelId="{CBAD961B-C075-4AEC-97DB-0DBA4AE7CDC9}">
      <dsp:nvSpPr>
        <dsp:cNvPr id="0" name=""/>
        <dsp:cNvSpPr/>
      </dsp:nvSpPr>
      <dsp:spPr>
        <a:xfrm>
          <a:off x="6957937" y="3251057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Coordenação, Lazer e Juventude</a:t>
          </a:r>
        </a:p>
      </dsp:txBody>
      <dsp:txXfrm>
        <a:off x="6957937" y="3251057"/>
        <a:ext cx="1551726" cy="775863"/>
      </dsp:txXfrm>
    </dsp:sp>
    <dsp:sp modelId="{A8207F55-1877-4AFD-A053-E28682159F0A}">
      <dsp:nvSpPr>
        <dsp:cNvPr id="0" name=""/>
        <dsp:cNvSpPr/>
      </dsp:nvSpPr>
      <dsp:spPr>
        <a:xfrm>
          <a:off x="3283775" y="1066273"/>
          <a:ext cx="1986659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ASSESSOR EXECUTIVO</a:t>
          </a:r>
        </a:p>
      </dsp:txBody>
      <dsp:txXfrm>
        <a:off x="3283775" y="1066273"/>
        <a:ext cx="1986659" cy="775863"/>
      </dsp:txXfrm>
    </dsp:sp>
    <dsp:sp modelId="{490745F1-7228-4C01-80B4-6B866BF932DF}">
      <dsp:nvSpPr>
        <dsp:cNvPr id="0" name=""/>
        <dsp:cNvSpPr/>
      </dsp:nvSpPr>
      <dsp:spPr>
        <a:xfrm>
          <a:off x="5631211" y="1066273"/>
          <a:ext cx="1984471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COORDENADORIA</a:t>
          </a:r>
        </a:p>
      </dsp:txBody>
      <dsp:txXfrm>
        <a:off x="5631211" y="1066273"/>
        <a:ext cx="1984471" cy="7758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67F48-A4A3-48B7-931C-8BCBA0AA96D2}">
      <dsp:nvSpPr>
        <dsp:cNvPr id="0" name=""/>
        <dsp:cNvSpPr/>
      </dsp:nvSpPr>
      <dsp:spPr>
        <a:xfrm>
          <a:off x="5422007" y="777745"/>
          <a:ext cx="299126" cy="1712865"/>
        </a:xfrm>
        <a:custGeom>
          <a:avLst/>
          <a:gdLst/>
          <a:ahLst/>
          <a:cxnLst/>
          <a:rect l="0" t="0" r="0" b="0"/>
          <a:pathLst>
            <a:path>
              <a:moveTo>
                <a:pt x="299126" y="0"/>
              </a:moveTo>
              <a:lnTo>
                <a:pt x="299126" y="1712865"/>
              </a:lnTo>
              <a:lnTo>
                <a:pt x="0" y="17128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D0547-AA7B-4695-B7A4-240B3BD78691}">
      <dsp:nvSpPr>
        <dsp:cNvPr id="0" name=""/>
        <dsp:cNvSpPr/>
      </dsp:nvSpPr>
      <dsp:spPr>
        <a:xfrm>
          <a:off x="5721134" y="777745"/>
          <a:ext cx="162931" cy="1715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5511"/>
              </a:lnTo>
              <a:lnTo>
                <a:pt x="162931" y="17155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558202" y="777745"/>
          <a:ext cx="162931" cy="685793"/>
        </a:xfrm>
        <a:custGeom>
          <a:avLst/>
          <a:gdLst/>
          <a:ahLst/>
          <a:cxnLst/>
          <a:rect l="0" t="0" r="0" b="0"/>
          <a:pathLst>
            <a:path>
              <a:moveTo>
                <a:pt x="162931" y="0"/>
              </a:moveTo>
              <a:lnTo>
                <a:pt x="162931" y="685793"/>
              </a:lnTo>
              <a:lnTo>
                <a:pt x="0" y="6857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6039237" y="4017587"/>
          <a:ext cx="242084" cy="1656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6894"/>
              </a:lnTo>
              <a:lnTo>
                <a:pt x="242084" y="16568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6039237" y="4017587"/>
          <a:ext cx="232758" cy="657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7792"/>
              </a:lnTo>
              <a:lnTo>
                <a:pt x="232758" y="6577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721134" y="777745"/>
          <a:ext cx="938794" cy="2463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1047"/>
              </a:lnTo>
              <a:lnTo>
                <a:pt x="938794" y="2301047"/>
              </a:lnTo>
              <a:lnTo>
                <a:pt x="938794" y="24639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CBD37-BE0C-483B-AC0E-521CDA8DDACF}">
      <dsp:nvSpPr>
        <dsp:cNvPr id="0" name=""/>
        <dsp:cNvSpPr/>
      </dsp:nvSpPr>
      <dsp:spPr>
        <a:xfrm>
          <a:off x="4161649" y="4017587"/>
          <a:ext cx="232758" cy="657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7792"/>
              </a:lnTo>
              <a:lnTo>
                <a:pt x="232758" y="6577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4782339" y="777745"/>
          <a:ext cx="938794" cy="2463978"/>
        </a:xfrm>
        <a:custGeom>
          <a:avLst/>
          <a:gdLst/>
          <a:ahLst/>
          <a:cxnLst/>
          <a:rect l="0" t="0" r="0" b="0"/>
          <a:pathLst>
            <a:path>
              <a:moveTo>
                <a:pt x="938794" y="0"/>
              </a:moveTo>
              <a:lnTo>
                <a:pt x="938794" y="2301047"/>
              </a:lnTo>
              <a:lnTo>
                <a:pt x="0" y="2301047"/>
              </a:lnTo>
              <a:lnTo>
                <a:pt x="0" y="24639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264782" y="1882"/>
          <a:ext cx="4912703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SECRETARIA MUNICIPAL DE TURISMO</a:t>
          </a:r>
        </a:p>
      </dsp:txBody>
      <dsp:txXfrm>
        <a:off x="3264782" y="1882"/>
        <a:ext cx="4912703" cy="775863"/>
      </dsp:txXfrm>
    </dsp:sp>
    <dsp:sp modelId="{04D68F24-9FEF-4209-8A23-6EDB3C17FB93}">
      <dsp:nvSpPr>
        <dsp:cNvPr id="0" name=""/>
        <dsp:cNvSpPr/>
      </dsp:nvSpPr>
      <dsp:spPr>
        <a:xfrm>
          <a:off x="4006476" y="324172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Administrativa, Planejamento, Desenvolvimento e Infraestrutura Turística</a:t>
          </a:r>
        </a:p>
      </dsp:txBody>
      <dsp:txXfrm>
        <a:off x="4006476" y="3241724"/>
        <a:ext cx="1551726" cy="775863"/>
      </dsp:txXfrm>
    </dsp:sp>
    <dsp:sp modelId="{5701B72A-98C3-43CA-9882-2BCEEC40F442}">
      <dsp:nvSpPr>
        <dsp:cNvPr id="0" name=""/>
        <dsp:cNvSpPr/>
      </dsp:nvSpPr>
      <dsp:spPr>
        <a:xfrm>
          <a:off x="4394407" y="4287448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Administrativo e Infraestrutura Turística</a:t>
          </a:r>
        </a:p>
      </dsp:txBody>
      <dsp:txXfrm>
        <a:off x="4394407" y="4287448"/>
        <a:ext cx="1551726" cy="775863"/>
      </dsp:txXfrm>
    </dsp:sp>
    <dsp:sp modelId="{D0031397-1155-4F09-A31D-40BFFBAC8519}">
      <dsp:nvSpPr>
        <dsp:cNvPr id="0" name=""/>
        <dsp:cNvSpPr/>
      </dsp:nvSpPr>
      <dsp:spPr>
        <a:xfrm>
          <a:off x="5884065" y="324172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Eventos, Parcerias, Desenvolvimento e Suporte aos Atrativos Turísticos</a:t>
          </a:r>
        </a:p>
      </dsp:txBody>
      <dsp:txXfrm>
        <a:off x="5884065" y="3241724"/>
        <a:ext cx="1551726" cy="775863"/>
      </dsp:txXfrm>
    </dsp:sp>
    <dsp:sp modelId="{46D94D2C-3C2A-4644-B96C-327B2FBE461A}">
      <dsp:nvSpPr>
        <dsp:cNvPr id="0" name=""/>
        <dsp:cNvSpPr/>
      </dsp:nvSpPr>
      <dsp:spPr>
        <a:xfrm>
          <a:off x="6271996" y="4287448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Eventos</a:t>
          </a:r>
        </a:p>
      </dsp:txBody>
      <dsp:txXfrm>
        <a:off x="6271996" y="4287448"/>
        <a:ext cx="1551726" cy="775863"/>
      </dsp:txXfrm>
    </dsp:sp>
    <dsp:sp modelId="{DE7C1172-0890-4878-8F86-95E5530C4709}">
      <dsp:nvSpPr>
        <dsp:cNvPr id="0" name=""/>
        <dsp:cNvSpPr/>
      </dsp:nvSpPr>
      <dsp:spPr>
        <a:xfrm>
          <a:off x="6281322" y="5286550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Suporte aos Atrativos Turísticos</a:t>
          </a:r>
        </a:p>
      </dsp:txBody>
      <dsp:txXfrm>
        <a:off x="6281322" y="5286550"/>
        <a:ext cx="1551726" cy="775863"/>
      </dsp:txXfrm>
    </dsp:sp>
    <dsp:sp modelId="{A8207F55-1877-4AFD-A053-E28682159F0A}">
      <dsp:nvSpPr>
        <dsp:cNvPr id="0" name=""/>
        <dsp:cNvSpPr/>
      </dsp:nvSpPr>
      <dsp:spPr>
        <a:xfrm>
          <a:off x="3147006" y="1075607"/>
          <a:ext cx="241119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FUNDO MUNICIPAL DO TURISMO - FUMTUR</a:t>
          </a:r>
        </a:p>
      </dsp:txBody>
      <dsp:txXfrm>
        <a:off x="3147006" y="1075607"/>
        <a:ext cx="2411196" cy="775863"/>
      </dsp:txXfrm>
    </dsp:sp>
    <dsp:sp modelId="{490745F1-7228-4C01-80B4-6B866BF932DF}">
      <dsp:nvSpPr>
        <dsp:cNvPr id="0" name=""/>
        <dsp:cNvSpPr/>
      </dsp:nvSpPr>
      <dsp:spPr>
        <a:xfrm>
          <a:off x="5884065" y="2105325"/>
          <a:ext cx="2007871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COORDENADORIA</a:t>
          </a:r>
        </a:p>
      </dsp:txBody>
      <dsp:txXfrm>
        <a:off x="5884065" y="2105325"/>
        <a:ext cx="2007871" cy="775863"/>
      </dsp:txXfrm>
    </dsp:sp>
    <dsp:sp modelId="{B18709FD-C961-458C-87D4-EEF58F63B5A8}">
      <dsp:nvSpPr>
        <dsp:cNvPr id="0" name=""/>
        <dsp:cNvSpPr/>
      </dsp:nvSpPr>
      <dsp:spPr>
        <a:xfrm>
          <a:off x="3296049" y="2102679"/>
          <a:ext cx="2125958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ASSESSOR EXECUTIVO</a:t>
          </a:r>
        </a:p>
      </dsp:txBody>
      <dsp:txXfrm>
        <a:off x="3296049" y="2102679"/>
        <a:ext cx="2125958" cy="7758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372377" y="1254184"/>
          <a:ext cx="243489" cy="917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7388"/>
              </a:lnTo>
              <a:lnTo>
                <a:pt x="243489" y="9173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128887" y="1254184"/>
          <a:ext cx="243489" cy="917388"/>
        </a:xfrm>
        <a:custGeom>
          <a:avLst/>
          <a:gdLst/>
          <a:ahLst/>
          <a:cxnLst/>
          <a:rect l="0" t="0" r="0" b="0"/>
          <a:pathLst>
            <a:path>
              <a:moveTo>
                <a:pt x="243489" y="0"/>
              </a:moveTo>
              <a:lnTo>
                <a:pt x="243489" y="917388"/>
              </a:lnTo>
              <a:lnTo>
                <a:pt x="0" y="9173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2EF46-98B8-4E21-AD3B-078F42B04F6C}">
      <dsp:nvSpPr>
        <dsp:cNvPr id="0" name=""/>
        <dsp:cNvSpPr/>
      </dsp:nvSpPr>
      <dsp:spPr>
        <a:xfrm>
          <a:off x="8653691" y="4425753"/>
          <a:ext cx="347842" cy="9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055"/>
              </a:lnTo>
              <a:lnTo>
                <a:pt x="347842" y="9360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C573A-E599-46DF-A400-949851F5727C}">
      <dsp:nvSpPr>
        <dsp:cNvPr id="0" name=""/>
        <dsp:cNvSpPr/>
      </dsp:nvSpPr>
      <dsp:spPr>
        <a:xfrm>
          <a:off x="5372377" y="1254184"/>
          <a:ext cx="4208893" cy="20120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8604"/>
              </a:lnTo>
              <a:lnTo>
                <a:pt x="4208893" y="1768604"/>
              </a:lnTo>
              <a:lnTo>
                <a:pt x="4208893" y="20120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C8C7A-C852-4165-9A37-49279597331B}">
      <dsp:nvSpPr>
        <dsp:cNvPr id="0" name=""/>
        <dsp:cNvSpPr/>
      </dsp:nvSpPr>
      <dsp:spPr>
        <a:xfrm>
          <a:off x="5847761" y="4425753"/>
          <a:ext cx="347842" cy="9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055"/>
              </a:lnTo>
              <a:lnTo>
                <a:pt x="347842" y="9360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3C8FD-88FA-4675-8512-4A08623CC5ED}">
      <dsp:nvSpPr>
        <dsp:cNvPr id="0" name=""/>
        <dsp:cNvSpPr/>
      </dsp:nvSpPr>
      <dsp:spPr>
        <a:xfrm>
          <a:off x="5372377" y="1254184"/>
          <a:ext cx="1402964" cy="20120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8604"/>
              </a:lnTo>
              <a:lnTo>
                <a:pt x="1402964" y="1768604"/>
              </a:lnTo>
              <a:lnTo>
                <a:pt x="1402964" y="20120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3041832" y="4425753"/>
          <a:ext cx="347842" cy="9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055"/>
              </a:lnTo>
              <a:lnTo>
                <a:pt x="347842" y="9360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3969412" y="1254184"/>
          <a:ext cx="1402964" cy="2012094"/>
        </a:xfrm>
        <a:custGeom>
          <a:avLst/>
          <a:gdLst/>
          <a:ahLst/>
          <a:cxnLst/>
          <a:rect l="0" t="0" r="0" b="0"/>
          <a:pathLst>
            <a:path>
              <a:moveTo>
                <a:pt x="1402964" y="0"/>
              </a:moveTo>
              <a:lnTo>
                <a:pt x="1402964" y="1768604"/>
              </a:lnTo>
              <a:lnTo>
                <a:pt x="0" y="1768604"/>
              </a:lnTo>
              <a:lnTo>
                <a:pt x="0" y="20120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A30772-602A-41E1-926A-DBE8125B11D2}">
      <dsp:nvSpPr>
        <dsp:cNvPr id="0" name=""/>
        <dsp:cNvSpPr/>
      </dsp:nvSpPr>
      <dsp:spPr>
        <a:xfrm>
          <a:off x="235903" y="4425753"/>
          <a:ext cx="347842" cy="936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055"/>
              </a:lnTo>
              <a:lnTo>
                <a:pt x="347842" y="9360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1163483" y="1254184"/>
          <a:ext cx="4208893" cy="2012094"/>
        </a:xfrm>
        <a:custGeom>
          <a:avLst/>
          <a:gdLst/>
          <a:ahLst/>
          <a:cxnLst/>
          <a:rect l="0" t="0" r="0" b="0"/>
          <a:pathLst>
            <a:path>
              <a:moveTo>
                <a:pt x="4208893" y="0"/>
              </a:moveTo>
              <a:lnTo>
                <a:pt x="4208893" y="1768604"/>
              </a:lnTo>
              <a:lnTo>
                <a:pt x="0" y="1768604"/>
              </a:lnTo>
              <a:lnTo>
                <a:pt x="0" y="20120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1701526" y="94709"/>
          <a:ext cx="7341701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SECRETARIA MUNICIPAL DE CULTURA E DEFESA DO FOLCLORE</a:t>
          </a:r>
        </a:p>
      </dsp:txBody>
      <dsp:txXfrm>
        <a:off x="1701526" y="94709"/>
        <a:ext cx="7341701" cy="1159474"/>
      </dsp:txXfrm>
    </dsp:sp>
    <dsp:sp modelId="{04D68F24-9FEF-4209-8A23-6EDB3C17FB93}">
      <dsp:nvSpPr>
        <dsp:cNvPr id="0" name=""/>
        <dsp:cNvSpPr/>
      </dsp:nvSpPr>
      <dsp:spPr>
        <a:xfrm>
          <a:off x="4008" y="3266279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Administrativa</a:t>
          </a:r>
        </a:p>
      </dsp:txBody>
      <dsp:txXfrm>
        <a:off x="4008" y="3266279"/>
        <a:ext cx="2318949" cy="1159474"/>
      </dsp:txXfrm>
    </dsp:sp>
    <dsp:sp modelId="{B88B8941-A2BC-4C60-A8DC-2E23AB4DB8FD}">
      <dsp:nvSpPr>
        <dsp:cNvPr id="0" name=""/>
        <dsp:cNvSpPr/>
      </dsp:nvSpPr>
      <dsp:spPr>
        <a:xfrm>
          <a:off x="583746" y="4782072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Apoio Administrativo e Operacional</a:t>
          </a:r>
        </a:p>
      </dsp:txBody>
      <dsp:txXfrm>
        <a:off x="583746" y="4782072"/>
        <a:ext cx="2318949" cy="1159474"/>
      </dsp:txXfrm>
    </dsp:sp>
    <dsp:sp modelId="{D0031397-1155-4F09-A31D-40BFFBAC8519}">
      <dsp:nvSpPr>
        <dsp:cNvPr id="0" name=""/>
        <dsp:cNvSpPr/>
      </dsp:nvSpPr>
      <dsp:spPr>
        <a:xfrm>
          <a:off x="2809937" y="3266279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Patrimônio Histórico Cultural</a:t>
          </a:r>
        </a:p>
      </dsp:txBody>
      <dsp:txXfrm>
        <a:off x="2809937" y="3266279"/>
        <a:ext cx="2318949" cy="1159474"/>
      </dsp:txXfrm>
    </dsp:sp>
    <dsp:sp modelId="{46D94D2C-3C2A-4644-B96C-327B2FBE461A}">
      <dsp:nvSpPr>
        <dsp:cNvPr id="0" name=""/>
        <dsp:cNvSpPr/>
      </dsp:nvSpPr>
      <dsp:spPr>
        <a:xfrm>
          <a:off x="3389675" y="4782072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Preservação do Patrimônio Material e Imaterial e Coordenação dos Equipamentos Culturais</a:t>
          </a:r>
        </a:p>
      </dsp:txBody>
      <dsp:txXfrm>
        <a:off x="3389675" y="4782072"/>
        <a:ext cx="2318949" cy="1159474"/>
      </dsp:txXfrm>
    </dsp:sp>
    <dsp:sp modelId="{4BE0561A-8DE6-41F4-9EE5-0D2C1B1F5977}">
      <dsp:nvSpPr>
        <dsp:cNvPr id="0" name=""/>
        <dsp:cNvSpPr/>
      </dsp:nvSpPr>
      <dsp:spPr>
        <a:xfrm>
          <a:off x="5615867" y="3266279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Festivais e Eventos</a:t>
          </a:r>
        </a:p>
      </dsp:txBody>
      <dsp:txXfrm>
        <a:off x="5615867" y="3266279"/>
        <a:ext cx="2318949" cy="1159474"/>
      </dsp:txXfrm>
    </dsp:sp>
    <dsp:sp modelId="{06E38647-1ECC-42FA-B02E-6C9EE7C2F115}">
      <dsp:nvSpPr>
        <dsp:cNvPr id="0" name=""/>
        <dsp:cNvSpPr/>
      </dsp:nvSpPr>
      <dsp:spPr>
        <a:xfrm>
          <a:off x="6195604" y="4782072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Planejamento do Calendário de Eventos</a:t>
          </a:r>
        </a:p>
      </dsp:txBody>
      <dsp:txXfrm>
        <a:off x="6195604" y="4782072"/>
        <a:ext cx="2318949" cy="1159474"/>
      </dsp:txXfrm>
    </dsp:sp>
    <dsp:sp modelId="{F9B31A21-ABF6-4080-9BFF-F79CC1E5954A}">
      <dsp:nvSpPr>
        <dsp:cNvPr id="0" name=""/>
        <dsp:cNvSpPr/>
      </dsp:nvSpPr>
      <dsp:spPr>
        <a:xfrm>
          <a:off x="8421796" y="3266279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Divisão de Programas e Projetos Culturais</a:t>
          </a:r>
        </a:p>
      </dsp:txBody>
      <dsp:txXfrm>
        <a:off x="8421796" y="3266279"/>
        <a:ext cx="2318949" cy="1159474"/>
      </dsp:txXfrm>
    </dsp:sp>
    <dsp:sp modelId="{830EF56D-2EE8-4C01-A9A4-B32A0E361494}">
      <dsp:nvSpPr>
        <dsp:cNvPr id="0" name=""/>
        <dsp:cNvSpPr/>
      </dsp:nvSpPr>
      <dsp:spPr>
        <a:xfrm>
          <a:off x="9001533" y="4782072"/>
          <a:ext cx="2318949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Setor de Fomento e Apoio aos Projetos</a:t>
          </a:r>
        </a:p>
      </dsp:txBody>
      <dsp:txXfrm>
        <a:off x="9001533" y="4782072"/>
        <a:ext cx="2318949" cy="1159474"/>
      </dsp:txXfrm>
    </dsp:sp>
    <dsp:sp modelId="{A8207F55-1877-4AFD-A053-E28682159F0A}">
      <dsp:nvSpPr>
        <dsp:cNvPr id="0" name=""/>
        <dsp:cNvSpPr/>
      </dsp:nvSpPr>
      <dsp:spPr>
        <a:xfrm>
          <a:off x="2010039" y="1591835"/>
          <a:ext cx="3118848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ASSESSOR EXECUTIVO</a:t>
          </a:r>
        </a:p>
      </dsp:txBody>
      <dsp:txXfrm>
        <a:off x="2010039" y="1591835"/>
        <a:ext cx="3118848" cy="1159474"/>
      </dsp:txXfrm>
    </dsp:sp>
    <dsp:sp modelId="{490745F1-7228-4C01-80B4-6B866BF932DF}">
      <dsp:nvSpPr>
        <dsp:cNvPr id="0" name=""/>
        <dsp:cNvSpPr/>
      </dsp:nvSpPr>
      <dsp:spPr>
        <a:xfrm>
          <a:off x="5615867" y="1591835"/>
          <a:ext cx="3006054" cy="1159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COORDENADORIA</a:t>
          </a:r>
        </a:p>
      </dsp:txBody>
      <dsp:txXfrm>
        <a:off x="5615867" y="1591835"/>
        <a:ext cx="3006054" cy="11594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497223" y="662195"/>
          <a:ext cx="138618" cy="5512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1279"/>
              </a:lnTo>
              <a:lnTo>
                <a:pt x="138618" y="5512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358605" y="662195"/>
          <a:ext cx="138618" cy="551279"/>
        </a:xfrm>
        <a:custGeom>
          <a:avLst/>
          <a:gdLst/>
          <a:ahLst/>
          <a:cxnLst/>
          <a:rect l="0" t="0" r="0" b="0"/>
          <a:pathLst>
            <a:path>
              <a:moveTo>
                <a:pt x="138618" y="0"/>
              </a:moveTo>
              <a:lnTo>
                <a:pt x="138618" y="551279"/>
              </a:lnTo>
              <a:lnTo>
                <a:pt x="0" y="5512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DE8F5-D0E6-4869-80AA-39C34834DCCC}">
      <dsp:nvSpPr>
        <dsp:cNvPr id="0" name=""/>
        <dsp:cNvSpPr/>
      </dsp:nvSpPr>
      <dsp:spPr>
        <a:xfrm>
          <a:off x="8228168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575627-69BD-4074-963F-E7354F09583F}">
      <dsp:nvSpPr>
        <dsp:cNvPr id="0" name=""/>
        <dsp:cNvSpPr/>
      </dsp:nvSpPr>
      <dsp:spPr>
        <a:xfrm>
          <a:off x="8228168" y="2536847"/>
          <a:ext cx="198026" cy="1469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9937"/>
              </a:lnTo>
              <a:lnTo>
                <a:pt x="198026" y="14699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E88F56-9233-4B4F-81E0-FD3F4791CAB9}">
      <dsp:nvSpPr>
        <dsp:cNvPr id="0" name=""/>
        <dsp:cNvSpPr/>
      </dsp:nvSpPr>
      <dsp:spPr>
        <a:xfrm>
          <a:off x="8228168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2E8A27-7715-41B1-97ED-D648616CAA81}">
      <dsp:nvSpPr>
        <dsp:cNvPr id="0" name=""/>
        <dsp:cNvSpPr/>
      </dsp:nvSpPr>
      <dsp:spPr>
        <a:xfrm>
          <a:off x="5497223" y="662195"/>
          <a:ext cx="3259015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3259015" y="1075944"/>
              </a:lnTo>
              <a:lnTo>
                <a:pt x="3259015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DC5E50-987D-4242-834A-51F2D4E94B7F}">
      <dsp:nvSpPr>
        <dsp:cNvPr id="0" name=""/>
        <dsp:cNvSpPr/>
      </dsp:nvSpPr>
      <dsp:spPr>
        <a:xfrm>
          <a:off x="6502380" y="2536847"/>
          <a:ext cx="198026" cy="3251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51285"/>
              </a:lnTo>
              <a:lnTo>
                <a:pt x="198026" y="3251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88D7-F623-40B8-86F2-5691B3A77B53}">
      <dsp:nvSpPr>
        <dsp:cNvPr id="0" name=""/>
        <dsp:cNvSpPr/>
      </dsp:nvSpPr>
      <dsp:spPr>
        <a:xfrm>
          <a:off x="6502380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6502380" y="2536847"/>
          <a:ext cx="198026" cy="1469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9937"/>
              </a:lnTo>
              <a:lnTo>
                <a:pt x="198026" y="14699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6502380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497223" y="662195"/>
          <a:ext cx="1533227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1533227" y="1075944"/>
              </a:lnTo>
              <a:lnTo>
                <a:pt x="1533227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4904966" y="2536847"/>
          <a:ext cx="198026" cy="1469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9937"/>
              </a:lnTo>
              <a:lnTo>
                <a:pt x="198026" y="14699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4904966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387316" y="662195"/>
          <a:ext cx="91440" cy="1214562"/>
        </a:xfrm>
        <a:custGeom>
          <a:avLst/>
          <a:gdLst/>
          <a:ahLst/>
          <a:cxnLst/>
          <a:rect l="0" t="0" r="0" b="0"/>
          <a:pathLst>
            <a:path>
              <a:moveTo>
                <a:pt x="109907" y="0"/>
              </a:moveTo>
              <a:lnTo>
                <a:pt x="109907" y="1075944"/>
              </a:lnTo>
              <a:lnTo>
                <a:pt x="45720" y="1075944"/>
              </a:lnTo>
              <a:lnTo>
                <a:pt x="4572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FE858-CD63-43A3-8366-3689ECAE4550}">
      <dsp:nvSpPr>
        <dsp:cNvPr id="0" name=""/>
        <dsp:cNvSpPr/>
      </dsp:nvSpPr>
      <dsp:spPr>
        <a:xfrm>
          <a:off x="3307551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3307551" y="2536847"/>
          <a:ext cx="198026" cy="1469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9937"/>
              </a:lnTo>
              <a:lnTo>
                <a:pt x="198026" y="14699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3307551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3835622" y="662195"/>
          <a:ext cx="1661601" cy="1214562"/>
        </a:xfrm>
        <a:custGeom>
          <a:avLst/>
          <a:gdLst/>
          <a:ahLst/>
          <a:cxnLst/>
          <a:rect l="0" t="0" r="0" b="0"/>
          <a:pathLst>
            <a:path>
              <a:moveTo>
                <a:pt x="1661601" y="0"/>
              </a:moveTo>
              <a:lnTo>
                <a:pt x="1661601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F3D391-BEFF-494B-96B8-DEB7A57ABE4B}">
      <dsp:nvSpPr>
        <dsp:cNvPr id="0" name=""/>
        <dsp:cNvSpPr/>
      </dsp:nvSpPr>
      <dsp:spPr>
        <a:xfrm>
          <a:off x="1710137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2238208" y="662195"/>
          <a:ext cx="3259015" cy="1214562"/>
        </a:xfrm>
        <a:custGeom>
          <a:avLst/>
          <a:gdLst/>
          <a:ahLst/>
          <a:cxnLst/>
          <a:rect l="0" t="0" r="0" b="0"/>
          <a:pathLst>
            <a:path>
              <a:moveTo>
                <a:pt x="3259015" y="0"/>
              </a:moveTo>
              <a:lnTo>
                <a:pt x="3259015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2987283" y="2107"/>
          <a:ext cx="5019880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SECRETARIA MUNICIPAL DE INOVAÇÃO, TECNOLOGIA E DESENVOLVIMENTO ECONÔMICO SUSTENTÁVEL</a:t>
          </a:r>
        </a:p>
      </dsp:txBody>
      <dsp:txXfrm>
        <a:off x="2987283" y="2107"/>
        <a:ext cx="5019880" cy="660088"/>
      </dsp:txXfrm>
    </dsp:sp>
    <dsp:sp modelId="{04D68F24-9FEF-4209-8A23-6EDB3C17FB93}">
      <dsp:nvSpPr>
        <dsp:cNvPr id="0" name=""/>
        <dsp:cNvSpPr/>
      </dsp:nvSpPr>
      <dsp:spPr>
        <a:xfrm>
          <a:off x="1578120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Administrativa</a:t>
          </a:r>
        </a:p>
      </dsp:txBody>
      <dsp:txXfrm>
        <a:off x="1578120" y="1876758"/>
        <a:ext cx="1320176" cy="660088"/>
      </dsp:txXfrm>
    </dsp:sp>
    <dsp:sp modelId="{60BF2CB4-735B-4D4A-ACC2-5AF50F7F9448}">
      <dsp:nvSpPr>
        <dsp:cNvPr id="0" name=""/>
        <dsp:cNvSpPr/>
      </dsp:nvSpPr>
      <dsp:spPr>
        <a:xfrm>
          <a:off x="1908164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Administrativo</a:t>
          </a:r>
        </a:p>
      </dsp:txBody>
      <dsp:txXfrm>
        <a:off x="1908164" y="2748748"/>
        <a:ext cx="1320176" cy="660088"/>
      </dsp:txXfrm>
    </dsp:sp>
    <dsp:sp modelId="{3CD85A99-C301-405C-AE39-087826A9739B}">
      <dsp:nvSpPr>
        <dsp:cNvPr id="0" name=""/>
        <dsp:cNvSpPr/>
      </dsp:nvSpPr>
      <dsp:spPr>
        <a:xfrm>
          <a:off x="3175534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Agricultura, Inspeção de Produtos de Origem Animal e Patrulha Agrícola Mecanizada</a:t>
          </a:r>
        </a:p>
      </dsp:txBody>
      <dsp:txXfrm>
        <a:off x="3175534" y="1876758"/>
        <a:ext cx="1320176" cy="660088"/>
      </dsp:txXfrm>
    </dsp:sp>
    <dsp:sp modelId="{BCACADFF-A8BC-47F6-A206-ED3E49DDCBCD}">
      <dsp:nvSpPr>
        <dsp:cNvPr id="0" name=""/>
        <dsp:cNvSpPr/>
      </dsp:nvSpPr>
      <dsp:spPr>
        <a:xfrm>
          <a:off x="3505578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aos Produtos de Origem Animal (SIMPOA)</a:t>
          </a:r>
        </a:p>
      </dsp:txBody>
      <dsp:txXfrm>
        <a:off x="3505578" y="2748748"/>
        <a:ext cx="1320176" cy="660088"/>
      </dsp:txXfrm>
    </dsp:sp>
    <dsp:sp modelId="{C499D009-D150-45C6-B3CC-C362209D133F}">
      <dsp:nvSpPr>
        <dsp:cNvPr id="0" name=""/>
        <dsp:cNvSpPr/>
      </dsp:nvSpPr>
      <dsp:spPr>
        <a:xfrm>
          <a:off x="3505578" y="3676740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Patrulha Agrícola Mecanizada</a:t>
          </a:r>
        </a:p>
      </dsp:txBody>
      <dsp:txXfrm>
        <a:off x="3505578" y="3676740"/>
        <a:ext cx="1320176" cy="660088"/>
      </dsp:txXfrm>
    </dsp:sp>
    <dsp:sp modelId="{B4126409-BAB4-4277-AC9E-045A64B639AC}">
      <dsp:nvSpPr>
        <dsp:cNvPr id="0" name=""/>
        <dsp:cNvSpPr/>
      </dsp:nvSpPr>
      <dsp:spPr>
        <a:xfrm>
          <a:off x="3505578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às Feiras</a:t>
          </a:r>
        </a:p>
      </dsp:txBody>
      <dsp:txXfrm>
        <a:off x="3505578" y="4567398"/>
        <a:ext cx="1320176" cy="660088"/>
      </dsp:txXfrm>
    </dsp:sp>
    <dsp:sp modelId="{DDD729F6-4CE6-4BBD-A2F3-807ABD78F710}">
      <dsp:nvSpPr>
        <dsp:cNvPr id="0" name=""/>
        <dsp:cNvSpPr/>
      </dsp:nvSpPr>
      <dsp:spPr>
        <a:xfrm>
          <a:off x="4772948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Inovação Tecnológica, Estudos Econômicos e Pesquisas</a:t>
          </a:r>
        </a:p>
      </dsp:txBody>
      <dsp:txXfrm>
        <a:off x="4772948" y="1876758"/>
        <a:ext cx="1320176" cy="660088"/>
      </dsp:txXfrm>
    </dsp:sp>
    <dsp:sp modelId="{19CBCE9C-9352-4252-B303-D79EE2BDF793}">
      <dsp:nvSpPr>
        <dsp:cNvPr id="0" name=""/>
        <dsp:cNvSpPr/>
      </dsp:nvSpPr>
      <dsp:spPr>
        <a:xfrm>
          <a:off x="5102992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à Integração das Secretarias, Banco de Dados Integrado (BDI) e Geoprocessamento</a:t>
          </a:r>
        </a:p>
      </dsp:txBody>
      <dsp:txXfrm>
        <a:off x="5102992" y="2748748"/>
        <a:ext cx="1320176" cy="660088"/>
      </dsp:txXfrm>
    </dsp:sp>
    <dsp:sp modelId="{B63548F3-67B9-471D-B536-52A20A1C6AD7}">
      <dsp:nvSpPr>
        <dsp:cNvPr id="0" name=""/>
        <dsp:cNvSpPr/>
      </dsp:nvSpPr>
      <dsp:spPr>
        <a:xfrm>
          <a:off x="5102992" y="3676740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Inovação Tecnológica</a:t>
          </a:r>
        </a:p>
      </dsp:txBody>
      <dsp:txXfrm>
        <a:off x="5102992" y="3676740"/>
        <a:ext cx="1320176" cy="660088"/>
      </dsp:txXfrm>
    </dsp:sp>
    <dsp:sp modelId="{D0031397-1155-4F09-A31D-40BFFBAC8519}">
      <dsp:nvSpPr>
        <dsp:cNvPr id="0" name=""/>
        <dsp:cNvSpPr/>
      </dsp:nvSpPr>
      <dsp:spPr>
        <a:xfrm>
          <a:off x="6370362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Desenvolvimento Econômico Sustentável</a:t>
          </a:r>
        </a:p>
      </dsp:txBody>
      <dsp:txXfrm>
        <a:off x="6370362" y="1876758"/>
        <a:ext cx="1320176" cy="660088"/>
      </dsp:txXfrm>
    </dsp:sp>
    <dsp:sp modelId="{46D94D2C-3C2A-4644-B96C-327B2FBE461A}">
      <dsp:nvSpPr>
        <dsp:cNvPr id="0" name=""/>
        <dsp:cNvSpPr/>
      </dsp:nvSpPr>
      <dsp:spPr>
        <a:xfrm>
          <a:off x="6700406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da Casa do Empreendedor</a:t>
          </a:r>
        </a:p>
      </dsp:txBody>
      <dsp:txXfrm>
        <a:off x="6700406" y="2748748"/>
        <a:ext cx="1320176" cy="660088"/>
      </dsp:txXfrm>
    </dsp:sp>
    <dsp:sp modelId="{DE7C1172-0890-4878-8F86-95E5530C4709}">
      <dsp:nvSpPr>
        <dsp:cNvPr id="0" name=""/>
        <dsp:cNvSpPr/>
      </dsp:nvSpPr>
      <dsp:spPr>
        <a:xfrm>
          <a:off x="6700406" y="3676740"/>
          <a:ext cx="1448550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a Indústria e Parceria com o Sistema “S” Sebrae/Senai/Sesi/Sest/Senat</a:t>
          </a:r>
        </a:p>
      </dsp:txBody>
      <dsp:txXfrm>
        <a:off x="6700406" y="3676740"/>
        <a:ext cx="1448550" cy="660088"/>
      </dsp:txXfrm>
    </dsp:sp>
    <dsp:sp modelId="{5A3AF29F-DB0D-4A51-AA1F-0906720DFCCD}">
      <dsp:nvSpPr>
        <dsp:cNvPr id="0" name=""/>
        <dsp:cNvSpPr/>
      </dsp:nvSpPr>
      <dsp:spPr>
        <a:xfrm>
          <a:off x="6700406" y="4567398"/>
          <a:ext cx="144362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ao Comércio e Parceria com o Sistema “S” Senac/Sebrae/Sest/Senat/Sesc</a:t>
          </a:r>
        </a:p>
      </dsp:txBody>
      <dsp:txXfrm>
        <a:off x="6700406" y="4567398"/>
        <a:ext cx="1443626" cy="660088"/>
      </dsp:txXfrm>
    </dsp:sp>
    <dsp:sp modelId="{9111DDF5-FF5C-452A-9A88-5413DB37F4A5}">
      <dsp:nvSpPr>
        <dsp:cNvPr id="0" name=""/>
        <dsp:cNvSpPr/>
      </dsp:nvSpPr>
      <dsp:spPr>
        <a:xfrm>
          <a:off x="6700406" y="545808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 Estudos, Boletins e Indicadores</a:t>
          </a:r>
        </a:p>
      </dsp:txBody>
      <dsp:txXfrm>
        <a:off x="6700406" y="5458088"/>
        <a:ext cx="1320176" cy="660088"/>
      </dsp:txXfrm>
    </dsp:sp>
    <dsp:sp modelId="{DE3116FC-DC30-4F65-A2BD-093E7D539BBC}">
      <dsp:nvSpPr>
        <dsp:cNvPr id="0" name=""/>
        <dsp:cNvSpPr/>
      </dsp:nvSpPr>
      <dsp:spPr>
        <a:xfrm>
          <a:off x="8096150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Atendimento e Capacitação ao Cidadão</a:t>
          </a:r>
        </a:p>
      </dsp:txBody>
      <dsp:txXfrm>
        <a:off x="8096150" y="1876758"/>
        <a:ext cx="1320176" cy="660088"/>
      </dsp:txXfrm>
    </dsp:sp>
    <dsp:sp modelId="{7D99F785-AB9B-466C-AA2D-345D4086861B}">
      <dsp:nvSpPr>
        <dsp:cNvPr id="0" name=""/>
        <dsp:cNvSpPr/>
      </dsp:nvSpPr>
      <dsp:spPr>
        <a:xfrm>
          <a:off x="8426194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Atendimento Poupatempo</a:t>
          </a:r>
        </a:p>
      </dsp:txBody>
      <dsp:txXfrm>
        <a:off x="8426194" y="2748748"/>
        <a:ext cx="1320176" cy="660088"/>
      </dsp:txXfrm>
    </dsp:sp>
    <dsp:sp modelId="{04FAB530-C901-4615-A1E4-088A4DD4D39A}">
      <dsp:nvSpPr>
        <dsp:cNvPr id="0" name=""/>
        <dsp:cNvSpPr/>
      </dsp:nvSpPr>
      <dsp:spPr>
        <a:xfrm>
          <a:off x="8426194" y="3676740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Coordenação do Procon</a:t>
          </a:r>
        </a:p>
      </dsp:txBody>
      <dsp:txXfrm>
        <a:off x="8426194" y="3676740"/>
        <a:ext cx="1320176" cy="660088"/>
      </dsp:txXfrm>
    </dsp:sp>
    <dsp:sp modelId="{08A73DBB-028D-4CCD-9B76-7EDBFFC490D6}">
      <dsp:nvSpPr>
        <dsp:cNvPr id="0" name=""/>
        <dsp:cNvSpPr/>
      </dsp:nvSpPr>
      <dsp:spPr>
        <a:xfrm>
          <a:off x="8426194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Capacitação, Formação e Aperfeiçoamento</a:t>
          </a:r>
        </a:p>
      </dsp:txBody>
      <dsp:txXfrm>
        <a:off x="8426194" y="4567398"/>
        <a:ext cx="1320176" cy="660088"/>
      </dsp:txXfrm>
    </dsp:sp>
    <dsp:sp modelId="{A8207F55-1877-4AFD-A053-E28682159F0A}">
      <dsp:nvSpPr>
        <dsp:cNvPr id="0" name=""/>
        <dsp:cNvSpPr/>
      </dsp:nvSpPr>
      <dsp:spPr>
        <a:xfrm>
          <a:off x="3619720" y="883431"/>
          <a:ext cx="1738884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ASSESSOR EXECUTIVO</a:t>
          </a:r>
        </a:p>
      </dsp:txBody>
      <dsp:txXfrm>
        <a:off x="3619720" y="883431"/>
        <a:ext cx="1738884" cy="660088"/>
      </dsp:txXfrm>
    </dsp:sp>
    <dsp:sp modelId="{490745F1-7228-4C01-80B4-6B866BF932DF}">
      <dsp:nvSpPr>
        <dsp:cNvPr id="0" name=""/>
        <dsp:cNvSpPr/>
      </dsp:nvSpPr>
      <dsp:spPr>
        <a:xfrm>
          <a:off x="5635842" y="883431"/>
          <a:ext cx="160954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COORDENADORIA</a:t>
          </a:r>
        </a:p>
      </dsp:txBody>
      <dsp:txXfrm>
        <a:off x="5635842" y="883431"/>
        <a:ext cx="1609546" cy="66008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123A6-5D10-4996-845A-3A874CDA02EE}">
      <dsp:nvSpPr>
        <dsp:cNvPr id="0" name=""/>
        <dsp:cNvSpPr/>
      </dsp:nvSpPr>
      <dsp:spPr>
        <a:xfrm>
          <a:off x="5616525" y="427156"/>
          <a:ext cx="91440" cy="8920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92058"/>
              </a:lnTo>
              <a:lnTo>
                <a:pt x="134987" y="8920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67F48-A4A3-48B7-931C-8BCBA0AA96D2}">
      <dsp:nvSpPr>
        <dsp:cNvPr id="0" name=""/>
        <dsp:cNvSpPr/>
      </dsp:nvSpPr>
      <dsp:spPr>
        <a:xfrm>
          <a:off x="5532453" y="427156"/>
          <a:ext cx="91440" cy="892058"/>
        </a:xfrm>
        <a:custGeom>
          <a:avLst/>
          <a:gdLst/>
          <a:ahLst/>
          <a:cxnLst/>
          <a:rect l="0" t="0" r="0" b="0"/>
          <a:pathLst>
            <a:path>
              <a:moveTo>
                <a:pt x="129792" y="0"/>
              </a:moveTo>
              <a:lnTo>
                <a:pt x="129792" y="892058"/>
              </a:lnTo>
              <a:lnTo>
                <a:pt x="45720" y="8920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D0547-AA7B-4695-B7A4-240B3BD78691}">
      <dsp:nvSpPr>
        <dsp:cNvPr id="0" name=""/>
        <dsp:cNvSpPr/>
      </dsp:nvSpPr>
      <dsp:spPr>
        <a:xfrm>
          <a:off x="5662246" y="427156"/>
          <a:ext cx="408827" cy="391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1076"/>
              </a:lnTo>
              <a:lnTo>
                <a:pt x="408827" y="391076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B8CE296-F9DE-4115-A733-0B78A1A1AEDE}">
      <dsp:nvSpPr>
        <dsp:cNvPr id="0" name=""/>
        <dsp:cNvSpPr/>
      </dsp:nvSpPr>
      <dsp:spPr>
        <a:xfrm>
          <a:off x="5204269" y="427156"/>
          <a:ext cx="457976" cy="391076"/>
        </a:xfrm>
        <a:custGeom>
          <a:avLst/>
          <a:gdLst/>
          <a:ahLst/>
          <a:cxnLst/>
          <a:rect l="0" t="0" r="0" b="0"/>
          <a:pathLst>
            <a:path>
              <a:moveTo>
                <a:pt x="457976" y="0"/>
              </a:moveTo>
              <a:lnTo>
                <a:pt x="457976" y="391076"/>
              </a:lnTo>
              <a:lnTo>
                <a:pt x="0" y="391076"/>
              </a:lnTo>
            </a:path>
          </a:pathLst>
        </a:custGeom>
        <a:noFill/>
        <a:ln w="9525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EB2EF46-98B8-4E21-AD3B-078F42B04F6C}">
      <dsp:nvSpPr>
        <dsp:cNvPr id="0" name=""/>
        <dsp:cNvSpPr/>
      </dsp:nvSpPr>
      <dsp:spPr>
        <a:xfrm>
          <a:off x="9063941" y="2332506"/>
          <a:ext cx="210626" cy="428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8398"/>
              </a:lnTo>
              <a:lnTo>
                <a:pt x="210626" y="42839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C573A-E599-46DF-A400-949851F5727C}">
      <dsp:nvSpPr>
        <dsp:cNvPr id="0" name=""/>
        <dsp:cNvSpPr/>
      </dsp:nvSpPr>
      <dsp:spPr>
        <a:xfrm>
          <a:off x="5662246" y="427156"/>
          <a:ext cx="3963365" cy="1348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9181"/>
              </a:lnTo>
              <a:lnTo>
                <a:pt x="3963365" y="1259181"/>
              </a:lnTo>
              <a:lnTo>
                <a:pt x="3963365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03E695-0884-4066-AF96-12FD0F3F4125}">
      <dsp:nvSpPr>
        <dsp:cNvPr id="0" name=""/>
        <dsp:cNvSpPr/>
      </dsp:nvSpPr>
      <dsp:spPr>
        <a:xfrm>
          <a:off x="7780501" y="2218584"/>
          <a:ext cx="160747" cy="10320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2016"/>
              </a:lnTo>
              <a:lnTo>
                <a:pt x="160747" y="10320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C8C7A-C852-4165-9A37-49279597331B}">
      <dsp:nvSpPr>
        <dsp:cNvPr id="0" name=""/>
        <dsp:cNvSpPr/>
      </dsp:nvSpPr>
      <dsp:spPr>
        <a:xfrm>
          <a:off x="7780501" y="2218584"/>
          <a:ext cx="160747" cy="428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8398"/>
              </a:lnTo>
              <a:lnTo>
                <a:pt x="160747" y="42839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3C8FD-88FA-4675-8512-4A08623CC5ED}">
      <dsp:nvSpPr>
        <dsp:cNvPr id="0" name=""/>
        <dsp:cNvSpPr/>
      </dsp:nvSpPr>
      <dsp:spPr>
        <a:xfrm>
          <a:off x="5662246" y="427156"/>
          <a:ext cx="2546916" cy="1348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9181"/>
              </a:lnTo>
              <a:lnTo>
                <a:pt x="2546916" y="1259181"/>
              </a:lnTo>
              <a:lnTo>
                <a:pt x="2546916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C92FA-8750-4B0B-A887-09009CFB9B98}">
      <dsp:nvSpPr>
        <dsp:cNvPr id="0" name=""/>
        <dsp:cNvSpPr/>
      </dsp:nvSpPr>
      <dsp:spPr>
        <a:xfrm>
          <a:off x="6729652" y="2200688"/>
          <a:ext cx="127524" cy="2239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9253"/>
              </a:lnTo>
              <a:lnTo>
                <a:pt x="127524" y="223925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88D7-F623-40B8-86F2-5691B3A77B53}">
      <dsp:nvSpPr>
        <dsp:cNvPr id="0" name=""/>
        <dsp:cNvSpPr/>
      </dsp:nvSpPr>
      <dsp:spPr>
        <a:xfrm>
          <a:off x="6729652" y="2200688"/>
          <a:ext cx="127524" cy="1635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5635"/>
              </a:lnTo>
              <a:lnTo>
                <a:pt x="127524" y="16356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6729652" y="2200688"/>
          <a:ext cx="127524" cy="10320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2016"/>
              </a:lnTo>
              <a:lnTo>
                <a:pt x="127524" y="10320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6729652" y="2200688"/>
          <a:ext cx="127524" cy="428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8398"/>
              </a:lnTo>
              <a:lnTo>
                <a:pt x="127524" y="42839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662246" y="427156"/>
          <a:ext cx="1407472" cy="1348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9181"/>
              </a:lnTo>
              <a:lnTo>
                <a:pt x="1407472" y="1259181"/>
              </a:lnTo>
              <a:lnTo>
                <a:pt x="1407472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CFD3F-452B-4CD2-BB67-D4BE8D30B116}">
      <dsp:nvSpPr>
        <dsp:cNvPr id="0" name=""/>
        <dsp:cNvSpPr/>
      </dsp:nvSpPr>
      <dsp:spPr>
        <a:xfrm>
          <a:off x="5560154" y="2200688"/>
          <a:ext cx="127524" cy="2315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5219"/>
              </a:lnTo>
              <a:lnTo>
                <a:pt x="127524" y="23152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43813-DEAC-47A0-8273-767F07D7A437}">
      <dsp:nvSpPr>
        <dsp:cNvPr id="0" name=""/>
        <dsp:cNvSpPr/>
      </dsp:nvSpPr>
      <dsp:spPr>
        <a:xfrm>
          <a:off x="5560154" y="2200688"/>
          <a:ext cx="127524" cy="17116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1601"/>
              </a:lnTo>
              <a:lnTo>
                <a:pt x="127524" y="17116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5560154" y="2200688"/>
          <a:ext cx="127524" cy="1107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7983"/>
              </a:lnTo>
              <a:lnTo>
                <a:pt x="127524" y="11079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5560154" y="2200688"/>
          <a:ext cx="127524" cy="466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382"/>
              </a:lnTo>
              <a:lnTo>
                <a:pt x="127524" y="466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662246" y="427156"/>
          <a:ext cx="237975" cy="1348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9181"/>
              </a:lnTo>
              <a:lnTo>
                <a:pt x="237975" y="1259181"/>
              </a:lnTo>
              <a:lnTo>
                <a:pt x="237975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4424523" y="2200688"/>
          <a:ext cx="145346" cy="1733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3661"/>
              </a:lnTo>
              <a:lnTo>
                <a:pt x="145346" y="1733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DE9EDD-3281-48CD-84C7-0EF8F5D5E38E}">
      <dsp:nvSpPr>
        <dsp:cNvPr id="0" name=""/>
        <dsp:cNvSpPr/>
      </dsp:nvSpPr>
      <dsp:spPr>
        <a:xfrm>
          <a:off x="4424523" y="2200688"/>
          <a:ext cx="145346" cy="1103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3231"/>
              </a:lnTo>
              <a:lnTo>
                <a:pt x="145346" y="11032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4424523" y="2200688"/>
          <a:ext cx="145346" cy="464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005"/>
              </a:lnTo>
              <a:lnTo>
                <a:pt x="145346" y="4640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4812114" y="427156"/>
          <a:ext cx="850131" cy="1348448"/>
        </a:xfrm>
        <a:custGeom>
          <a:avLst/>
          <a:gdLst/>
          <a:ahLst/>
          <a:cxnLst/>
          <a:rect l="0" t="0" r="0" b="0"/>
          <a:pathLst>
            <a:path>
              <a:moveTo>
                <a:pt x="850131" y="0"/>
              </a:moveTo>
              <a:lnTo>
                <a:pt x="850131" y="1259181"/>
              </a:lnTo>
              <a:lnTo>
                <a:pt x="0" y="1259181"/>
              </a:lnTo>
              <a:lnTo>
                <a:pt x="0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F8C98-B2B2-4102-A99E-B5CF67691CF2}">
      <dsp:nvSpPr>
        <dsp:cNvPr id="0" name=""/>
        <dsp:cNvSpPr/>
      </dsp:nvSpPr>
      <dsp:spPr>
        <a:xfrm>
          <a:off x="3246324" y="2254933"/>
          <a:ext cx="143327" cy="11298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9892"/>
              </a:lnTo>
              <a:lnTo>
                <a:pt x="143327" y="11298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4FFDB-CB36-4419-8799-1117B4C45D05}">
      <dsp:nvSpPr>
        <dsp:cNvPr id="0" name=""/>
        <dsp:cNvSpPr/>
      </dsp:nvSpPr>
      <dsp:spPr>
        <a:xfrm>
          <a:off x="3246324" y="2254933"/>
          <a:ext cx="143327" cy="477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336"/>
              </a:lnTo>
              <a:lnTo>
                <a:pt x="143327" y="477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3628532" y="427156"/>
          <a:ext cx="2033713" cy="1348448"/>
        </a:xfrm>
        <a:custGeom>
          <a:avLst/>
          <a:gdLst/>
          <a:ahLst/>
          <a:cxnLst/>
          <a:rect l="0" t="0" r="0" b="0"/>
          <a:pathLst>
            <a:path>
              <a:moveTo>
                <a:pt x="2033713" y="0"/>
              </a:moveTo>
              <a:lnTo>
                <a:pt x="2033713" y="1259181"/>
              </a:lnTo>
              <a:lnTo>
                <a:pt x="0" y="1259181"/>
              </a:lnTo>
              <a:lnTo>
                <a:pt x="0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380D7-3366-4556-8086-AEF6EFEA4D19}">
      <dsp:nvSpPr>
        <dsp:cNvPr id="0" name=""/>
        <dsp:cNvSpPr/>
      </dsp:nvSpPr>
      <dsp:spPr>
        <a:xfrm>
          <a:off x="2120167" y="2254933"/>
          <a:ext cx="142011" cy="360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03153"/>
              </a:lnTo>
              <a:lnTo>
                <a:pt x="142011" y="360315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AF7652-E118-4855-ACC9-452536A42045}">
      <dsp:nvSpPr>
        <dsp:cNvPr id="0" name=""/>
        <dsp:cNvSpPr/>
      </dsp:nvSpPr>
      <dsp:spPr>
        <a:xfrm>
          <a:off x="2120167" y="2254933"/>
          <a:ext cx="142011" cy="2953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3220"/>
              </a:lnTo>
              <a:lnTo>
                <a:pt x="142011" y="2953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F238D-CEF7-4D57-9B28-4A590B241548}">
      <dsp:nvSpPr>
        <dsp:cNvPr id="0" name=""/>
        <dsp:cNvSpPr/>
      </dsp:nvSpPr>
      <dsp:spPr>
        <a:xfrm>
          <a:off x="2120167" y="2254933"/>
          <a:ext cx="142011" cy="22888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8800"/>
              </a:lnTo>
              <a:lnTo>
                <a:pt x="142011" y="22888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572D84-A55D-4676-A281-7F8F10B3CE56}">
      <dsp:nvSpPr>
        <dsp:cNvPr id="0" name=""/>
        <dsp:cNvSpPr/>
      </dsp:nvSpPr>
      <dsp:spPr>
        <a:xfrm>
          <a:off x="2120167" y="2254933"/>
          <a:ext cx="142011" cy="1648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8595"/>
              </a:lnTo>
              <a:lnTo>
                <a:pt x="142011" y="1648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27A811-6102-4CDF-8B5D-9F4135CED59B}">
      <dsp:nvSpPr>
        <dsp:cNvPr id="0" name=""/>
        <dsp:cNvSpPr/>
      </dsp:nvSpPr>
      <dsp:spPr>
        <a:xfrm>
          <a:off x="2120167" y="2254933"/>
          <a:ext cx="142011" cy="10371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7143"/>
              </a:lnTo>
              <a:lnTo>
                <a:pt x="142011" y="10371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2120167" y="2254933"/>
          <a:ext cx="142011" cy="464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511"/>
              </a:lnTo>
              <a:lnTo>
                <a:pt x="142011" y="4645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2498865" y="427156"/>
          <a:ext cx="3163380" cy="1348448"/>
        </a:xfrm>
        <a:custGeom>
          <a:avLst/>
          <a:gdLst/>
          <a:ahLst/>
          <a:cxnLst/>
          <a:rect l="0" t="0" r="0" b="0"/>
          <a:pathLst>
            <a:path>
              <a:moveTo>
                <a:pt x="3163380" y="0"/>
              </a:moveTo>
              <a:lnTo>
                <a:pt x="3163380" y="1259181"/>
              </a:lnTo>
              <a:lnTo>
                <a:pt x="0" y="1259181"/>
              </a:lnTo>
              <a:lnTo>
                <a:pt x="0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76DD1A-4A84-4F46-BEE9-C122FEF45A43}">
      <dsp:nvSpPr>
        <dsp:cNvPr id="0" name=""/>
        <dsp:cNvSpPr/>
      </dsp:nvSpPr>
      <dsp:spPr>
        <a:xfrm>
          <a:off x="1081808" y="2200688"/>
          <a:ext cx="127524" cy="3240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0119"/>
              </a:lnTo>
              <a:lnTo>
                <a:pt x="127524" y="3240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F574B-0A1D-48D9-B2DD-E8F1DE5D7BAD}">
      <dsp:nvSpPr>
        <dsp:cNvPr id="0" name=""/>
        <dsp:cNvSpPr/>
      </dsp:nvSpPr>
      <dsp:spPr>
        <a:xfrm>
          <a:off x="1081808" y="2200688"/>
          <a:ext cx="127524" cy="2520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0745"/>
              </a:lnTo>
              <a:lnTo>
                <a:pt x="127524" y="25207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4416C-17C7-42A9-A3AD-79D1C5E9A791}">
      <dsp:nvSpPr>
        <dsp:cNvPr id="0" name=""/>
        <dsp:cNvSpPr/>
      </dsp:nvSpPr>
      <dsp:spPr>
        <a:xfrm>
          <a:off x="1081808" y="2200688"/>
          <a:ext cx="127524" cy="1911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1628"/>
              </a:lnTo>
              <a:lnTo>
                <a:pt x="127524" y="19116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460A8-47B4-456E-A06E-8135E31B3DB5}">
      <dsp:nvSpPr>
        <dsp:cNvPr id="0" name=""/>
        <dsp:cNvSpPr/>
      </dsp:nvSpPr>
      <dsp:spPr>
        <a:xfrm>
          <a:off x="1081808" y="2200688"/>
          <a:ext cx="127524" cy="1378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8157"/>
              </a:lnTo>
              <a:lnTo>
                <a:pt x="127524" y="13781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D3D70-48A7-46A0-B2CB-8E23DC5A9EE6}">
      <dsp:nvSpPr>
        <dsp:cNvPr id="0" name=""/>
        <dsp:cNvSpPr/>
      </dsp:nvSpPr>
      <dsp:spPr>
        <a:xfrm>
          <a:off x="1081808" y="2200688"/>
          <a:ext cx="127524" cy="8543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4395"/>
              </a:lnTo>
              <a:lnTo>
                <a:pt x="127524" y="8543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CBD37-BE0C-483B-AC0E-521CDA8DDACF}">
      <dsp:nvSpPr>
        <dsp:cNvPr id="0" name=""/>
        <dsp:cNvSpPr/>
      </dsp:nvSpPr>
      <dsp:spPr>
        <a:xfrm>
          <a:off x="1081808" y="2200688"/>
          <a:ext cx="127524" cy="329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881"/>
              </a:lnTo>
              <a:lnTo>
                <a:pt x="127524" y="329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1421874" y="427156"/>
          <a:ext cx="4240371" cy="1348448"/>
        </a:xfrm>
        <a:custGeom>
          <a:avLst/>
          <a:gdLst/>
          <a:ahLst/>
          <a:cxnLst/>
          <a:rect l="0" t="0" r="0" b="0"/>
          <a:pathLst>
            <a:path>
              <a:moveTo>
                <a:pt x="4240371" y="0"/>
              </a:moveTo>
              <a:lnTo>
                <a:pt x="4240371" y="1259181"/>
              </a:lnTo>
              <a:lnTo>
                <a:pt x="0" y="1259181"/>
              </a:lnTo>
              <a:lnTo>
                <a:pt x="0" y="1348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4316449" y="2073"/>
          <a:ext cx="2691592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SECRETARIA MUNICIPAL DE SAÚDE</a:t>
          </a:r>
        </a:p>
      </dsp:txBody>
      <dsp:txXfrm>
        <a:off x="4316449" y="2073"/>
        <a:ext cx="2691592" cy="425083"/>
      </dsp:txXfrm>
    </dsp:sp>
    <dsp:sp modelId="{04D68F24-9FEF-4209-8A23-6EDB3C17FB93}">
      <dsp:nvSpPr>
        <dsp:cNvPr id="0" name=""/>
        <dsp:cNvSpPr/>
      </dsp:nvSpPr>
      <dsp:spPr>
        <a:xfrm>
          <a:off x="996791" y="1775605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Administrativa</a:t>
          </a:r>
        </a:p>
      </dsp:txBody>
      <dsp:txXfrm>
        <a:off x="996791" y="1775605"/>
        <a:ext cx="850166" cy="425083"/>
      </dsp:txXfrm>
    </dsp:sp>
    <dsp:sp modelId="{5701B72A-98C3-43CA-9882-2BCEEC40F442}">
      <dsp:nvSpPr>
        <dsp:cNvPr id="0" name=""/>
        <dsp:cNvSpPr/>
      </dsp:nvSpPr>
      <dsp:spPr>
        <a:xfrm>
          <a:off x="1209332" y="2318028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Apoio Administrativo</a:t>
          </a:r>
        </a:p>
      </dsp:txBody>
      <dsp:txXfrm>
        <a:off x="1209332" y="2318028"/>
        <a:ext cx="850166" cy="425083"/>
      </dsp:txXfrm>
    </dsp:sp>
    <dsp:sp modelId="{3AC5CE0A-D1C5-4051-B635-95FF2D91BAFC}">
      <dsp:nvSpPr>
        <dsp:cNvPr id="0" name=""/>
        <dsp:cNvSpPr/>
      </dsp:nvSpPr>
      <dsp:spPr>
        <a:xfrm>
          <a:off x="1209332" y="2842542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Frotas e Remoção de Pacientes</a:t>
          </a:r>
        </a:p>
      </dsp:txBody>
      <dsp:txXfrm>
        <a:off x="1209332" y="2842542"/>
        <a:ext cx="850166" cy="425083"/>
      </dsp:txXfrm>
    </dsp:sp>
    <dsp:sp modelId="{296388E1-EA6E-4E90-BD0F-28B7C1D1585B}">
      <dsp:nvSpPr>
        <dsp:cNvPr id="0" name=""/>
        <dsp:cNvSpPr/>
      </dsp:nvSpPr>
      <dsp:spPr>
        <a:xfrm>
          <a:off x="1209332" y="3366304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Apoio a Licitação</a:t>
          </a:r>
        </a:p>
      </dsp:txBody>
      <dsp:txXfrm>
        <a:off x="1209332" y="3366304"/>
        <a:ext cx="850166" cy="425083"/>
      </dsp:txXfrm>
    </dsp:sp>
    <dsp:sp modelId="{5B0AED84-CF00-430B-B965-B2C9EE2A2840}">
      <dsp:nvSpPr>
        <dsp:cNvPr id="0" name=""/>
        <dsp:cNvSpPr/>
      </dsp:nvSpPr>
      <dsp:spPr>
        <a:xfrm>
          <a:off x="1209332" y="3899775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Apoio à Informatização</a:t>
          </a:r>
        </a:p>
      </dsp:txBody>
      <dsp:txXfrm>
        <a:off x="1209332" y="3899775"/>
        <a:ext cx="850166" cy="425083"/>
      </dsp:txXfrm>
    </dsp:sp>
    <dsp:sp modelId="{3B6F644C-485D-4B70-9EBE-5F458289EAEA}">
      <dsp:nvSpPr>
        <dsp:cNvPr id="0" name=""/>
        <dsp:cNvSpPr/>
      </dsp:nvSpPr>
      <dsp:spPr>
        <a:xfrm>
          <a:off x="1209332" y="4470245"/>
          <a:ext cx="850166" cy="50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Manutenção de Prédios e Suprimentos</a:t>
          </a:r>
        </a:p>
      </dsp:txBody>
      <dsp:txXfrm>
        <a:off x="1209332" y="4470245"/>
        <a:ext cx="850166" cy="502376"/>
      </dsp:txXfrm>
    </dsp:sp>
    <dsp:sp modelId="{F9D2F3C6-EB9A-4C22-9621-BB59A782B793}">
      <dsp:nvSpPr>
        <dsp:cNvPr id="0" name=""/>
        <dsp:cNvSpPr/>
      </dsp:nvSpPr>
      <dsp:spPr>
        <a:xfrm>
          <a:off x="1209332" y="5090518"/>
          <a:ext cx="851118" cy="7005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Apoio a Elaboração de Documentos Técnicos para Processos Licitatórios</a:t>
          </a:r>
        </a:p>
      </dsp:txBody>
      <dsp:txXfrm>
        <a:off x="1209332" y="5090518"/>
        <a:ext cx="851118" cy="700579"/>
      </dsp:txXfrm>
    </dsp:sp>
    <dsp:sp modelId="{DF37597B-EA07-4D1A-B4DB-2C245CC0833D}">
      <dsp:nvSpPr>
        <dsp:cNvPr id="0" name=""/>
        <dsp:cNvSpPr/>
      </dsp:nvSpPr>
      <dsp:spPr>
        <a:xfrm>
          <a:off x="2025492" y="1775605"/>
          <a:ext cx="946745" cy="479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Planejamento, Avaliação e Desenvolvimento</a:t>
          </a:r>
        </a:p>
      </dsp:txBody>
      <dsp:txXfrm>
        <a:off x="2025492" y="1775605"/>
        <a:ext cx="946745" cy="479328"/>
      </dsp:txXfrm>
    </dsp:sp>
    <dsp:sp modelId="{316773ED-A518-4CAF-9276-BE0FE7439E79}">
      <dsp:nvSpPr>
        <dsp:cNvPr id="0" name=""/>
        <dsp:cNvSpPr/>
      </dsp:nvSpPr>
      <dsp:spPr>
        <a:xfrm>
          <a:off x="2262178" y="2470790"/>
          <a:ext cx="850166" cy="4973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Fiscalização de Contratos e Convênios</a:t>
          </a:r>
        </a:p>
      </dsp:txBody>
      <dsp:txXfrm>
        <a:off x="2262178" y="2470790"/>
        <a:ext cx="850166" cy="497309"/>
      </dsp:txXfrm>
    </dsp:sp>
    <dsp:sp modelId="{3E745A87-0A75-4241-A07E-3FCE1323079B}">
      <dsp:nvSpPr>
        <dsp:cNvPr id="0" name=""/>
        <dsp:cNvSpPr/>
      </dsp:nvSpPr>
      <dsp:spPr>
        <a:xfrm>
          <a:off x="2262178" y="3079534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Regulação dos Serviços</a:t>
          </a:r>
          <a:endParaRPr lang="pt-BR" sz="900" kern="1200" dirty="0"/>
        </a:p>
      </dsp:txBody>
      <dsp:txXfrm>
        <a:off x="2262178" y="3079534"/>
        <a:ext cx="850166" cy="425083"/>
      </dsp:txXfrm>
    </dsp:sp>
    <dsp:sp modelId="{94F90BA9-ECFB-49A7-B569-78E06281A027}">
      <dsp:nvSpPr>
        <dsp:cNvPr id="0" name=""/>
        <dsp:cNvSpPr/>
      </dsp:nvSpPr>
      <dsp:spPr>
        <a:xfrm>
          <a:off x="2262178" y="3654400"/>
          <a:ext cx="949108" cy="498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Núcleo de Informação, Processamento de Dados e Faturamento</a:t>
          </a:r>
        </a:p>
      </dsp:txBody>
      <dsp:txXfrm>
        <a:off x="2262178" y="3654400"/>
        <a:ext cx="949108" cy="498256"/>
      </dsp:txXfrm>
    </dsp:sp>
    <dsp:sp modelId="{5DB3D4AA-09BF-4D9E-AAC4-C4A221E771D8}">
      <dsp:nvSpPr>
        <dsp:cNvPr id="0" name=""/>
        <dsp:cNvSpPr/>
      </dsp:nvSpPr>
      <dsp:spPr>
        <a:xfrm>
          <a:off x="2262178" y="4331192"/>
          <a:ext cx="965125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Ação Judicial</a:t>
          </a:r>
        </a:p>
      </dsp:txBody>
      <dsp:txXfrm>
        <a:off x="2262178" y="4331192"/>
        <a:ext cx="965125" cy="425083"/>
      </dsp:txXfrm>
    </dsp:sp>
    <dsp:sp modelId="{D350832A-6911-4506-A561-F967D033700E}">
      <dsp:nvSpPr>
        <dsp:cNvPr id="0" name=""/>
        <dsp:cNvSpPr/>
      </dsp:nvSpPr>
      <dsp:spPr>
        <a:xfrm>
          <a:off x="2262178" y="4896467"/>
          <a:ext cx="960943" cy="6233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Gestão de Contratos e Convênios</a:t>
          </a:r>
        </a:p>
      </dsp:txBody>
      <dsp:txXfrm>
        <a:off x="2262178" y="4896467"/>
        <a:ext cx="960943" cy="623371"/>
      </dsp:txXfrm>
    </dsp:sp>
    <dsp:sp modelId="{00208CD5-80BA-49A0-A9D8-7682CB1D0231}">
      <dsp:nvSpPr>
        <dsp:cNvPr id="0" name=""/>
        <dsp:cNvSpPr/>
      </dsp:nvSpPr>
      <dsp:spPr>
        <a:xfrm>
          <a:off x="2262178" y="5631279"/>
          <a:ext cx="945427" cy="4536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</a:t>
          </a:r>
          <a:r>
            <a:rPr lang="pt-BR" sz="800" kern="1200"/>
            <a:t>de Auditoria</a:t>
          </a:r>
          <a:endParaRPr lang="pt-BR" sz="800" kern="1200" dirty="0"/>
        </a:p>
      </dsp:txBody>
      <dsp:txXfrm>
        <a:off x="2262178" y="5631279"/>
        <a:ext cx="945427" cy="453614"/>
      </dsp:txXfrm>
    </dsp:sp>
    <dsp:sp modelId="{145EEDCF-16FE-43DF-9591-B15FA8713D0E}">
      <dsp:nvSpPr>
        <dsp:cNvPr id="0" name=""/>
        <dsp:cNvSpPr/>
      </dsp:nvSpPr>
      <dsp:spPr>
        <a:xfrm>
          <a:off x="3150772" y="1775605"/>
          <a:ext cx="955518" cy="479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Educação Permanente e Humanização</a:t>
          </a:r>
        </a:p>
      </dsp:txBody>
      <dsp:txXfrm>
        <a:off x="3150772" y="1775605"/>
        <a:ext cx="955518" cy="479328"/>
      </dsp:txXfrm>
    </dsp:sp>
    <dsp:sp modelId="{C27F17B6-C1E2-4B95-9EA1-506B466147E9}">
      <dsp:nvSpPr>
        <dsp:cNvPr id="0" name=""/>
        <dsp:cNvSpPr/>
      </dsp:nvSpPr>
      <dsp:spPr>
        <a:xfrm>
          <a:off x="3389652" y="2470790"/>
          <a:ext cx="1001682" cy="5229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Parcerias com Instituições de Ensino, Estágios e Residência Médica</a:t>
          </a:r>
        </a:p>
      </dsp:txBody>
      <dsp:txXfrm>
        <a:off x="3389652" y="2470790"/>
        <a:ext cx="1001682" cy="522958"/>
      </dsp:txXfrm>
    </dsp:sp>
    <dsp:sp modelId="{CBAD961B-C075-4AEC-97DB-0DBA4AE7CDC9}">
      <dsp:nvSpPr>
        <dsp:cNvPr id="0" name=""/>
        <dsp:cNvSpPr/>
      </dsp:nvSpPr>
      <dsp:spPr>
        <a:xfrm>
          <a:off x="3389652" y="3172283"/>
          <a:ext cx="925159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Ouvidoria SUS</a:t>
          </a:r>
        </a:p>
      </dsp:txBody>
      <dsp:txXfrm>
        <a:off x="3389652" y="3172283"/>
        <a:ext cx="925159" cy="425083"/>
      </dsp:txXfrm>
    </dsp:sp>
    <dsp:sp modelId="{3CD85A99-C301-405C-AE39-087826A9739B}">
      <dsp:nvSpPr>
        <dsp:cNvPr id="0" name=""/>
        <dsp:cNvSpPr/>
      </dsp:nvSpPr>
      <dsp:spPr>
        <a:xfrm>
          <a:off x="4327626" y="1775605"/>
          <a:ext cx="968977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Vigilância em Saúde</a:t>
          </a:r>
        </a:p>
      </dsp:txBody>
      <dsp:txXfrm>
        <a:off x="4327626" y="1775605"/>
        <a:ext cx="968977" cy="425083"/>
      </dsp:txXfrm>
    </dsp:sp>
    <dsp:sp modelId="{BCACADFF-A8BC-47F6-A206-ED3E49DDCBCD}">
      <dsp:nvSpPr>
        <dsp:cNvPr id="0" name=""/>
        <dsp:cNvSpPr/>
      </dsp:nvSpPr>
      <dsp:spPr>
        <a:xfrm>
          <a:off x="4569870" y="2416545"/>
          <a:ext cx="886085" cy="496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Vigilância Epidemiológica</a:t>
          </a:r>
        </a:p>
      </dsp:txBody>
      <dsp:txXfrm>
        <a:off x="4569870" y="2416545"/>
        <a:ext cx="886085" cy="496297"/>
      </dsp:txXfrm>
    </dsp:sp>
    <dsp:sp modelId="{F15BD0CE-0F2E-4938-BDF1-B26D04DA1E9D}">
      <dsp:nvSpPr>
        <dsp:cNvPr id="0" name=""/>
        <dsp:cNvSpPr/>
      </dsp:nvSpPr>
      <dsp:spPr>
        <a:xfrm>
          <a:off x="4569870" y="3091377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Vigilância Sanitária</a:t>
          </a:r>
        </a:p>
      </dsp:txBody>
      <dsp:txXfrm>
        <a:off x="4569870" y="3091377"/>
        <a:ext cx="850166" cy="425083"/>
      </dsp:txXfrm>
    </dsp:sp>
    <dsp:sp modelId="{C499D009-D150-45C6-B3CC-C362209D133F}">
      <dsp:nvSpPr>
        <dsp:cNvPr id="0" name=""/>
        <dsp:cNvSpPr/>
      </dsp:nvSpPr>
      <dsp:spPr>
        <a:xfrm>
          <a:off x="4569870" y="3694995"/>
          <a:ext cx="850166" cy="4787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Controle de Endemias e Animais </a:t>
          </a:r>
          <a:r>
            <a:rPr lang="pt-BR" sz="800" kern="1200" dirty="0" err="1"/>
            <a:t>Pençonhentos</a:t>
          </a:r>
          <a:endParaRPr lang="pt-BR" sz="800" kern="1200" dirty="0"/>
        </a:p>
      </dsp:txBody>
      <dsp:txXfrm>
        <a:off x="4569870" y="3694995"/>
        <a:ext cx="850166" cy="478707"/>
      </dsp:txXfrm>
    </dsp:sp>
    <dsp:sp modelId="{DDD729F6-4CE6-4BBD-A2F3-807ABD78F710}">
      <dsp:nvSpPr>
        <dsp:cNvPr id="0" name=""/>
        <dsp:cNvSpPr/>
      </dsp:nvSpPr>
      <dsp:spPr>
        <a:xfrm>
          <a:off x="5475138" y="1775605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Média e Alta Complexidade</a:t>
          </a:r>
        </a:p>
      </dsp:txBody>
      <dsp:txXfrm>
        <a:off x="5475138" y="1775605"/>
        <a:ext cx="850166" cy="425083"/>
      </dsp:txXfrm>
    </dsp:sp>
    <dsp:sp modelId="{19CBCE9C-9352-4252-B303-D79EE2BDF793}">
      <dsp:nvSpPr>
        <dsp:cNvPr id="0" name=""/>
        <dsp:cNvSpPr/>
      </dsp:nvSpPr>
      <dsp:spPr>
        <a:xfrm>
          <a:off x="5687679" y="2416545"/>
          <a:ext cx="990962" cy="5010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Ambulatório de Referência de Especialidades - ARE</a:t>
          </a:r>
        </a:p>
      </dsp:txBody>
      <dsp:txXfrm>
        <a:off x="5687679" y="2416545"/>
        <a:ext cx="990962" cy="501049"/>
      </dsp:txXfrm>
    </dsp:sp>
    <dsp:sp modelId="{B63548F3-67B9-471D-B536-52A20A1C6AD7}">
      <dsp:nvSpPr>
        <dsp:cNvPr id="0" name=""/>
        <dsp:cNvSpPr/>
      </dsp:nvSpPr>
      <dsp:spPr>
        <a:xfrm>
          <a:off x="5687679" y="3096130"/>
          <a:ext cx="945469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Diagnóstico Complementar</a:t>
          </a:r>
        </a:p>
      </dsp:txBody>
      <dsp:txXfrm>
        <a:off x="5687679" y="3096130"/>
        <a:ext cx="945469" cy="425083"/>
      </dsp:txXfrm>
    </dsp:sp>
    <dsp:sp modelId="{01B49847-E5FF-4C0E-B02C-377744D870F5}">
      <dsp:nvSpPr>
        <dsp:cNvPr id="0" name=""/>
        <dsp:cNvSpPr/>
      </dsp:nvSpPr>
      <dsp:spPr>
        <a:xfrm>
          <a:off x="5687679" y="3699748"/>
          <a:ext cx="964097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Saúde Mental</a:t>
          </a:r>
        </a:p>
      </dsp:txBody>
      <dsp:txXfrm>
        <a:off x="5687679" y="3699748"/>
        <a:ext cx="964097" cy="425083"/>
      </dsp:txXfrm>
    </dsp:sp>
    <dsp:sp modelId="{2FA9BEC6-65D9-4F36-8887-B337FB1C33E4}">
      <dsp:nvSpPr>
        <dsp:cNvPr id="0" name=""/>
        <dsp:cNvSpPr/>
      </dsp:nvSpPr>
      <dsp:spPr>
        <a:xfrm>
          <a:off x="5687679" y="4303366"/>
          <a:ext cx="964097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Reabilitação (EMAD/EMAP) Fisioterapia</a:t>
          </a:r>
        </a:p>
      </dsp:txBody>
      <dsp:txXfrm>
        <a:off x="5687679" y="4303366"/>
        <a:ext cx="964097" cy="425083"/>
      </dsp:txXfrm>
    </dsp:sp>
    <dsp:sp modelId="{D0031397-1155-4F09-A31D-40BFFBAC8519}">
      <dsp:nvSpPr>
        <dsp:cNvPr id="0" name=""/>
        <dsp:cNvSpPr/>
      </dsp:nvSpPr>
      <dsp:spPr>
        <a:xfrm>
          <a:off x="6644635" y="1775605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Atenção Primária</a:t>
          </a:r>
        </a:p>
      </dsp:txBody>
      <dsp:txXfrm>
        <a:off x="6644635" y="1775605"/>
        <a:ext cx="850166" cy="425083"/>
      </dsp:txXfrm>
    </dsp:sp>
    <dsp:sp modelId="{46D94D2C-3C2A-4644-B96C-327B2FBE461A}">
      <dsp:nvSpPr>
        <dsp:cNvPr id="0" name=""/>
        <dsp:cNvSpPr/>
      </dsp:nvSpPr>
      <dsp:spPr>
        <a:xfrm>
          <a:off x="6857177" y="2416545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Distrito Sanitário I</a:t>
          </a:r>
        </a:p>
      </dsp:txBody>
      <dsp:txXfrm>
        <a:off x="6857177" y="2416545"/>
        <a:ext cx="850166" cy="425083"/>
      </dsp:txXfrm>
    </dsp:sp>
    <dsp:sp modelId="{DE7C1172-0890-4878-8F86-95E5530C4709}">
      <dsp:nvSpPr>
        <dsp:cNvPr id="0" name=""/>
        <dsp:cNvSpPr/>
      </dsp:nvSpPr>
      <dsp:spPr>
        <a:xfrm>
          <a:off x="6857177" y="3020163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Distrito Sanitário II</a:t>
          </a:r>
        </a:p>
      </dsp:txBody>
      <dsp:txXfrm>
        <a:off x="6857177" y="3020163"/>
        <a:ext cx="850166" cy="425083"/>
      </dsp:txXfrm>
    </dsp:sp>
    <dsp:sp modelId="{5A3AF29F-DB0D-4A51-AA1F-0906720DFCCD}">
      <dsp:nvSpPr>
        <dsp:cNvPr id="0" name=""/>
        <dsp:cNvSpPr/>
      </dsp:nvSpPr>
      <dsp:spPr>
        <a:xfrm>
          <a:off x="6857177" y="3623781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Mãe Olimpiense</a:t>
          </a:r>
        </a:p>
      </dsp:txBody>
      <dsp:txXfrm>
        <a:off x="6857177" y="3623781"/>
        <a:ext cx="850166" cy="425083"/>
      </dsp:txXfrm>
    </dsp:sp>
    <dsp:sp modelId="{E3B7A292-D246-431F-A06C-74CCAB318BD8}">
      <dsp:nvSpPr>
        <dsp:cNvPr id="0" name=""/>
        <dsp:cNvSpPr/>
      </dsp:nvSpPr>
      <dsp:spPr>
        <a:xfrm>
          <a:off x="6857177" y="4227399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Saúde Bucal</a:t>
          </a:r>
        </a:p>
      </dsp:txBody>
      <dsp:txXfrm>
        <a:off x="6857177" y="4227399"/>
        <a:ext cx="850166" cy="425083"/>
      </dsp:txXfrm>
    </dsp:sp>
    <dsp:sp modelId="{4BE0561A-8DE6-41F4-9EE5-0D2C1B1F5977}">
      <dsp:nvSpPr>
        <dsp:cNvPr id="0" name=""/>
        <dsp:cNvSpPr/>
      </dsp:nvSpPr>
      <dsp:spPr>
        <a:xfrm>
          <a:off x="7673336" y="1775605"/>
          <a:ext cx="1071651" cy="4429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Assistência Farmacêutica e Insumos Estratégicos</a:t>
          </a:r>
        </a:p>
      </dsp:txBody>
      <dsp:txXfrm>
        <a:off x="7673336" y="1775605"/>
        <a:ext cx="1071651" cy="442979"/>
      </dsp:txXfrm>
    </dsp:sp>
    <dsp:sp modelId="{06E38647-1ECC-42FA-B02E-6C9EE7C2F115}">
      <dsp:nvSpPr>
        <dsp:cNvPr id="0" name=""/>
        <dsp:cNvSpPr/>
      </dsp:nvSpPr>
      <dsp:spPr>
        <a:xfrm>
          <a:off x="7941249" y="2434441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Suporte Administrativo Farmacêutico</a:t>
          </a:r>
        </a:p>
      </dsp:txBody>
      <dsp:txXfrm>
        <a:off x="7941249" y="2434441"/>
        <a:ext cx="850166" cy="425083"/>
      </dsp:txXfrm>
    </dsp:sp>
    <dsp:sp modelId="{CBD3D74D-24A0-499E-B554-47C0407748EA}">
      <dsp:nvSpPr>
        <dsp:cNvPr id="0" name=""/>
        <dsp:cNvSpPr/>
      </dsp:nvSpPr>
      <dsp:spPr>
        <a:xfrm>
          <a:off x="7941249" y="3038059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Apoio à Logística</a:t>
          </a:r>
        </a:p>
      </dsp:txBody>
      <dsp:txXfrm>
        <a:off x="7941249" y="3038059"/>
        <a:ext cx="850166" cy="425083"/>
      </dsp:txXfrm>
    </dsp:sp>
    <dsp:sp modelId="{F9B31A21-ABF6-4080-9BFF-F79CC1E5954A}">
      <dsp:nvSpPr>
        <dsp:cNvPr id="0" name=""/>
        <dsp:cNvSpPr/>
      </dsp:nvSpPr>
      <dsp:spPr>
        <a:xfrm>
          <a:off x="8923523" y="1775605"/>
          <a:ext cx="1404177" cy="5569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Divisão de Unidade de Pronto Atendimento – UPA 24h</a:t>
          </a:r>
        </a:p>
      </dsp:txBody>
      <dsp:txXfrm>
        <a:off x="8923523" y="1775605"/>
        <a:ext cx="1404177" cy="556901"/>
      </dsp:txXfrm>
    </dsp:sp>
    <dsp:sp modelId="{830EF56D-2EE8-4C01-A9A4-B32A0E361494}">
      <dsp:nvSpPr>
        <dsp:cNvPr id="0" name=""/>
        <dsp:cNvSpPr/>
      </dsp:nvSpPr>
      <dsp:spPr>
        <a:xfrm>
          <a:off x="9274567" y="2548363"/>
          <a:ext cx="850166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Setor de Suporte Administrativo UPA/SAMU</a:t>
          </a:r>
        </a:p>
      </dsp:txBody>
      <dsp:txXfrm>
        <a:off x="9274567" y="2548363"/>
        <a:ext cx="850166" cy="425083"/>
      </dsp:txXfrm>
    </dsp:sp>
    <dsp:sp modelId="{A8207F55-1877-4AFD-A053-E28682159F0A}">
      <dsp:nvSpPr>
        <dsp:cNvPr id="0" name=""/>
        <dsp:cNvSpPr/>
      </dsp:nvSpPr>
      <dsp:spPr>
        <a:xfrm>
          <a:off x="3792772" y="605691"/>
          <a:ext cx="1411497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FUNDO MUNICIPAL DE SAÚDE</a:t>
          </a:r>
        </a:p>
      </dsp:txBody>
      <dsp:txXfrm>
        <a:off x="3792772" y="605691"/>
        <a:ext cx="1411497" cy="425083"/>
      </dsp:txXfrm>
    </dsp:sp>
    <dsp:sp modelId="{490745F1-7228-4C01-80B4-6B866BF932DF}">
      <dsp:nvSpPr>
        <dsp:cNvPr id="0" name=""/>
        <dsp:cNvSpPr/>
      </dsp:nvSpPr>
      <dsp:spPr>
        <a:xfrm>
          <a:off x="6071073" y="605691"/>
          <a:ext cx="1320265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CONSELHO MUNICIPAL DE SAÚDE</a:t>
          </a:r>
        </a:p>
      </dsp:txBody>
      <dsp:txXfrm>
        <a:off x="6071073" y="605691"/>
        <a:ext cx="1320265" cy="425083"/>
      </dsp:txXfrm>
    </dsp:sp>
    <dsp:sp modelId="{B18709FD-C961-458C-87D4-EEF58F63B5A8}">
      <dsp:nvSpPr>
        <dsp:cNvPr id="0" name=""/>
        <dsp:cNvSpPr/>
      </dsp:nvSpPr>
      <dsp:spPr>
        <a:xfrm>
          <a:off x="4376947" y="1106673"/>
          <a:ext cx="1201225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ASSESSOR EXECUTIVO</a:t>
          </a:r>
        </a:p>
      </dsp:txBody>
      <dsp:txXfrm>
        <a:off x="4376947" y="1106673"/>
        <a:ext cx="1201225" cy="425083"/>
      </dsp:txXfrm>
    </dsp:sp>
    <dsp:sp modelId="{CB2F13A1-C6C3-46D8-A3E8-6EC51BB70B57}">
      <dsp:nvSpPr>
        <dsp:cNvPr id="0" name=""/>
        <dsp:cNvSpPr/>
      </dsp:nvSpPr>
      <dsp:spPr>
        <a:xfrm>
          <a:off x="5751513" y="1106673"/>
          <a:ext cx="1149815" cy="4250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COORDENADORIA</a:t>
          </a:r>
        </a:p>
      </dsp:txBody>
      <dsp:txXfrm>
        <a:off x="5751513" y="1106673"/>
        <a:ext cx="1149815" cy="4250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3AAEA-CA09-47BE-9A84-451FB21F36F6}">
      <dsp:nvSpPr>
        <dsp:cNvPr id="0" name=""/>
        <dsp:cNvSpPr/>
      </dsp:nvSpPr>
      <dsp:spPr>
        <a:xfrm>
          <a:off x="5802578" y="503665"/>
          <a:ext cx="151131" cy="1107880"/>
        </a:xfrm>
        <a:custGeom>
          <a:avLst/>
          <a:gdLst/>
          <a:ahLst/>
          <a:cxnLst/>
          <a:rect l="0" t="0" r="0" b="0"/>
          <a:pathLst>
            <a:path>
              <a:moveTo>
                <a:pt x="151131" y="0"/>
              </a:moveTo>
              <a:lnTo>
                <a:pt x="151131" y="1107880"/>
              </a:lnTo>
              <a:lnTo>
                <a:pt x="0" y="11078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D0547-AA7B-4695-B7A4-240B3BD78691}">
      <dsp:nvSpPr>
        <dsp:cNvPr id="0" name=""/>
        <dsp:cNvSpPr/>
      </dsp:nvSpPr>
      <dsp:spPr>
        <a:xfrm>
          <a:off x="5953709" y="503665"/>
          <a:ext cx="105286" cy="433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264"/>
              </a:lnTo>
              <a:lnTo>
                <a:pt x="105286" y="4332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848423" y="503665"/>
          <a:ext cx="105286" cy="433264"/>
        </a:xfrm>
        <a:custGeom>
          <a:avLst/>
          <a:gdLst/>
          <a:ahLst/>
          <a:cxnLst/>
          <a:rect l="0" t="0" r="0" b="0"/>
          <a:pathLst>
            <a:path>
              <a:moveTo>
                <a:pt x="105286" y="0"/>
              </a:moveTo>
              <a:lnTo>
                <a:pt x="105286" y="433264"/>
              </a:lnTo>
              <a:lnTo>
                <a:pt x="0" y="4332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7983405" y="2639479"/>
          <a:ext cx="183418" cy="1330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641"/>
              </a:lnTo>
              <a:lnTo>
                <a:pt x="183418" y="13306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7983405" y="2639479"/>
          <a:ext cx="183418" cy="5002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0296"/>
              </a:lnTo>
              <a:lnTo>
                <a:pt x="183418" y="5002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953709" y="503665"/>
          <a:ext cx="2518811" cy="1634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9162"/>
              </a:lnTo>
              <a:lnTo>
                <a:pt x="2518811" y="1529162"/>
              </a:lnTo>
              <a:lnTo>
                <a:pt x="2518811" y="1634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C69EF-1873-49A6-A0BF-995D21CDF62B}">
      <dsp:nvSpPr>
        <dsp:cNvPr id="0" name=""/>
        <dsp:cNvSpPr/>
      </dsp:nvSpPr>
      <dsp:spPr>
        <a:xfrm>
          <a:off x="6748096" y="2639479"/>
          <a:ext cx="150409" cy="3420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0861"/>
              </a:lnTo>
              <a:lnTo>
                <a:pt x="150409" y="34208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36ED3A-1997-41D3-A566-5450AC0C93C2}">
      <dsp:nvSpPr>
        <dsp:cNvPr id="0" name=""/>
        <dsp:cNvSpPr/>
      </dsp:nvSpPr>
      <dsp:spPr>
        <a:xfrm>
          <a:off x="6748096" y="2639479"/>
          <a:ext cx="150409" cy="2819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9013"/>
              </a:lnTo>
              <a:lnTo>
                <a:pt x="150409" y="28190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CFD3F-452B-4CD2-BB67-D4BE8D30B116}">
      <dsp:nvSpPr>
        <dsp:cNvPr id="0" name=""/>
        <dsp:cNvSpPr/>
      </dsp:nvSpPr>
      <dsp:spPr>
        <a:xfrm>
          <a:off x="6748096" y="2639479"/>
          <a:ext cx="150409" cy="22238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3818"/>
              </a:lnTo>
              <a:lnTo>
                <a:pt x="150409" y="222381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43813-DEAC-47A0-8273-767F07D7A437}">
      <dsp:nvSpPr>
        <dsp:cNvPr id="0" name=""/>
        <dsp:cNvSpPr/>
      </dsp:nvSpPr>
      <dsp:spPr>
        <a:xfrm>
          <a:off x="6748096" y="2639479"/>
          <a:ext cx="150409" cy="1601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1414"/>
              </a:lnTo>
              <a:lnTo>
                <a:pt x="150409" y="16014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6748096" y="2639479"/>
          <a:ext cx="150409" cy="979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9235"/>
              </a:lnTo>
              <a:lnTo>
                <a:pt x="150409" y="9792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6748096" y="2639479"/>
          <a:ext cx="150409" cy="3670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039"/>
              </a:lnTo>
              <a:lnTo>
                <a:pt x="150409" y="3670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953709" y="503665"/>
          <a:ext cx="1195479" cy="1634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9162"/>
              </a:lnTo>
              <a:lnTo>
                <a:pt x="1195479" y="1529162"/>
              </a:lnTo>
              <a:lnTo>
                <a:pt x="1195479" y="1634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52EC62-0322-4D44-87D3-E16671593821}">
      <dsp:nvSpPr>
        <dsp:cNvPr id="0" name=""/>
        <dsp:cNvSpPr/>
      </dsp:nvSpPr>
      <dsp:spPr>
        <a:xfrm>
          <a:off x="5534794" y="2639479"/>
          <a:ext cx="150409" cy="1631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1646"/>
              </a:lnTo>
              <a:lnTo>
                <a:pt x="150409" y="1631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5534794" y="2639479"/>
          <a:ext cx="150409" cy="9895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73"/>
              </a:lnTo>
              <a:lnTo>
                <a:pt x="150409" y="9895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5534794" y="2639479"/>
          <a:ext cx="150409" cy="3670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039"/>
              </a:lnTo>
              <a:lnTo>
                <a:pt x="150409" y="3670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5890166" y="503665"/>
          <a:ext cx="91440" cy="1634448"/>
        </a:xfrm>
        <a:custGeom>
          <a:avLst/>
          <a:gdLst/>
          <a:ahLst/>
          <a:cxnLst/>
          <a:rect l="0" t="0" r="0" b="0"/>
          <a:pathLst>
            <a:path>
              <a:moveTo>
                <a:pt x="63543" y="0"/>
              </a:moveTo>
              <a:lnTo>
                <a:pt x="63543" y="1529162"/>
              </a:lnTo>
              <a:lnTo>
                <a:pt x="45720" y="1529162"/>
              </a:lnTo>
              <a:lnTo>
                <a:pt x="45720" y="1634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A33858-415C-4834-A15D-CE7731A26D55}">
      <dsp:nvSpPr>
        <dsp:cNvPr id="0" name=""/>
        <dsp:cNvSpPr/>
      </dsp:nvSpPr>
      <dsp:spPr>
        <a:xfrm>
          <a:off x="4321491" y="2639479"/>
          <a:ext cx="150409" cy="23460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6040"/>
              </a:lnTo>
              <a:lnTo>
                <a:pt x="150409" y="23460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B6ACD3-6290-41E9-A267-CC85CF2CD2D4}">
      <dsp:nvSpPr>
        <dsp:cNvPr id="0" name=""/>
        <dsp:cNvSpPr/>
      </dsp:nvSpPr>
      <dsp:spPr>
        <a:xfrm>
          <a:off x="4321491" y="2639479"/>
          <a:ext cx="150409" cy="1683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3201"/>
              </a:lnTo>
              <a:lnTo>
                <a:pt x="150409" y="1683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F8C98-B2B2-4102-A99E-B5CF67691CF2}">
      <dsp:nvSpPr>
        <dsp:cNvPr id="0" name=""/>
        <dsp:cNvSpPr/>
      </dsp:nvSpPr>
      <dsp:spPr>
        <a:xfrm>
          <a:off x="4321491" y="2639479"/>
          <a:ext cx="150409" cy="999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911"/>
              </a:lnTo>
              <a:lnTo>
                <a:pt x="150409" y="9999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4FFDB-CB36-4419-8799-1117B4C45D05}">
      <dsp:nvSpPr>
        <dsp:cNvPr id="0" name=""/>
        <dsp:cNvSpPr/>
      </dsp:nvSpPr>
      <dsp:spPr>
        <a:xfrm>
          <a:off x="4321491" y="2639479"/>
          <a:ext cx="150409" cy="3670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039"/>
              </a:lnTo>
              <a:lnTo>
                <a:pt x="150409" y="3670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4722583" y="503665"/>
          <a:ext cx="1231126" cy="1634448"/>
        </a:xfrm>
        <a:custGeom>
          <a:avLst/>
          <a:gdLst/>
          <a:ahLst/>
          <a:cxnLst/>
          <a:rect l="0" t="0" r="0" b="0"/>
          <a:pathLst>
            <a:path>
              <a:moveTo>
                <a:pt x="1231126" y="0"/>
              </a:moveTo>
              <a:lnTo>
                <a:pt x="1231126" y="1529162"/>
              </a:lnTo>
              <a:lnTo>
                <a:pt x="0" y="1529162"/>
              </a:lnTo>
              <a:lnTo>
                <a:pt x="0" y="1634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F238D-CEF7-4D57-9B28-4A590B241548}">
      <dsp:nvSpPr>
        <dsp:cNvPr id="0" name=""/>
        <dsp:cNvSpPr/>
      </dsp:nvSpPr>
      <dsp:spPr>
        <a:xfrm>
          <a:off x="2942218" y="2639479"/>
          <a:ext cx="178071" cy="1042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2056"/>
              </a:lnTo>
              <a:lnTo>
                <a:pt x="178071" y="1042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2942218" y="2639479"/>
          <a:ext cx="178071" cy="3670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039"/>
              </a:lnTo>
              <a:lnTo>
                <a:pt x="178071" y="3670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3417075" y="503665"/>
          <a:ext cx="2536634" cy="1634448"/>
        </a:xfrm>
        <a:custGeom>
          <a:avLst/>
          <a:gdLst/>
          <a:ahLst/>
          <a:cxnLst/>
          <a:rect l="0" t="0" r="0" b="0"/>
          <a:pathLst>
            <a:path>
              <a:moveTo>
                <a:pt x="2536634" y="0"/>
              </a:moveTo>
              <a:lnTo>
                <a:pt x="2536634" y="1529162"/>
              </a:lnTo>
              <a:lnTo>
                <a:pt x="0" y="1529162"/>
              </a:lnTo>
              <a:lnTo>
                <a:pt x="0" y="1634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4366409" y="2300"/>
          <a:ext cx="3174601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SECRETARIA MUNICIPAL DE EDUCAÇÃO</a:t>
          </a:r>
        </a:p>
      </dsp:txBody>
      <dsp:txXfrm>
        <a:off x="4366409" y="2300"/>
        <a:ext cx="3174601" cy="501364"/>
      </dsp:txXfrm>
    </dsp:sp>
    <dsp:sp modelId="{DF37597B-EA07-4D1A-B4DB-2C245CC0833D}">
      <dsp:nvSpPr>
        <dsp:cNvPr id="0" name=""/>
        <dsp:cNvSpPr/>
      </dsp:nvSpPr>
      <dsp:spPr>
        <a:xfrm>
          <a:off x="2823504" y="2138114"/>
          <a:ext cx="1187141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Administrativa, Controle e Execução Orçamentária</a:t>
          </a:r>
        </a:p>
      </dsp:txBody>
      <dsp:txXfrm>
        <a:off x="2823504" y="2138114"/>
        <a:ext cx="1187141" cy="501364"/>
      </dsp:txXfrm>
    </dsp:sp>
    <dsp:sp modelId="{316773ED-A518-4CAF-9276-BE0FE7439E79}">
      <dsp:nvSpPr>
        <dsp:cNvPr id="0" name=""/>
        <dsp:cNvSpPr/>
      </dsp:nvSpPr>
      <dsp:spPr>
        <a:xfrm>
          <a:off x="3120289" y="2755835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Protocolo</a:t>
          </a:r>
        </a:p>
      </dsp:txBody>
      <dsp:txXfrm>
        <a:off x="3120289" y="2755835"/>
        <a:ext cx="1002729" cy="501364"/>
      </dsp:txXfrm>
    </dsp:sp>
    <dsp:sp modelId="{5DB3D4AA-09BF-4D9E-AAC4-C4A221E771D8}">
      <dsp:nvSpPr>
        <dsp:cNvPr id="0" name=""/>
        <dsp:cNvSpPr/>
      </dsp:nvSpPr>
      <dsp:spPr>
        <a:xfrm>
          <a:off x="3120289" y="3388708"/>
          <a:ext cx="1002729" cy="5856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Apoio Administrativo e Monitoramento de Contratos</a:t>
          </a:r>
        </a:p>
      </dsp:txBody>
      <dsp:txXfrm>
        <a:off x="3120289" y="3388708"/>
        <a:ext cx="1002729" cy="585654"/>
      </dsp:txXfrm>
    </dsp:sp>
    <dsp:sp modelId="{145EEDCF-16FE-43DF-9591-B15FA8713D0E}">
      <dsp:nvSpPr>
        <dsp:cNvPr id="0" name=""/>
        <dsp:cNvSpPr/>
      </dsp:nvSpPr>
      <dsp:spPr>
        <a:xfrm>
          <a:off x="4221218" y="2138114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Planejamento</a:t>
          </a:r>
        </a:p>
      </dsp:txBody>
      <dsp:txXfrm>
        <a:off x="4221218" y="2138114"/>
        <a:ext cx="1002729" cy="501364"/>
      </dsp:txXfrm>
    </dsp:sp>
    <dsp:sp modelId="{C27F17B6-C1E2-4B95-9EA1-506B466147E9}">
      <dsp:nvSpPr>
        <dsp:cNvPr id="0" name=""/>
        <dsp:cNvSpPr/>
      </dsp:nvSpPr>
      <dsp:spPr>
        <a:xfrm>
          <a:off x="4471901" y="2755835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Demanda Escolar</a:t>
          </a:r>
        </a:p>
      </dsp:txBody>
      <dsp:txXfrm>
        <a:off x="4471901" y="2755835"/>
        <a:ext cx="1002729" cy="501364"/>
      </dsp:txXfrm>
    </dsp:sp>
    <dsp:sp modelId="{CBAD961B-C075-4AEC-97DB-0DBA4AE7CDC9}">
      <dsp:nvSpPr>
        <dsp:cNvPr id="0" name=""/>
        <dsp:cNvSpPr/>
      </dsp:nvSpPr>
      <dsp:spPr>
        <a:xfrm>
          <a:off x="4471901" y="3388708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Transporte Escolar</a:t>
          </a:r>
        </a:p>
      </dsp:txBody>
      <dsp:txXfrm>
        <a:off x="4471901" y="3388708"/>
        <a:ext cx="1002729" cy="501364"/>
      </dsp:txXfrm>
    </dsp:sp>
    <dsp:sp modelId="{C5D1C38B-B8EE-4119-AF2D-BF8813601234}">
      <dsp:nvSpPr>
        <dsp:cNvPr id="0" name=""/>
        <dsp:cNvSpPr/>
      </dsp:nvSpPr>
      <dsp:spPr>
        <a:xfrm>
          <a:off x="4471901" y="4031563"/>
          <a:ext cx="1002729" cy="582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Manutenção de Prédios e Suprimentos</a:t>
          </a:r>
        </a:p>
      </dsp:txBody>
      <dsp:txXfrm>
        <a:off x="4471901" y="4031563"/>
        <a:ext cx="1002729" cy="582234"/>
      </dsp:txXfrm>
    </dsp:sp>
    <dsp:sp modelId="{25640784-2D11-468F-A786-6C540CD57339}">
      <dsp:nvSpPr>
        <dsp:cNvPr id="0" name=""/>
        <dsp:cNvSpPr/>
      </dsp:nvSpPr>
      <dsp:spPr>
        <a:xfrm>
          <a:off x="4471901" y="4734837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Alimentação Escolar</a:t>
          </a:r>
        </a:p>
      </dsp:txBody>
      <dsp:txXfrm>
        <a:off x="4471901" y="4734837"/>
        <a:ext cx="1002729" cy="501364"/>
      </dsp:txXfrm>
    </dsp:sp>
    <dsp:sp modelId="{3CD85A99-C301-405C-AE39-087826A9739B}">
      <dsp:nvSpPr>
        <dsp:cNvPr id="0" name=""/>
        <dsp:cNvSpPr/>
      </dsp:nvSpPr>
      <dsp:spPr>
        <a:xfrm>
          <a:off x="5434521" y="2138114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Oficinas Pedagógicas</a:t>
          </a:r>
        </a:p>
      </dsp:txBody>
      <dsp:txXfrm>
        <a:off x="5434521" y="2138114"/>
        <a:ext cx="1002729" cy="501364"/>
      </dsp:txXfrm>
    </dsp:sp>
    <dsp:sp modelId="{BCACADFF-A8BC-47F6-A206-ED3E49DDCBCD}">
      <dsp:nvSpPr>
        <dsp:cNvPr id="0" name=""/>
        <dsp:cNvSpPr/>
      </dsp:nvSpPr>
      <dsp:spPr>
        <a:xfrm>
          <a:off x="5685203" y="2755835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Ensino Infantil</a:t>
          </a:r>
        </a:p>
      </dsp:txBody>
      <dsp:txXfrm>
        <a:off x="5685203" y="2755835"/>
        <a:ext cx="1002729" cy="501364"/>
      </dsp:txXfrm>
    </dsp:sp>
    <dsp:sp modelId="{C499D009-D150-45C6-B3CC-C362209D133F}">
      <dsp:nvSpPr>
        <dsp:cNvPr id="0" name=""/>
        <dsp:cNvSpPr/>
      </dsp:nvSpPr>
      <dsp:spPr>
        <a:xfrm>
          <a:off x="5685203" y="3378370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Ensino Fundamental</a:t>
          </a:r>
        </a:p>
      </dsp:txBody>
      <dsp:txXfrm>
        <a:off x="5685203" y="3378370"/>
        <a:ext cx="1002729" cy="501364"/>
      </dsp:txXfrm>
    </dsp:sp>
    <dsp:sp modelId="{AC69C5D2-424C-4041-AC4B-7152E6E3275B}">
      <dsp:nvSpPr>
        <dsp:cNvPr id="0" name=""/>
        <dsp:cNvSpPr/>
      </dsp:nvSpPr>
      <dsp:spPr>
        <a:xfrm>
          <a:off x="5685203" y="4020442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Educação Especial e Inclusiva</a:t>
          </a:r>
        </a:p>
      </dsp:txBody>
      <dsp:txXfrm>
        <a:off x="5685203" y="4020442"/>
        <a:ext cx="1002729" cy="501364"/>
      </dsp:txXfrm>
    </dsp:sp>
    <dsp:sp modelId="{DDD729F6-4CE6-4BBD-A2F3-807ABD78F710}">
      <dsp:nvSpPr>
        <dsp:cNvPr id="0" name=""/>
        <dsp:cNvSpPr/>
      </dsp:nvSpPr>
      <dsp:spPr>
        <a:xfrm>
          <a:off x="6647824" y="2138114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Supervisão Escolar</a:t>
          </a:r>
        </a:p>
      </dsp:txBody>
      <dsp:txXfrm>
        <a:off x="6647824" y="2138114"/>
        <a:ext cx="1002729" cy="501364"/>
      </dsp:txXfrm>
    </dsp:sp>
    <dsp:sp modelId="{19CBCE9C-9352-4252-B303-D79EE2BDF793}">
      <dsp:nvSpPr>
        <dsp:cNvPr id="0" name=""/>
        <dsp:cNvSpPr/>
      </dsp:nvSpPr>
      <dsp:spPr>
        <a:xfrm>
          <a:off x="6898506" y="2755835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Supervisão de Ensino I</a:t>
          </a:r>
        </a:p>
      </dsp:txBody>
      <dsp:txXfrm>
        <a:off x="6898506" y="2755835"/>
        <a:ext cx="1002729" cy="501364"/>
      </dsp:txXfrm>
    </dsp:sp>
    <dsp:sp modelId="{B63548F3-67B9-471D-B536-52A20A1C6AD7}">
      <dsp:nvSpPr>
        <dsp:cNvPr id="0" name=""/>
        <dsp:cNvSpPr/>
      </dsp:nvSpPr>
      <dsp:spPr>
        <a:xfrm>
          <a:off x="6898506" y="3368032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Supervisão de Ensino II</a:t>
          </a:r>
        </a:p>
      </dsp:txBody>
      <dsp:txXfrm>
        <a:off x="6898506" y="3368032"/>
        <a:ext cx="1002729" cy="501364"/>
      </dsp:txXfrm>
    </dsp:sp>
    <dsp:sp modelId="{01B49847-E5FF-4C0E-B02C-377744D870F5}">
      <dsp:nvSpPr>
        <dsp:cNvPr id="0" name=""/>
        <dsp:cNvSpPr/>
      </dsp:nvSpPr>
      <dsp:spPr>
        <a:xfrm>
          <a:off x="6898506" y="3990210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Supervisão de Ensino III</a:t>
          </a:r>
        </a:p>
      </dsp:txBody>
      <dsp:txXfrm>
        <a:off x="6898506" y="3990210"/>
        <a:ext cx="1002729" cy="501364"/>
      </dsp:txXfrm>
    </dsp:sp>
    <dsp:sp modelId="{2FA9BEC6-65D9-4F36-8887-B337FB1C33E4}">
      <dsp:nvSpPr>
        <dsp:cNvPr id="0" name=""/>
        <dsp:cNvSpPr/>
      </dsp:nvSpPr>
      <dsp:spPr>
        <a:xfrm>
          <a:off x="6898506" y="4612614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Supervisão de Ensino IV</a:t>
          </a:r>
        </a:p>
      </dsp:txBody>
      <dsp:txXfrm>
        <a:off x="6898506" y="4612614"/>
        <a:ext cx="1002729" cy="501364"/>
      </dsp:txXfrm>
    </dsp:sp>
    <dsp:sp modelId="{C91C3B26-FED8-4EBD-A29C-24DAEC4939A1}">
      <dsp:nvSpPr>
        <dsp:cNvPr id="0" name=""/>
        <dsp:cNvSpPr/>
      </dsp:nvSpPr>
      <dsp:spPr>
        <a:xfrm>
          <a:off x="6898506" y="5207809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Supervisão de Ensino V</a:t>
          </a:r>
        </a:p>
      </dsp:txBody>
      <dsp:txXfrm>
        <a:off x="6898506" y="5207809"/>
        <a:ext cx="1002729" cy="501364"/>
      </dsp:txXfrm>
    </dsp:sp>
    <dsp:sp modelId="{0B70BA15-8A96-48BB-847A-1564B69EE8AF}">
      <dsp:nvSpPr>
        <dsp:cNvPr id="0" name=""/>
        <dsp:cNvSpPr/>
      </dsp:nvSpPr>
      <dsp:spPr>
        <a:xfrm>
          <a:off x="6898506" y="5809658"/>
          <a:ext cx="1002729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Supervisão de Ensino VI</a:t>
          </a:r>
        </a:p>
      </dsp:txBody>
      <dsp:txXfrm>
        <a:off x="6898506" y="5809658"/>
        <a:ext cx="1002729" cy="501364"/>
      </dsp:txXfrm>
    </dsp:sp>
    <dsp:sp modelId="{D0031397-1155-4F09-A31D-40BFFBAC8519}">
      <dsp:nvSpPr>
        <dsp:cNvPr id="0" name=""/>
        <dsp:cNvSpPr/>
      </dsp:nvSpPr>
      <dsp:spPr>
        <a:xfrm>
          <a:off x="7861126" y="2138114"/>
          <a:ext cx="1222788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Divisão de Implantação Tecnológica e Controle Educacional</a:t>
          </a:r>
        </a:p>
      </dsp:txBody>
      <dsp:txXfrm>
        <a:off x="7861126" y="2138114"/>
        <a:ext cx="1222788" cy="501364"/>
      </dsp:txXfrm>
    </dsp:sp>
    <dsp:sp modelId="{46D94D2C-3C2A-4644-B96C-327B2FBE461A}">
      <dsp:nvSpPr>
        <dsp:cNvPr id="0" name=""/>
        <dsp:cNvSpPr/>
      </dsp:nvSpPr>
      <dsp:spPr>
        <a:xfrm>
          <a:off x="8166823" y="2755835"/>
          <a:ext cx="1201670" cy="7678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Implementação de Soluções Tecnológicas e Gestão do Conecta + Olímpia</a:t>
          </a:r>
        </a:p>
      </dsp:txBody>
      <dsp:txXfrm>
        <a:off x="8166823" y="2755835"/>
        <a:ext cx="1201670" cy="767880"/>
      </dsp:txXfrm>
    </dsp:sp>
    <dsp:sp modelId="{DE7C1172-0890-4878-8F86-95E5530C4709}">
      <dsp:nvSpPr>
        <dsp:cNvPr id="0" name=""/>
        <dsp:cNvSpPr/>
      </dsp:nvSpPr>
      <dsp:spPr>
        <a:xfrm>
          <a:off x="8166823" y="3681946"/>
          <a:ext cx="1180994" cy="576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Setor de Formação e Capacitação Digital</a:t>
          </a:r>
        </a:p>
      </dsp:txBody>
      <dsp:txXfrm>
        <a:off x="8166823" y="3681946"/>
        <a:ext cx="1180994" cy="576348"/>
      </dsp:txXfrm>
    </dsp:sp>
    <dsp:sp modelId="{A8207F55-1877-4AFD-A053-E28682159F0A}">
      <dsp:nvSpPr>
        <dsp:cNvPr id="0" name=""/>
        <dsp:cNvSpPr/>
      </dsp:nvSpPr>
      <dsp:spPr>
        <a:xfrm>
          <a:off x="4506731" y="686247"/>
          <a:ext cx="1341692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ASSESSOR EXECUTIVO</a:t>
          </a:r>
        </a:p>
      </dsp:txBody>
      <dsp:txXfrm>
        <a:off x="4506731" y="686247"/>
        <a:ext cx="1341692" cy="501364"/>
      </dsp:txXfrm>
    </dsp:sp>
    <dsp:sp modelId="{490745F1-7228-4C01-80B4-6B866BF932DF}">
      <dsp:nvSpPr>
        <dsp:cNvPr id="0" name=""/>
        <dsp:cNvSpPr/>
      </dsp:nvSpPr>
      <dsp:spPr>
        <a:xfrm>
          <a:off x="6058996" y="686247"/>
          <a:ext cx="1337711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COORDENADORIA</a:t>
          </a:r>
        </a:p>
      </dsp:txBody>
      <dsp:txXfrm>
        <a:off x="6058996" y="686247"/>
        <a:ext cx="1337711" cy="501364"/>
      </dsp:txXfrm>
    </dsp:sp>
    <dsp:sp modelId="{FDA0B000-941C-4164-9A68-FD76A81718FB}">
      <dsp:nvSpPr>
        <dsp:cNvPr id="0" name=""/>
        <dsp:cNvSpPr/>
      </dsp:nvSpPr>
      <dsp:spPr>
        <a:xfrm>
          <a:off x="4527668" y="1360863"/>
          <a:ext cx="1274910" cy="501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FUNDEB</a:t>
          </a:r>
        </a:p>
      </dsp:txBody>
      <dsp:txXfrm>
        <a:off x="4527668" y="1360863"/>
        <a:ext cx="1274910" cy="5013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497223" y="662195"/>
          <a:ext cx="138618" cy="5512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1279"/>
              </a:lnTo>
              <a:lnTo>
                <a:pt x="138618" y="5512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358605" y="662195"/>
          <a:ext cx="138618" cy="551279"/>
        </a:xfrm>
        <a:custGeom>
          <a:avLst/>
          <a:gdLst/>
          <a:ahLst/>
          <a:cxnLst/>
          <a:rect l="0" t="0" r="0" b="0"/>
          <a:pathLst>
            <a:path>
              <a:moveTo>
                <a:pt x="138618" y="0"/>
              </a:moveTo>
              <a:lnTo>
                <a:pt x="138618" y="551279"/>
              </a:lnTo>
              <a:lnTo>
                <a:pt x="0" y="5512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7365274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497223" y="662195"/>
          <a:ext cx="2396121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2396121" y="1075944"/>
              </a:lnTo>
              <a:lnTo>
                <a:pt x="2396121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0EA9DE-24B2-4275-A650-145425CB636B}">
      <dsp:nvSpPr>
        <dsp:cNvPr id="0" name=""/>
        <dsp:cNvSpPr/>
      </dsp:nvSpPr>
      <dsp:spPr>
        <a:xfrm>
          <a:off x="5767860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B78883-F133-436B-A486-A5DD74D167D4}">
      <dsp:nvSpPr>
        <dsp:cNvPr id="0" name=""/>
        <dsp:cNvSpPr/>
      </dsp:nvSpPr>
      <dsp:spPr>
        <a:xfrm>
          <a:off x="5497223" y="662195"/>
          <a:ext cx="798707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798707" y="1075944"/>
              </a:lnTo>
              <a:lnTo>
                <a:pt x="798707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CFD3F-452B-4CD2-BB67-D4BE8D30B116}">
      <dsp:nvSpPr>
        <dsp:cNvPr id="0" name=""/>
        <dsp:cNvSpPr/>
      </dsp:nvSpPr>
      <dsp:spPr>
        <a:xfrm>
          <a:off x="4170446" y="2536847"/>
          <a:ext cx="198026" cy="3185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5917"/>
              </a:lnTo>
              <a:lnTo>
                <a:pt x="198026" y="31859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4170446" y="2536847"/>
          <a:ext cx="198026" cy="22952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5279"/>
              </a:lnTo>
              <a:lnTo>
                <a:pt x="198026" y="22952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7E96F0-FBC7-4F09-AECD-873143DB8827}">
      <dsp:nvSpPr>
        <dsp:cNvPr id="0" name=""/>
        <dsp:cNvSpPr/>
      </dsp:nvSpPr>
      <dsp:spPr>
        <a:xfrm>
          <a:off x="4170446" y="2536847"/>
          <a:ext cx="198026" cy="1413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35"/>
              </a:lnTo>
              <a:lnTo>
                <a:pt x="198026" y="14139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4170446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4698516" y="662195"/>
          <a:ext cx="798707" cy="1214562"/>
        </a:xfrm>
        <a:custGeom>
          <a:avLst/>
          <a:gdLst/>
          <a:ahLst/>
          <a:cxnLst/>
          <a:rect l="0" t="0" r="0" b="0"/>
          <a:pathLst>
            <a:path>
              <a:moveTo>
                <a:pt x="798707" y="0"/>
              </a:moveTo>
              <a:lnTo>
                <a:pt x="798707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FA84D-079B-41B6-9549-6E191DA6D02C}">
      <dsp:nvSpPr>
        <dsp:cNvPr id="0" name=""/>
        <dsp:cNvSpPr/>
      </dsp:nvSpPr>
      <dsp:spPr>
        <a:xfrm>
          <a:off x="2573031" y="2536847"/>
          <a:ext cx="198026" cy="3185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5917"/>
              </a:lnTo>
              <a:lnTo>
                <a:pt x="198026" y="31859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460A8-47B4-456E-A06E-8135E31B3DB5}">
      <dsp:nvSpPr>
        <dsp:cNvPr id="0" name=""/>
        <dsp:cNvSpPr/>
      </dsp:nvSpPr>
      <dsp:spPr>
        <a:xfrm>
          <a:off x="2573031" y="2536847"/>
          <a:ext cx="198026" cy="22952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5279"/>
              </a:lnTo>
              <a:lnTo>
                <a:pt x="198026" y="22952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D3D70-48A7-46A0-B2CB-8E23DC5A9EE6}">
      <dsp:nvSpPr>
        <dsp:cNvPr id="0" name=""/>
        <dsp:cNvSpPr/>
      </dsp:nvSpPr>
      <dsp:spPr>
        <a:xfrm>
          <a:off x="2573031" y="2536847"/>
          <a:ext cx="198026" cy="1413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35"/>
              </a:lnTo>
              <a:lnTo>
                <a:pt x="198026" y="14139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CBD37-BE0C-483B-AC0E-521CDA8DDACF}">
      <dsp:nvSpPr>
        <dsp:cNvPr id="0" name=""/>
        <dsp:cNvSpPr/>
      </dsp:nvSpPr>
      <dsp:spPr>
        <a:xfrm>
          <a:off x="2573031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3101102" y="662195"/>
          <a:ext cx="2396121" cy="1214562"/>
        </a:xfrm>
        <a:custGeom>
          <a:avLst/>
          <a:gdLst/>
          <a:ahLst/>
          <a:cxnLst/>
          <a:rect l="0" t="0" r="0" b="0"/>
          <a:pathLst>
            <a:path>
              <a:moveTo>
                <a:pt x="2396121" y="0"/>
              </a:moveTo>
              <a:lnTo>
                <a:pt x="2396121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407410" y="2107"/>
          <a:ext cx="4179627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SECRETARIA MUNICIPAL DE PLANEJAMENTO E FINANÇAS</a:t>
          </a:r>
        </a:p>
      </dsp:txBody>
      <dsp:txXfrm>
        <a:off x="3407410" y="2107"/>
        <a:ext cx="4179627" cy="660088"/>
      </dsp:txXfrm>
    </dsp:sp>
    <dsp:sp modelId="{04D68F24-9FEF-4209-8A23-6EDB3C17FB93}">
      <dsp:nvSpPr>
        <dsp:cNvPr id="0" name=""/>
        <dsp:cNvSpPr/>
      </dsp:nvSpPr>
      <dsp:spPr>
        <a:xfrm>
          <a:off x="2441014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Planejamento e Execução Orçamentária</a:t>
          </a:r>
        </a:p>
      </dsp:txBody>
      <dsp:txXfrm>
        <a:off x="2441014" y="1876758"/>
        <a:ext cx="1320176" cy="660088"/>
      </dsp:txXfrm>
    </dsp:sp>
    <dsp:sp modelId="{5701B72A-98C3-43CA-9882-2BCEEC40F442}">
      <dsp:nvSpPr>
        <dsp:cNvPr id="0" name=""/>
        <dsp:cNvSpPr/>
      </dsp:nvSpPr>
      <dsp:spPr>
        <a:xfrm>
          <a:off x="2771058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Planejamento e Orçamento</a:t>
          </a:r>
        </a:p>
      </dsp:txBody>
      <dsp:txXfrm>
        <a:off x="2771058" y="2748748"/>
        <a:ext cx="1320176" cy="660088"/>
      </dsp:txXfrm>
    </dsp:sp>
    <dsp:sp modelId="{3AC5CE0A-D1C5-4051-B635-95FF2D91BAFC}">
      <dsp:nvSpPr>
        <dsp:cNvPr id="0" name=""/>
        <dsp:cNvSpPr/>
      </dsp:nvSpPr>
      <dsp:spPr>
        <a:xfrm>
          <a:off x="2771058" y="362073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Execução Orçamentária</a:t>
          </a:r>
        </a:p>
      </dsp:txBody>
      <dsp:txXfrm>
        <a:off x="2771058" y="3620738"/>
        <a:ext cx="1320176" cy="660088"/>
      </dsp:txXfrm>
    </dsp:sp>
    <dsp:sp modelId="{296388E1-EA6E-4E90-BD0F-28B7C1D1585B}">
      <dsp:nvSpPr>
        <dsp:cNvPr id="0" name=""/>
        <dsp:cNvSpPr/>
      </dsp:nvSpPr>
      <dsp:spPr>
        <a:xfrm>
          <a:off x="2771058" y="4502082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Tesouraria</a:t>
          </a:r>
        </a:p>
      </dsp:txBody>
      <dsp:txXfrm>
        <a:off x="2771058" y="4502082"/>
        <a:ext cx="1320176" cy="660088"/>
      </dsp:txXfrm>
    </dsp:sp>
    <dsp:sp modelId="{2E40F336-0E16-4B86-9A3A-3B0FB9A77873}">
      <dsp:nvSpPr>
        <dsp:cNvPr id="0" name=""/>
        <dsp:cNvSpPr/>
      </dsp:nvSpPr>
      <dsp:spPr>
        <a:xfrm>
          <a:off x="2771058" y="5392719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Custos</a:t>
          </a:r>
        </a:p>
      </dsp:txBody>
      <dsp:txXfrm>
        <a:off x="2771058" y="5392719"/>
        <a:ext cx="1320176" cy="660088"/>
      </dsp:txXfrm>
    </dsp:sp>
    <dsp:sp modelId="{DDD729F6-4CE6-4BBD-A2F3-807ABD78F710}">
      <dsp:nvSpPr>
        <dsp:cNvPr id="0" name=""/>
        <dsp:cNvSpPr/>
      </dsp:nvSpPr>
      <dsp:spPr>
        <a:xfrm>
          <a:off x="4038428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Cadastro e Gestão da Dívida Ativa</a:t>
          </a:r>
        </a:p>
      </dsp:txBody>
      <dsp:txXfrm>
        <a:off x="4038428" y="1876758"/>
        <a:ext cx="1320176" cy="660088"/>
      </dsp:txXfrm>
    </dsp:sp>
    <dsp:sp modelId="{19CBCE9C-9352-4252-B303-D79EE2BDF793}">
      <dsp:nvSpPr>
        <dsp:cNvPr id="0" name=""/>
        <dsp:cNvSpPr/>
      </dsp:nvSpPr>
      <dsp:spPr>
        <a:xfrm>
          <a:off x="4368472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Cadastro Imobiliário</a:t>
          </a:r>
        </a:p>
      </dsp:txBody>
      <dsp:txXfrm>
        <a:off x="4368472" y="2748748"/>
        <a:ext cx="1320176" cy="660088"/>
      </dsp:txXfrm>
    </dsp:sp>
    <dsp:sp modelId="{3B6B5A85-AB29-4F77-A987-D95C662C1512}">
      <dsp:nvSpPr>
        <dsp:cNvPr id="0" name=""/>
        <dsp:cNvSpPr/>
      </dsp:nvSpPr>
      <dsp:spPr>
        <a:xfrm>
          <a:off x="4368472" y="362073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Setor de Cadastro Mobiliário</a:t>
          </a:r>
          <a:endParaRPr lang="pt-BR" sz="1100" kern="1200" dirty="0"/>
        </a:p>
      </dsp:txBody>
      <dsp:txXfrm>
        <a:off x="4368472" y="3620738"/>
        <a:ext cx="1320176" cy="660088"/>
      </dsp:txXfrm>
    </dsp:sp>
    <dsp:sp modelId="{B63548F3-67B9-471D-B536-52A20A1C6AD7}">
      <dsp:nvSpPr>
        <dsp:cNvPr id="0" name=""/>
        <dsp:cNvSpPr/>
      </dsp:nvSpPr>
      <dsp:spPr>
        <a:xfrm>
          <a:off x="4368472" y="4502082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Patrimônio Imobiliário</a:t>
          </a:r>
        </a:p>
      </dsp:txBody>
      <dsp:txXfrm>
        <a:off x="4368472" y="4502082"/>
        <a:ext cx="1320176" cy="660088"/>
      </dsp:txXfrm>
    </dsp:sp>
    <dsp:sp modelId="{2FA9BEC6-65D9-4F36-8887-B337FB1C33E4}">
      <dsp:nvSpPr>
        <dsp:cNvPr id="0" name=""/>
        <dsp:cNvSpPr/>
      </dsp:nvSpPr>
      <dsp:spPr>
        <a:xfrm>
          <a:off x="4368472" y="5392719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Dívida Ativa</a:t>
          </a:r>
        </a:p>
      </dsp:txBody>
      <dsp:txXfrm>
        <a:off x="4368472" y="5392719"/>
        <a:ext cx="1320176" cy="660088"/>
      </dsp:txXfrm>
    </dsp:sp>
    <dsp:sp modelId="{A9D41FED-BC5A-44AC-A296-A13DC1DDB57D}">
      <dsp:nvSpPr>
        <dsp:cNvPr id="0" name=""/>
        <dsp:cNvSpPr/>
      </dsp:nvSpPr>
      <dsp:spPr>
        <a:xfrm>
          <a:off x="5635842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Fiscalização Tributária</a:t>
          </a:r>
        </a:p>
      </dsp:txBody>
      <dsp:txXfrm>
        <a:off x="5635842" y="1876758"/>
        <a:ext cx="1320176" cy="660088"/>
      </dsp:txXfrm>
    </dsp:sp>
    <dsp:sp modelId="{66D256CA-1FB7-4F97-8A53-7722ADF2C310}">
      <dsp:nvSpPr>
        <dsp:cNvPr id="0" name=""/>
        <dsp:cNvSpPr/>
      </dsp:nvSpPr>
      <dsp:spPr>
        <a:xfrm>
          <a:off x="5965886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Tributos</a:t>
          </a:r>
        </a:p>
      </dsp:txBody>
      <dsp:txXfrm>
        <a:off x="5965886" y="2748748"/>
        <a:ext cx="1320176" cy="660088"/>
      </dsp:txXfrm>
    </dsp:sp>
    <dsp:sp modelId="{D0031397-1155-4F09-A31D-40BFFBAC8519}">
      <dsp:nvSpPr>
        <dsp:cNvPr id="0" name=""/>
        <dsp:cNvSpPr/>
      </dsp:nvSpPr>
      <dsp:spPr>
        <a:xfrm>
          <a:off x="7233256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Fiscalização de Posturas</a:t>
          </a:r>
        </a:p>
      </dsp:txBody>
      <dsp:txXfrm>
        <a:off x="7233256" y="1876758"/>
        <a:ext cx="1320176" cy="660088"/>
      </dsp:txXfrm>
    </dsp:sp>
    <dsp:sp modelId="{46D94D2C-3C2A-4644-B96C-327B2FBE461A}">
      <dsp:nvSpPr>
        <dsp:cNvPr id="0" name=""/>
        <dsp:cNvSpPr/>
      </dsp:nvSpPr>
      <dsp:spPr>
        <a:xfrm>
          <a:off x="7563300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Posturas</a:t>
          </a:r>
        </a:p>
      </dsp:txBody>
      <dsp:txXfrm>
        <a:off x="7563300" y="2748748"/>
        <a:ext cx="1320176" cy="660088"/>
      </dsp:txXfrm>
    </dsp:sp>
    <dsp:sp modelId="{A8207F55-1877-4AFD-A053-E28682159F0A}">
      <dsp:nvSpPr>
        <dsp:cNvPr id="0" name=""/>
        <dsp:cNvSpPr/>
      </dsp:nvSpPr>
      <dsp:spPr>
        <a:xfrm>
          <a:off x="3564590" y="883431"/>
          <a:ext cx="1794014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ASSESSOR EXECUTIVO</a:t>
          </a:r>
        </a:p>
      </dsp:txBody>
      <dsp:txXfrm>
        <a:off x="3564590" y="883431"/>
        <a:ext cx="1794014" cy="660088"/>
      </dsp:txXfrm>
    </dsp:sp>
    <dsp:sp modelId="{490745F1-7228-4C01-80B4-6B866BF932DF}">
      <dsp:nvSpPr>
        <dsp:cNvPr id="0" name=""/>
        <dsp:cNvSpPr/>
      </dsp:nvSpPr>
      <dsp:spPr>
        <a:xfrm>
          <a:off x="5635842" y="883431"/>
          <a:ext cx="1747373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COORDENADORIA</a:t>
          </a:r>
        </a:p>
      </dsp:txBody>
      <dsp:txXfrm>
        <a:off x="5635842" y="883431"/>
        <a:ext cx="1747373" cy="6600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497223" y="662195"/>
          <a:ext cx="138618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38618" y="5419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358605" y="662195"/>
          <a:ext cx="138618" cy="541945"/>
        </a:xfrm>
        <a:custGeom>
          <a:avLst/>
          <a:gdLst/>
          <a:ahLst/>
          <a:cxnLst/>
          <a:rect l="0" t="0" r="0" b="0"/>
          <a:pathLst>
            <a:path>
              <a:moveTo>
                <a:pt x="138618" y="0"/>
              </a:moveTo>
              <a:lnTo>
                <a:pt x="138618" y="541945"/>
              </a:lnTo>
              <a:lnTo>
                <a:pt x="0" y="5419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9761395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9761395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497223" y="662195"/>
          <a:ext cx="4792242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4792242" y="1075944"/>
              </a:lnTo>
              <a:lnTo>
                <a:pt x="4792242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CFD3F-452B-4CD2-BB67-D4BE8D30B116}">
      <dsp:nvSpPr>
        <dsp:cNvPr id="0" name=""/>
        <dsp:cNvSpPr/>
      </dsp:nvSpPr>
      <dsp:spPr>
        <a:xfrm>
          <a:off x="8163981" y="2536847"/>
          <a:ext cx="198026" cy="3260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0586"/>
              </a:lnTo>
              <a:lnTo>
                <a:pt x="198026" y="3260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43813-DEAC-47A0-8273-767F07D7A437}">
      <dsp:nvSpPr>
        <dsp:cNvPr id="0" name=""/>
        <dsp:cNvSpPr/>
      </dsp:nvSpPr>
      <dsp:spPr>
        <a:xfrm>
          <a:off x="8163981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8163981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8163981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497223" y="662195"/>
          <a:ext cx="3194828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3194828" y="1075944"/>
              </a:lnTo>
              <a:lnTo>
                <a:pt x="3194828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FE858-CD63-43A3-8366-3689ECAE4550}">
      <dsp:nvSpPr>
        <dsp:cNvPr id="0" name=""/>
        <dsp:cNvSpPr/>
      </dsp:nvSpPr>
      <dsp:spPr>
        <a:xfrm>
          <a:off x="6566567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6566567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6566567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5497223" y="662195"/>
          <a:ext cx="1597414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1597414" y="1075944"/>
              </a:lnTo>
              <a:lnTo>
                <a:pt x="1597414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F8C98-B2B2-4102-A99E-B5CF67691CF2}">
      <dsp:nvSpPr>
        <dsp:cNvPr id="0" name=""/>
        <dsp:cNvSpPr/>
      </dsp:nvSpPr>
      <dsp:spPr>
        <a:xfrm>
          <a:off x="4969153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4FFDB-CB36-4419-8799-1117B4C45D05}">
      <dsp:nvSpPr>
        <dsp:cNvPr id="0" name=""/>
        <dsp:cNvSpPr/>
      </dsp:nvSpPr>
      <dsp:spPr>
        <a:xfrm>
          <a:off x="4969153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5451503" y="662195"/>
          <a:ext cx="91440" cy="1214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3133D5-FC80-4C21-8360-99779D4DADFF}">
      <dsp:nvSpPr>
        <dsp:cNvPr id="0" name=""/>
        <dsp:cNvSpPr/>
      </dsp:nvSpPr>
      <dsp:spPr>
        <a:xfrm>
          <a:off x="3371738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63FDA-5652-4D7A-A2DA-CB7F2C09660E}">
      <dsp:nvSpPr>
        <dsp:cNvPr id="0" name=""/>
        <dsp:cNvSpPr/>
      </dsp:nvSpPr>
      <dsp:spPr>
        <a:xfrm>
          <a:off x="3371738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AD9BA-9755-44DF-9668-DBB7A8A1B73D}">
      <dsp:nvSpPr>
        <dsp:cNvPr id="0" name=""/>
        <dsp:cNvSpPr/>
      </dsp:nvSpPr>
      <dsp:spPr>
        <a:xfrm>
          <a:off x="3371738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1CE9AE-6775-4DB8-9567-970242F5D21C}">
      <dsp:nvSpPr>
        <dsp:cNvPr id="0" name=""/>
        <dsp:cNvSpPr/>
      </dsp:nvSpPr>
      <dsp:spPr>
        <a:xfrm>
          <a:off x="3899809" y="662195"/>
          <a:ext cx="1597414" cy="1214562"/>
        </a:xfrm>
        <a:custGeom>
          <a:avLst/>
          <a:gdLst/>
          <a:ahLst/>
          <a:cxnLst/>
          <a:rect l="0" t="0" r="0" b="0"/>
          <a:pathLst>
            <a:path>
              <a:moveTo>
                <a:pt x="1597414" y="0"/>
              </a:moveTo>
              <a:lnTo>
                <a:pt x="1597414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AF7652-E118-4855-ACC9-452536A42045}">
      <dsp:nvSpPr>
        <dsp:cNvPr id="0" name=""/>
        <dsp:cNvSpPr/>
      </dsp:nvSpPr>
      <dsp:spPr>
        <a:xfrm>
          <a:off x="1774324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F238D-CEF7-4D57-9B28-4A590B241548}">
      <dsp:nvSpPr>
        <dsp:cNvPr id="0" name=""/>
        <dsp:cNvSpPr/>
      </dsp:nvSpPr>
      <dsp:spPr>
        <a:xfrm>
          <a:off x="1774324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1774324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2302395" y="662195"/>
          <a:ext cx="3194828" cy="1214562"/>
        </a:xfrm>
        <a:custGeom>
          <a:avLst/>
          <a:gdLst/>
          <a:ahLst/>
          <a:cxnLst/>
          <a:rect l="0" t="0" r="0" b="0"/>
          <a:pathLst>
            <a:path>
              <a:moveTo>
                <a:pt x="3194828" y="0"/>
              </a:moveTo>
              <a:lnTo>
                <a:pt x="3194828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FA84D-079B-41B6-9549-6E191DA6D02C}">
      <dsp:nvSpPr>
        <dsp:cNvPr id="0" name=""/>
        <dsp:cNvSpPr/>
      </dsp:nvSpPr>
      <dsp:spPr>
        <a:xfrm>
          <a:off x="176910" y="2536847"/>
          <a:ext cx="198026" cy="3260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0586"/>
              </a:lnTo>
              <a:lnTo>
                <a:pt x="198026" y="3260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460A8-47B4-456E-A06E-8135E31B3DB5}">
      <dsp:nvSpPr>
        <dsp:cNvPr id="0" name=""/>
        <dsp:cNvSpPr/>
      </dsp:nvSpPr>
      <dsp:spPr>
        <a:xfrm>
          <a:off x="176910" y="2536847"/>
          <a:ext cx="198026" cy="23605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0595"/>
              </a:lnTo>
              <a:lnTo>
                <a:pt x="198026" y="23605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D3D70-48A7-46A0-B2CB-8E23DC5A9EE6}">
      <dsp:nvSpPr>
        <dsp:cNvPr id="0" name=""/>
        <dsp:cNvSpPr/>
      </dsp:nvSpPr>
      <dsp:spPr>
        <a:xfrm>
          <a:off x="176910" y="2536847"/>
          <a:ext cx="198026" cy="1451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1270"/>
              </a:lnTo>
              <a:lnTo>
                <a:pt x="198026" y="14512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CBD37-BE0C-483B-AC0E-521CDA8DDACF}">
      <dsp:nvSpPr>
        <dsp:cNvPr id="0" name=""/>
        <dsp:cNvSpPr/>
      </dsp:nvSpPr>
      <dsp:spPr>
        <a:xfrm>
          <a:off x="176910" y="2536847"/>
          <a:ext cx="198026" cy="54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45"/>
              </a:lnTo>
              <a:lnTo>
                <a:pt x="198026" y="5419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704981" y="662195"/>
          <a:ext cx="4792242" cy="1214562"/>
        </a:xfrm>
        <a:custGeom>
          <a:avLst/>
          <a:gdLst/>
          <a:ahLst/>
          <a:cxnLst/>
          <a:rect l="0" t="0" r="0" b="0"/>
          <a:pathLst>
            <a:path>
              <a:moveTo>
                <a:pt x="4792242" y="0"/>
              </a:moveTo>
              <a:lnTo>
                <a:pt x="4792242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407410" y="2107"/>
          <a:ext cx="4179627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SECRETARIA MUNICIPAL DE GESTÃO E CIDADE INTELIGENTE</a:t>
          </a:r>
        </a:p>
      </dsp:txBody>
      <dsp:txXfrm>
        <a:off x="3407410" y="2107"/>
        <a:ext cx="4179627" cy="660088"/>
      </dsp:txXfrm>
    </dsp:sp>
    <dsp:sp modelId="{04D68F24-9FEF-4209-8A23-6EDB3C17FB93}">
      <dsp:nvSpPr>
        <dsp:cNvPr id="0" name=""/>
        <dsp:cNvSpPr/>
      </dsp:nvSpPr>
      <dsp:spPr>
        <a:xfrm>
          <a:off x="44892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Gestão de Recursos Humanos</a:t>
          </a:r>
        </a:p>
      </dsp:txBody>
      <dsp:txXfrm>
        <a:off x="44892" y="1876758"/>
        <a:ext cx="1320176" cy="660088"/>
      </dsp:txXfrm>
    </dsp:sp>
    <dsp:sp modelId="{5701B72A-98C3-43CA-9882-2BCEEC40F442}">
      <dsp:nvSpPr>
        <dsp:cNvPr id="0" name=""/>
        <dsp:cNvSpPr/>
      </dsp:nvSpPr>
      <dsp:spPr>
        <a:xfrm>
          <a:off x="374937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Folha de Pagamento</a:t>
          </a:r>
        </a:p>
      </dsp:txBody>
      <dsp:txXfrm>
        <a:off x="374937" y="2748748"/>
        <a:ext cx="1320176" cy="660088"/>
      </dsp:txXfrm>
    </dsp:sp>
    <dsp:sp modelId="{3AC5CE0A-D1C5-4051-B635-95FF2D91BAFC}">
      <dsp:nvSpPr>
        <dsp:cNvPr id="0" name=""/>
        <dsp:cNvSpPr/>
      </dsp:nvSpPr>
      <dsp:spPr>
        <a:xfrm>
          <a:off x="374937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Treinamento e Desenvolvimento Humano</a:t>
          </a:r>
        </a:p>
      </dsp:txBody>
      <dsp:txXfrm>
        <a:off x="374937" y="3658073"/>
        <a:ext cx="1320176" cy="660088"/>
      </dsp:txXfrm>
    </dsp:sp>
    <dsp:sp modelId="{296388E1-EA6E-4E90-BD0F-28B7C1D1585B}">
      <dsp:nvSpPr>
        <dsp:cNvPr id="0" name=""/>
        <dsp:cNvSpPr/>
      </dsp:nvSpPr>
      <dsp:spPr>
        <a:xfrm>
          <a:off x="374937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Serviço Especializado em Segurança e Medicina do Trabalho</a:t>
          </a:r>
        </a:p>
      </dsp:txBody>
      <dsp:txXfrm>
        <a:off x="374937" y="4567398"/>
        <a:ext cx="1320176" cy="660088"/>
      </dsp:txXfrm>
    </dsp:sp>
    <dsp:sp modelId="{2E40F336-0E16-4B86-9A3A-3B0FB9A77873}">
      <dsp:nvSpPr>
        <dsp:cNvPr id="0" name=""/>
        <dsp:cNvSpPr/>
      </dsp:nvSpPr>
      <dsp:spPr>
        <a:xfrm>
          <a:off x="374937" y="5467389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Gestão de Vínculos, Atos e Sistemas de Escrituração Digital</a:t>
          </a:r>
        </a:p>
      </dsp:txBody>
      <dsp:txXfrm>
        <a:off x="374937" y="5467389"/>
        <a:ext cx="1320176" cy="660088"/>
      </dsp:txXfrm>
    </dsp:sp>
    <dsp:sp modelId="{DF37597B-EA07-4D1A-B4DB-2C245CC0833D}">
      <dsp:nvSpPr>
        <dsp:cNvPr id="0" name=""/>
        <dsp:cNvSpPr/>
      </dsp:nvSpPr>
      <dsp:spPr>
        <a:xfrm>
          <a:off x="1642307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Gestão e Planejamento de Compras</a:t>
          </a:r>
        </a:p>
      </dsp:txBody>
      <dsp:txXfrm>
        <a:off x="1642307" y="1876758"/>
        <a:ext cx="1320176" cy="660088"/>
      </dsp:txXfrm>
    </dsp:sp>
    <dsp:sp modelId="{316773ED-A518-4CAF-9276-BE0FE7439E79}">
      <dsp:nvSpPr>
        <dsp:cNvPr id="0" name=""/>
        <dsp:cNvSpPr/>
      </dsp:nvSpPr>
      <dsp:spPr>
        <a:xfrm>
          <a:off x="1972351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Planejamento e Formalização das Contratações</a:t>
          </a:r>
        </a:p>
      </dsp:txBody>
      <dsp:txXfrm>
        <a:off x="1972351" y="2748748"/>
        <a:ext cx="1320176" cy="660088"/>
      </dsp:txXfrm>
    </dsp:sp>
    <dsp:sp modelId="{5DB3D4AA-09BF-4D9E-AAC4-C4A221E771D8}">
      <dsp:nvSpPr>
        <dsp:cNvPr id="0" name=""/>
        <dsp:cNvSpPr/>
      </dsp:nvSpPr>
      <dsp:spPr>
        <a:xfrm>
          <a:off x="1972351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Compras</a:t>
          </a:r>
        </a:p>
      </dsp:txBody>
      <dsp:txXfrm>
        <a:off x="1972351" y="3658073"/>
        <a:ext cx="1320176" cy="660088"/>
      </dsp:txXfrm>
    </dsp:sp>
    <dsp:sp modelId="{D350832A-6911-4506-A561-F967D033700E}">
      <dsp:nvSpPr>
        <dsp:cNvPr id="0" name=""/>
        <dsp:cNvSpPr/>
      </dsp:nvSpPr>
      <dsp:spPr>
        <a:xfrm>
          <a:off x="1972351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Licitações</a:t>
          </a:r>
        </a:p>
      </dsp:txBody>
      <dsp:txXfrm>
        <a:off x="1972351" y="4567398"/>
        <a:ext cx="1320176" cy="660088"/>
      </dsp:txXfrm>
    </dsp:sp>
    <dsp:sp modelId="{EECF1A44-9587-4C21-A2BC-D54767D8F554}">
      <dsp:nvSpPr>
        <dsp:cNvPr id="0" name=""/>
        <dsp:cNvSpPr/>
      </dsp:nvSpPr>
      <dsp:spPr>
        <a:xfrm>
          <a:off x="3239721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Gestão Contratual</a:t>
          </a:r>
        </a:p>
      </dsp:txBody>
      <dsp:txXfrm>
        <a:off x="3239721" y="1876758"/>
        <a:ext cx="1320176" cy="660088"/>
      </dsp:txXfrm>
    </dsp:sp>
    <dsp:sp modelId="{7EFC2C43-1246-400B-B2C2-D6391BA08E8B}">
      <dsp:nvSpPr>
        <dsp:cNvPr id="0" name=""/>
        <dsp:cNvSpPr/>
      </dsp:nvSpPr>
      <dsp:spPr>
        <a:xfrm>
          <a:off x="3569765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Gestão de Contratos</a:t>
          </a:r>
        </a:p>
      </dsp:txBody>
      <dsp:txXfrm>
        <a:off x="3569765" y="2748748"/>
        <a:ext cx="1320176" cy="660088"/>
      </dsp:txXfrm>
    </dsp:sp>
    <dsp:sp modelId="{2A3F8F22-8A81-4C3C-9FF6-E77BE802CC32}">
      <dsp:nvSpPr>
        <dsp:cNvPr id="0" name=""/>
        <dsp:cNvSpPr/>
      </dsp:nvSpPr>
      <dsp:spPr>
        <a:xfrm>
          <a:off x="3569765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Fiscalização de Contratos</a:t>
          </a:r>
        </a:p>
      </dsp:txBody>
      <dsp:txXfrm>
        <a:off x="3569765" y="3658073"/>
        <a:ext cx="1320176" cy="660088"/>
      </dsp:txXfrm>
    </dsp:sp>
    <dsp:sp modelId="{03748696-192C-4DB1-BA1B-61869ED8E774}">
      <dsp:nvSpPr>
        <dsp:cNvPr id="0" name=""/>
        <dsp:cNvSpPr/>
      </dsp:nvSpPr>
      <dsp:spPr>
        <a:xfrm>
          <a:off x="3569765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Contratos</a:t>
          </a:r>
        </a:p>
      </dsp:txBody>
      <dsp:txXfrm>
        <a:off x="3569765" y="4567398"/>
        <a:ext cx="1320176" cy="660088"/>
      </dsp:txXfrm>
    </dsp:sp>
    <dsp:sp modelId="{145EEDCF-16FE-43DF-9591-B15FA8713D0E}">
      <dsp:nvSpPr>
        <dsp:cNvPr id="0" name=""/>
        <dsp:cNvSpPr/>
      </dsp:nvSpPr>
      <dsp:spPr>
        <a:xfrm>
          <a:off x="4837135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Gestão Logística</a:t>
          </a:r>
        </a:p>
      </dsp:txBody>
      <dsp:txXfrm>
        <a:off x="4837135" y="1876758"/>
        <a:ext cx="1320176" cy="660088"/>
      </dsp:txXfrm>
    </dsp:sp>
    <dsp:sp modelId="{C27F17B6-C1E2-4B95-9EA1-506B466147E9}">
      <dsp:nvSpPr>
        <dsp:cNvPr id="0" name=""/>
        <dsp:cNvSpPr/>
      </dsp:nvSpPr>
      <dsp:spPr>
        <a:xfrm>
          <a:off x="5167179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Almoxarifado </a:t>
          </a:r>
          <a:r>
            <a:rPr lang="pt-BR" sz="1100" kern="1200"/>
            <a:t>e Distribuição</a:t>
          </a:r>
          <a:endParaRPr lang="pt-BR" sz="1100" kern="1200" dirty="0"/>
        </a:p>
      </dsp:txBody>
      <dsp:txXfrm>
        <a:off x="5167179" y="2748748"/>
        <a:ext cx="1320176" cy="660088"/>
      </dsp:txXfrm>
    </dsp:sp>
    <dsp:sp modelId="{CBAD961B-C075-4AEC-97DB-0DBA4AE7CDC9}">
      <dsp:nvSpPr>
        <dsp:cNvPr id="0" name=""/>
        <dsp:cNvSpPr/>
      </dsp:nvSpPr>
      <dsp:spPr>
        <a:xfrm>
          <a:off x="5167179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Administrativo</a:t>
          </a:r>
        </a:p>
      </dsp:txBody>
      <dsp:txXfrm>
        <a:off x="5167179" y="3658073"/>
        <a:ext cx="1320176" cy="660088"/>
      </dsp:txXfrm>
    </dsp:sp>
    <dsp:sp modelId="{3CD85A99-C301-405C-AE39-087826A9739B}">
      <dsp:nvSpPr>
        <dsp:cNvPr id="0" name=""/>
        <dsp:cNvSpPr/>
      </dsp:nvSpPr>
      <dsp:spPr>
        <a:xfrm>
          <a:off x="6434549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Gestão Operacional</a:t>
          </a:r>
        </a:p>
      </dsp:txBody>
      <dsp:txXfrm>
        <a:off x="6434549" y="1876758"/>
        <a:ext cx="1320176" cy="660088"/>
      </dsp:txXfrm>
    </dsp:sp>
    <dsp:sp modelId="{BCACADFF-A8BC-47F6-A206-ED3E49DDCBCD}">
      <dsp:nvSpPr>
        <dsp:cNvPr id="0" name=""/>
        <dsp:cNvSpPr/>
      </dsp:nvSpPr>
      <dsp:spPr>
        <a:xfrm>
          <a:off x="6764593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Patrimônio Mobiliário</a:t>
          </a:r>
        </a:p>
      </dsp:txBody>
      <dsp:txXfrm>
        <a:off x="6764593" y="2748748"/>
        <a:ext cx="1320176" cy="660088"/>
      </dsp:txXfrm>
    </dsp:sp>
    <dsp:sp modelId="{C499D009-D150-45C6-B3CC-C362209D133F}">
      <dsp:nvSpPr>
        <dsp:cNvPr id="0" name=""/>
        <dsp:cNvSpPr/>
      </dsp:nvSpPr>
      <dsp:spPr>
        <a:xfrm>
          <a:off x="6764593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Controle e Manutenção de Frotas</a:t>
          </a:r>
        </a:p>
      </dsp:txBody>
      <dsp:txXfrm>
        <a:off x="6764593" y="3658073"/>
        <a:ext cx="1320176" cy="660088"/>
      </dsp:txXfrm>
    </dsp:sp>
    <dsp:sp modelId="{B4126409-BAB4-4277-AC9E-045A64B639AC}">
      <dsp:nvSpPr>
        <dsp:cNvPr id="0" name=""/>
        <dsp:cNvSpPr/>
      </dsp:nvSpPr>
      <dsp:spPr>
        <a:xfrm>
          <a:off x="6764593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Apoio e Atendimento</a:t>
          </a:r>
        </a:p>
      </dsp:txBody>
      <dsp:txXfrm>
        <a:off x="6764593" y="4567398"/>
        <a:ext cx="1320176" cy="660088"/>
      </dsp:txXfrm>
    </dsp:sp>
    <dsp:sp modelId="{DDD729F6-4CE6-4BBD-A2F3-807ABD78F710}">
      <dsp:nvSpPr>
        <dsp:cNvPr id="0" name=""/>
        <dsp:cNvSpPr/>
      </dsp:nvSpPr>
      <dsp:spPr>
        <a:xfrm>
          <a:off x="8031963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Tecnologia da Informação</a:t>
          </a:r>
        </a:p>
      </dsp:txBody>
      <dsp:txXfrm>
        <a:off x="8031963" y="1876758"/>
        <a:ext cx="1320176" cy="660088"/>
      </dsp:txXfrm>
    </dsp:sp>
    <dsp:sp modelId="{19CBCE9C-9352-4252-B303-D79EE2BDF793}">
      <dsp:nvSpPr>
        <dsp:cNvPr id="0" name=""/>
        <dsp:cNvSpPr/>
      </dsp:nvSpPr>
      <dsp:spPr>
        <a:xfrm>
          <a:off x="8362007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Infraestrutura de Rede e Servidores</a:t>
          </a:r>
        </a:p>
      </dsp:txBody>
      <dsp:txXfrm>
        <a:off x="8362007" y="2748748"/>
        <a:ext cx="1320176" cy="660088"/>
      </dsp:txXfrm>
    </dsp:sp>
    <dsp:sp modelId="{B63548F3-67B9-471D-B536-52A20A1C6AD7}">
      <dsp:nvSpPr>
        <dsp:cNvPr id="0" name=""/>
        <dsp:cNvSpPr/>
      </dsp:nvSpPr>
      <dsp:spPr>
        <a:xfrm>
          <a:off x="8362007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Fábrica de Software e Sistemas</a:t>
          </a:r>
        </a:p>
      </dsp:txBody>
      <dsp:txXfrm>
        <a:off x="8362007" y="3658073"/>
        <a:ext cx="1320176" cy="660088"/>
      </dsp:txXfrm>
    </dsp:sp>
    <dsp:sp modelId="{01B49847-E5FF-4C0E-B02C-377744D870F5}">
      <dsp:nvSpPr>
        <dsp:cNvPr id="0" name=""/>
        <dsp:cNvSpPr/>
      </dsp:nvSpPr>
      <dsp:spPr>
        <a:xfrm>
          <a:off x="8362007" y="456739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Suporte e Manutenção</a:t>
          </a:r>
        </a:p>
      </dsp:txBody>
      <dsp:txXfrm>
        <a:off x="8362007" y="4567398"/>
        <a:ext cx="1320176" cy="660088"/>
      </dsp:txXfrm>
    </dsp:sp>
    <dsp:sp modelId="{2FA9BEC6-65D9-4F36-8887-B337FB1C33E4}">
      <dsp:nvSpPr>
        <dsp:cNvPr id="0" name=""/>
        <dsp:cNvSpPr/>
      </dsp:nvSpPr>
      <dsp:spPr>
        <a:xfrm>
          <a:off x="8362007" y="5467389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Inteligência de Negócios, Integração e Desenvolvimento</a:t>
          </a:r>
        </a:p>
      </dsp:txBody>
      <dsp:txXfrm>
        <a:off x="8362007" y="5467389"/>
        <a:ext cx="1320176" cy="660088"/>
      </dsp:txXfrm>
    </dsp:sp>
    <dsp:sp modelId="{D0031397-1155-4F09-A31D-40BFFBAC8519}">
      <dsp:nvSpPr>
        <dsp:cNvPr id="0" name=""/>
        <dsp:cNvSpPr/>
      </dsp:nvSpPr>
      <dsp:spPr>
        <a:xfrm>
          <a:off x="9629377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Divisão de Arquivo Público Municipal</a:t>
          </a:r>
        </a:p>
      </dsp:txBody>
      <dsp:txXfrm>
        <a:off x="9629377" y="1876758"/>
        <a:ext cx="1320176" cy="660088"/>
      </dsp:txXfrm>
    </dsp:sp>
    <dsp:sp modelId="{46D94D2C-3C2A-4644-B96C-327B2FBE461A}">
      <dsp:nvSpPr>
        <dsp:cNvPr id="0" name=""/>
        <dsp:cNvSpPr/>
      </dsp:nvSpPr>
      <dsp:spPr>
        <a:xfrm>
          <a:off x="9959422" y="274874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Acervo Histórico</a:t>
          </a:r>
        </a:p>
      </dsp:txBody>
      <dsp:txXfrm>
        <a:off x="9959422" y="2748748"/>
        <a:ext cx="1320176" cy="660088"/>
      </dsp:txXfrm>
    </dsp:sp>
    <dsp:sp modelId="{DE7C1172-0890-4878-8F86-95E5530C4709}">
      <dsp:nvSpPr>
        <dsp:cNvPr id="0" name=""/>
        <dsp:cNvSpPr/>
      </dsp:nvSpPr>
      <dsp:spPr>
        <a:xfrm>
          <a:off x="9959422" y="365807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Setor de Gestão Documental</a:t>
          </a:r>
        </a:p>
      </dsp:txBody>
      <dsp:txXfrm>
        <a:off x="9959422" y="3658073"/>
        <a:ext cx="1320176" cy="660088"/>
      </dsp:txXfrm>
    </dsp:sp>
    <dsp:sp modelId="{A8207F55-1877-4AFD-A053-E28682159F0A}">
      <dsp:nvSpPr>
        <dsp:cNvPr id="0" name=""/>
        <dsp:cNvSpPr/>
      </dsp:nvSpPr>
      <dsp:spPr>
        <a:xfrm>
          <a:off x="3619707" y="874097"/>
          <a:ext cx="1738897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ASSESSOR EXECUTIVO</a:t>
          </a:r>
        </a:p>
      </dsp:txBody>
      <dsp:txXfrm>
        <a:off x="3619707" y="874097"/>
        <a:ext cx="1738897" cy="660088"/>
      </dsp:txXfrm>
    </dsp:sp>
    <dsp:sp modelId="{490745F1-7228-4C01-80B4-6B866BF932DF}">
      <dsp:nvSpPr>
        <dsp:cNvPr id="0" name=""/>
        <dsp:cNvSpPr/>
      </dsp:nvSpPr>
      <dsp:spPr>
        <a:xfrm>
          <a:off x="5635842" y="874097"/>
          <a:ext cx="1706077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COORDENADORIA</a:t>
          </a:r>
        </a:p>
      </dsp:txBody>
      <dsp:txXfrm>
        <a:off x="5635842" y="874097"/>
        <a:ext cx="1706077" cy="66008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497223" y="662195"/>
          <a:ext cx="138618" cy="5699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9946"/>
              </a:lnTo>
              <a:lnTo>
                <a:pt x="138618" y="5699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358605" y="662195"/>
          <a:ext cx="138618" cy="569946"/>
        </a:xfrm>
        <a:custGeom>
          <a:avLst/>
          <a:gdLst/>
          <a:ahLst/>
          <a:cxnLst/>
          <a:rect l="0" t="0" r="0" b="0"/>
          <a:pathLst>
            <a:path>
              <a:moveTo>
                <a:pt x="138618" y="0"/>
              </a:moveTo>
              <a:lnTo>
                <a:pt x="138618" y="569946"/>
              </a:lnTo>
              <a:lnTo>
                <a:pt x="0" y="5699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A2BD5-AE73-4D91-B1FB-478019419F28}">
      <dsp:nvSpPr>
        <dsp:cNvPr id="0" name=""/>
        <dsp:cNvSpPr/>
      </dsp:nvSpPr>
      <dsp:spPr>
        <a:xfrm>
          <a:off x="8962688" y="2536847"/>
          <a:ext cx="198026" cy="1544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607"/>
              </a:lnTo>
              <a:lnTo>
                <a:pt x="198026" y="1544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684D49-319A-419B-B953-5F26A5FAEBDB}">
      <dsp:nvSpPr>
        <dsp:cNvPr id="0" name=""/>
        <dsp:cNvSpPr/>
      </dsp:nvSpPr>
      <dsp:spPr>
        <a:xfrm>
          <a:off x="8962688" y="2536847"/>
          <a:ext cx="198026" cy="607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7281"/>
              </a:lnTo>
              <a:lnTo>
                <a:pt x="198026" y="6072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18D60A-B1B0-4CF6-947C-5148BE7A98E3}">
      <dsp:nvSpPr>
        <dsp:cNvPr id="0" name=""/>
        <dsp:cNvSpPr/>
      </dsp:nvSpPr>
      <dsp:spPr>
        <a:xfrm>
          <a:off x="5497223" y="662195"/>
          <a:ext cx="3993535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3993535" y="1075944"/>
              </a:lnTo>
              <a:lnTo>
                <a:pt x="3993535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C92FA-8750-4B0B-A887-09009CFB9B98}">
      <dsp:nvSpPr>
        <dsp:cNvPr id="0" name=""/>
        <dsp:cNvSpPr/>
      </dsp:nvSpPr>
      <dsp:spPr>
        <a:xfrm>
          <a:off x="7365274" y="2536847"/>
          <a:ext cx="198026" cy="3234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34400"/>
              </a:lnTo>
              <a:lnTo>
                <a:pt x="198026" y="32344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88D7-F623-40B8-86F2-5691B3A77B53}">
      <dsp:nvSpPr>
        <dsp:cNvPr id="0" name=""/>
        <dsp:cNvSpPr/>
      </dsp:nvSpPr>
      <dsp:spPr>
        <a:xfrm>
          <a:off x="7365274" y="2536847"/>
          <a:ext cx="198026" cy="2335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5993"/>
              </a:lnTo>
              <a:lnTo>
                <a:pt x="198026" y="23359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7365274" y="2536847"/>
          <a:ext cx="198026" cy="1437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7580"/>
              </a:lnTo>
              <a:lnTo>
                <a:pt x="198026" y="14375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7365274" y="2536847"/>
          <a:ext cx="198026" cy="548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8903"/>
              </a:lnTo>
              <a:lnTo>
                <a:pt x="198026" y="548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497223" y="662195"/>
          <a:ext cx="2396121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2396121" y="1075944"/>
              </a:lnTo>
              <a:lnTo>
                <a:pt x="2396121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3D4A15-FAF3-45B2-862A-2FE5909C7721}">
      <dsp:nvSpPr>
        <dsp:cNvPr id="0" name=""/>
        <dsp:cNvSpPr/>
      </dsp:nvSpPr>
      <dsp:spPr>
        <a:xfrm>
          <a:off x="5767860" y="2536847"/>
          <a:ext cx="198026" cy="3234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34400"/>
              </a:lnTo>
              <a:lnTo>
                <a:pt x="198026" y="32344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43813-DEAC-47A0-8273-767F07D7A437}">
      <dsp:nvSpPr>
        <dsp:cNvPr id="0" name=""/>
        <dsp:cNvSpPr/>
      </dsp:nvSpPr>
      <dsp:spPr>
        <a:xfrm>
          <a:off x="5767860" y="2536847"/>
          <a:ext cx="198026" cy="2335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5993"/>
              </a:lnTo>
              <a:lnTo>
                <a:pt x="198026" y="23359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5767860" y="2536847"/>
          <a:ext cx="198026" cy="1437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7580"/>
              </a:lnTo>
              <a:lnTo>
                <a:pt x="198026" y="14375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5767860" y="2536847"/>
          <a:ext cx="198026" cy="548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8903"/>
              </a:lnTo>
              <a:lnTo>
                <a:pt x="198026" y="548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5497223" y="662195"/>
          <a:ext cx="798707" cy="1214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944"/>
              </a:lnTo>
              <a:lnTo>
                <a:pt x="798707" y="1075944"/>
              </a:lnTo>
              <a:lnTo>
                <a:pt x="798707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FE858-CD63-43A3-8366-3689ECAE4550}">
      <dsp:nvSpPr>
        <dsp:cNvPr id="0" name=""/>
        <dsp:cNvSpPr/>
      </dsp:nvSpPr>
      <dsp:spPr>
        <a:xfrm>
          <a:off x="4170446" y="2536847"/>
          <a:ext cx="198026" cy="2335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5993"/>
              </a:lnTo>
              <a:lnTo>
                <a:pt x="198026" y="23359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4170446" y="2536847"/>
          <a:ext cx="198026" cy="1437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7580"/>
              </a:lnTo>
              <a:lnTo>
                <a:pt x="198026" y="14375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4170446" y="2536847"/>
          <a:ext cx="198026" cy="548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8903"/>
              </a:lnTo>
              <a:lnTo>
                <a:pt x="198026" y="548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4698516" y="662195"/>
          <a:ext cx="798707" cy="1214562"/>
        </a:xfrm>
        <a:custGeom>
          <a:avLst/>
          <a:gdLst/>
          <a:ahLst/>
          <a:cxnLst/>
          <a:rect l="0" t="0" r="0" b="0"/>
          <a:pathLst>
            <a:path>
              <a:moveTo>
                <a:pt x="798707" y="0"/>
              </a:moveTo>
              <a:lnTo>
                <a:pt x="798707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4FFDB-CB36-4419-8799-1117B4C45D05}">
      <dsp:nvSpPr>
        <dsp:cNvPr id="0" name=""/>
        <dsp:cNvSpPr/>
      </dsp:nvSpPr>
      <dsp:spPr>
        <a:xfrm>
          <a:off x="2573031" y="2536847"/>
          <a:ext cx="198026" cy="548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8903"/>
              </a:lnTo>
              <a:lnTo>
                <a:pt x="198026" y="548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3101102" y="662195"/>
          <a:ext cx="2396121" cy="1214562"/>
        </a:xfrm>
        <a:custGeom>
          <a:avLst/>
          <a:gdLst/>
          <a:ahLst/>
          <a:cxnLst/>
          <a:rect l="0" t="0" r="0" b="0"/>
          <a:pathLst>
            <a:path>
              <a:moveTo>
                <a:pt x="2396121" y="0"/>
              </a:moveTo>
              <a:lnTo>
                <a:pt x="2396121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1E4AD8-9AE1-408A-9C3F-65D7D34D9E94}">
      <dsp:nvSpPr>
        <dsp:cNvPr id="0" name=""/>
        <dsp:cNvSpPr/>
      </dsp:nvSpPr>
      <dsp:spPr>
        <a:xfrm>
          <a:off x="975617" y="2536847"/>
          <a:ext cx="198026" cy="1437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7580"/>
              </a:lnTo>
              <a:lnTo>
                <a:pt x="198026" y="14375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C1441-3CBA-4DD2-AC94-5F049B8FFE8F}">
      <dsp:nvSpPr>
        <dsp:cNvPr id="0" name=""/>
        <dsp:cNvSpPr/>
      </dsp:nvSpPr>
      <dsp:spPr>
        <a:xfrm>
          <a:off x="975617" y="2536847"/>
          <a:ext cx="198026" cy="548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8903"/>
              </a:lnTo>
              <a:lnTo>
                <a:pt x="198026" y="548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1F6333-D23C-4EC2-9267-E9A3826C993D}">
      <dsp:nvSpPr>
        <dsp:cNvPr id="0" name=""/>
        <dsp:cNvSpPr/>
      </dsp:nvSpPr>
      <dsp:spPr>
        <a:xfrm>
          <a:off x="1503688" y="662195"/>
          <a:ext cx="3993535" cy="1214562"/>
        </a:xfrm>
        <a:custGeom>
          <a:avLst/>
          <a:gdLst/>
          <a:ahLst/>
          <a:cxnLst/>
          <a:rect l="0" t="0" r="0" b="0"/>
          <a:pathLst>
            <a:path>
              <a:moveTo>
                <a:pt x="3993535" y="0"/>
              </a:moveTo>
              <a:lnTo>
                <a:pt x="3993535" y="1075944"/>
              </a:lnTo>
              <a:lnTo>
                <a:pt x="0" y="1075944"/>
              </a:lnTo>
              <a:lnTo>
                <a:pt x="0" y="1214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407410" y="2107"/>
          <a:ext cx="4179627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SECRETARIA MUNICIPAL DE OBRAS, ENGENHARIA E INFRAESTRUTURA</a:t>
          </a:r>
        </a:p>
      </dsp:txBody>
      <dsp:txXfrm>
        <a:off x="3407410" y="2107"/>
        <a:ext cx="4179627" cy="660088"/>
      </dsp:txXfrm>
    </dsp:sp>
    <dsp:sp modelId="{DF37597B-EA07-4D1A-B4DB-2C245CC0833D}">
      <dsp:nvSpPr>
        <dsp:cNvPr id="0" name=""/>
        <dsp:cNvSpPr/>
      </dsp:nvSpPr>
      <dsp:spPr>
        <a:xfrm>
          <a:off x="843600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Administrativa</a:t>
          </a:r>
        </a:p>
      </dsp:txBody>
      <dsp:txXfrm>
        <a:off x="843600" y="1876758"/>
        <a:ext cx="1320176" cy="660088"/>
      </dsp:txXfrm>
    </dsp:sp>
    <dsp:sp modelId="{316773ED-A518-4CAF-9276-BE0FE7439E79}">
      <dsp:nvSpPr>
        <dsp:cNvPr id="0" name=""/>
        <dsp:cNvSpPr/>
      </dsp:nvSpPr>
      <dsp:spPr>
        <a:xfrm>
          <a:off x="1173644" y="275570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Apoio Administrativo</a:t>
          </a:r>
        </a:p>
      </dsp:txBody>
      <dsp:txXfrm>
        <a:off x="1173644" y="2755706"/>
        <a:ext cx="1320176" cy="660088"/>
      </dsp:txXfrm>
    </dsp:sp>
    <dsp:sp modelId="{6A8AC019-4EE8-4B98-A586-417BC96DF943}">
      <dsp:nvSpPr>
        <dsp:cNvPr id="0" name=""/>
        <dsp:cNvSpPr/>
      </dsp:nvSpPr>
      <dsp:spPr>
        <a:xfrm>
          <a:off x="1173644" y="364438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Gestão de Concessão dos Serviços de Água e Esgoto</a:t>
          </a:r>
        </a:p>
      </dsp:txBody>
      <dsp:txXfrm>
        <a:off x="1173644" y="3644383"/>
        <a:ext cx="1320176" cy="660088"/>
      </dsp:txXfrm>
    </dsp:sp>
    <dsp:sp modelId="{145EEDCF-16FE-43DF-9591-B15FA8713D0E}">
      <dsp:nvSpPr>
        <dsp:cNvPr id="0" name=""/>
        <dsp:cNvSpPr/>
      </dsp:nvSpPr>
      <dsp:spPr>
        <a:xfrm>
          <a:off x="2441014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Planejamento Urbano</a:t>
          </a:r>
        </a:p>
      </dsp:txBody>
      <dsp:txXfrm>
        <a:off x="2441014" y="1876758"/>
        <a:ext cx="1320176" cy="660088"/>
      </dsp:txXfrm>
    </dsp:sp>
    <dsp:sp modelId="{C27F17B6-C1E2-4B95-9EA1-506B466147E9}">
      <dsp:nvSpPr>
        <dsp:cNvPr id="0" name=""/>
        <dsp:cNvSpPr/>
      </dsp:nvSpPr>
      <dsp:spPr>
        <a:xfrm>
          <a:off x="2771058" y="275570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Planejamento, Desenvolvimento Urbano e Gestão de Contrapartidas</a:t>
          </a:r>
        </a:p>
      </dsp:txBody>
      <dsp:txXfrm>
        <a:off x="2771058" y="2755706"/>
        <a:ext cx="1320176" cy="660088"/>
      </dsp:txXfrm>
    </dsp:sp>
    <dsp:sp modelId="{3CD85A99-C301-405C-AE39-087826A9739B}">
      <dsp:nvSpPr>
        <dsp:cNvPr id="0" name=""/>
        <dsp:cNvSpPr/>
      </dsp:nvSpPr>
      <dsp:spPr>
        <a:xfrm>
          <a:off x="4038428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Manutenção</a:t>
          </a:r>
        </a:p>
      </dsp:txBody>
      <dsp:txXfrm>
        <a:off x="4038428" y="1876758"/>
        <a:ext cx="1320176" cy="660088"/>
      </dsp:txXfrm>
    </dsp:sp>
    <dsp:sp modelId="{BCACADFF-A8BC-47F6-A206-ED3E49DDCBCD}">
      <dsp:nvSpPr>
        <dsp:cNvPr id="0" name=""/>
        <dsp:cNvSpPr/>
      </dsp:nvSpPr>
      <dsp:spPr>
        <a:xfrm>
          <a:off x="4368472" y="275570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Manutenção de Vias Urbanas e Rurais</a:t>
          </a:r>
        </a:p>
      </dsp:txBody>
      <dsp:txXfrm>
        <a:off x="4368472" y="2755706"/>
        <a:ext cx="1320176" cy="660088"/>
      </dsp:txXfrm>
    </dsp:sp>
    <dsp:sp modelId="{C499D009-D150-45C6-B3CC-C362209D133F}">
      <dsp:nvSpPr>
        <dsp:cNvPr id="0" name=""/>
        <dsp:cNvSpPr/>
      </dsp:nvSpPr>
      <dsp:spPr>
        <a:xfrm>
          <a:off x="4368472" y="364438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Manutenção de Edificações Públicas</a:t>
          </a:r>
        </a:p>
      </dsp:txBody>
      <dsp:txXfrm>
        <a:off x="4368472" y="3644383"/>
        <a:ext cx="1320176" cy="660088"/>
      </dsp:txXfrm>
    </dsp:sp>
    <dsp:sp modelId="{B4126409-BAB4-4277-AC9E-045A64B639AC}">
      <dsp:nvSpPr>
        <dsp:cNvPr id="0" name=""/>
        <dsp:cNvSpPr/>
      </dsp:nvSpPr>
      <dsp:spPr>
        <a:xfrm>
          <a:off x="4368472" y="454279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Manutenção de Iluminação Pública</a:t>
          </a:r>
        </a:p>
      </dsp:txBody>
      <dsp:txXfrm>
        <a:off x="4368472" y="4542796"/>
        <a:ext cx="1320176" cy="660088"/>
      </dsp:txXfrm>
    </dsp:sp>
    <dsp:sp modelId="{DDD729F6-4CE6-4BBD-A2F3-807ABD78F710}">
      <dsp:nvSpPr>
        <dsp:cNvPr id="0" name=""/>
        <dsp:cNvSpPr/>
      </dsp:nvSpPr>
      <dsp:spPr>
        <a:xfrm>
          <a:off x="5635842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Projetos e Obras</a:t>
          </a:r>
        </a:p>
      </dsp:txBody>
      <dsp:txXfrm>
        <a:off x="5635842" y="1876758"/>
        <a:ext cx="1320176" cy="660088"/>
      </dsp:txXfrm>
    </dsp:sp>
    <dsp:sp modelId="{19CBCE9C-9352-4252-B303-D79EE2BDF793}">
      <dsp:nvSpPr>
        <dsp:cNvPr id="0" name=""/>
        <dsp:cNvSpPr/>
      </dsp:nvSpPr>
      <dsp:spPr>
        <a:xfrm>
          <a:off x="5965886" y="275570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Projetos</a:t>
          </a:r>
        </a:p>
      </dsp:txBody>
      <dsp:txXfrm>
        <a:off x="5965886" y="2755706"/>
        <a:ext cx="1320176" cy="660088"/>
      </dsp:txXfrm>
    </dsp:sp>
    <dsp:sp modelId="{B63548F3-67B9-471D-B536-52A20A1C6AD7}">
      <dsp:nvSpPr>
        <dsp:cNvPr id="0" name=""/>
        <dsp:cNvSpPr/>
      </dsp:nvSpPr>
      <dsp:spPr>
        <a:xfrm>
          <a:off x="5965886" y="364438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Fiscalização de Obras Públicas</a:t>
          </a:r>
        </a:p>
      </dsp:txBody>
      <dsp:txXfrm>
        <a:off x="5965886" y="3644383"/>
        <a:ext cx="1320176" cy="660088"/>
      </dsp:txXfrm>
    </dsp:sp>
    <dsp:sp modelId="{01B49847-E5FF-4C0E-B02C-377744D870F5}">
      <dsp:nvSpPr>
        <dsp:cNvPr id="0" name=""/>
        <dsp:cNvSpPr/>
      </dsp:nvSpPr>
      <dsp:spPr>
        <a:xfrm>
          <a:off x="5965886" y="454279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Gerenciamento de Contratos de Obras Públicas</a:t>
          </a:r>
        </a:p>
      </dsp:txBody>
      <dsp:txXfrm>
        <a:off x="5965886" y="4542796"/>
        <a:ext cx="1320176" cy="660088"/>
      </dsp:txXfrm>
    </dsp:sp>
    <dsp:sp modelId="{FA234D32-78B4-451A-8002-6C7CDAABCF5D}">
      <dsp:nvSpPr>
        <dsp:cNvPr id="0" name=""/>
        <dsp:cNvSpPr/>
      </dsp:nvSpPr>
      <dsp:spPr>
        <a:xfrm>
          <a:off x="5965886" y="544120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Drenagem Urbana</a:t>
          </a:r>
        </a:p>
      </dsp:txBody>
      <dsp:txXfrm>
        <a:off x="5965886" y="5441203"/>
        <a:ext cx="1320176" cy="660088"/>
      </dsp:txXfrm>
    </dsp:sp>
    <dsp:sp modelId="{D0031397-1155-4F09-A31D-40BFFBAC8519}">
      <dsp:nvSpPr>
        <dsp:cNvPr id="0" name=""/>
        <dsp:cNvSpPr/>
      </dsp:nvSpPr>
      <dsp:spPr>
        <a:xfrm>
          <a:off x="7233256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Licenciamento e Regularização</a:t>
          </a:r>
        </a:p>
      </dsp:txBody>
      <dsp:txXfrm>
        <a:off x="7233256" y="1876758"/>
        <a:ext cx="1320176" cy="660088"/>
      </dsp:txXfrm>
    </dsp:sp>
    <dsp:sp modelId="{46D94D2C-3C2A-4644-B96C-327B2FBE461A}">
      <dsp:nvSpPr>
        <dsp:cNvPr id="0" name=""/>
        <dsp:cNvSpPr/>
      </dsp:nvSpPr>
      <dsp:spPr>
        <a:xfrm>
          <a:off x="7563300" y="275570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Licenciamento de Obras</a:t>
          </a:r>
        </a:p>
      </dsp:txBody>
      <dsp:txXfrm>
        <a:off x="7563300" y="2755706"/>
        <a:ext cx="1320176" cy="660088"/>
      </dsp:txXfrm>
    </dsp:sp>
    <dsp:sp modelId="{DE7C1172-0890-4878-8F86-95E5530C4709}">
      <dsp:nvSpPr>
        <dsp:cNvPr id="0" name=""/>
        <dsp:cNvSpPr/>
      </dsp:nvSpPr>
      <dsp:spPr>
        <a:xfrm>
          <a:off x="7563300" y="364438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Fiscalização e Regularização</a:t>
          </a:r>
        </a:p>
      </dsp:txBody>
      <dsp:txXfrm>
        <a:off x="7563300" y="3644383"/>
        <a:ext cx="1320176" cy="660088"/>
      </dsp:txXfrm>
    </dsp:sp>
    <dsp:sp modelId="{5A3AF29F-DB0D-4A51-AA1F-0906720DFCCD}">
      <dsp:nvSpPr>
        <dsp:cNvPr id="0" name=""/>
        <dsp:cNvSpPr/>
      </dsp:nvSpPr>
      <dsp:spPr>
        <a:xfrm>
          <a:off x="7563300" y="4542796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Topografia e Georreferenciamento</a:t>
          </a:r>
        </a:p>
      </dsp:txBody>
      <dsp:txXfrm>
        <a:off x="7563300" y="4542796"/>
        <a:ext cx="1320176" cy="660088"/>
      </dsp:txXfrm>
    </dsp:sp>
    <dsp:sp modelId="{E3B7A292-D246-431F-A06C-74CCAB318BD8}">
      <dsp:nvSpPr>
        <dsp:cNvPr id="0" name=""/>
        <dsp:cNvSpPr/>
      </dsp:nvSpPr>
      <dsp:spPr>
        <a:xfrm>
          <a:off x="7563300" y="5441203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Regularização Fundiária de Interesse Específico</a:t>
          </a:r>
        </a:p>
      </dsp:txBody>
      <dsp:txXfrm>
        <a:off x="7563300" y="5441203"/>
        <a:ext cx="1320176" cy="660088"/>
      </dsp:txXfrm>
    </dsp:sp>
    <dsp:sp modelId="{F53C521C-7329-462F-BA4B-F05FFAFC9CD2}">
      <dsp:nvSpPr>
        <dsp:cNvPr id="0" name=""/>
        <dsp:cNvSpPr/>
      </dsp:nvSpPr>
      <dsp:spPr>
        <a:xfrm>
          <a:off x="8830670" y="1876758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Convênios e Operações de Recursos Externos</a:t>
          </a:r>
        </a:p>
      </dsp:txBody>
      <dsp:txXfrm>
        <a:off x="8830670" y="1876758"/>
        <a:ext cx="1320176" cy="660088"/>
      </dsp:txXfrm>
    </dsp:sp>
    <dsp:sp modelId="{10768755-1FC6-4848-BC4F-7827B7954355}">
      <dsp:nvSpPr>
        <dsp:cNvPr id="0" name=""/>
        <dsp:cNvSpPr/>
      </dsp:nvSpPr>
      <dsp:spPr>
        <a:xfrm>
          <a:off x="9160715" y="2814084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Setor de Operacionalização de Convênios</a:t>
          </a:r>
          <a:endParaRPr lang="pt-BR" sz="1000" kern="1200" dirty="0"/>
        </a:p>
      </dsp:txBody>
      <dsp:txXfrm>
        <a:off x="9160715" y="2814084"/>
        <a:ext cx="1320176" cy="660088"/>
      </dsp:txXfrm>
    </dsp:sp>
    <dsp:sp modelId="{CD8B521F-53FA-4121-82F9-1927FA248C11}">
      <dsp:nvSpPr>
        <dsp:cNvPr id="0" name=""/>
        <dsp:cNvSpPr/>
      </dsp:nvSpPr>
      <dsp:spPr>
        <a:xfrm>
          <a:off x="9160715" y="3751409"/>
          <a:ext cx="1320176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Prestação de Contas e Monitoramento</a:t>
          </a:r>
        </a:p>
      </dsp:txBody>
      <dsp:txXfrm>
        <a:off x="9160715" y="3751409"/>
        <a:ext cx="1320176" cy="660088"/>
      </dsp:txXfrm>
    </dsp:sp>
    <dsp:sp modelId="{A8207F55-1877-4AFD-A053-E28682159F0A}">
      <dsp:nvSpPr>
        <dsp:cNvPr id="0" name=""/>
        <dsp:cNvSpPr/>
      </dsp:nvSpPr>
      <dsp:spPr>
        <a:xfrm>
          <a:off x="3619720" y="902098"/>
          <a:ext cx="1738884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ASSESSOR EXECUTIVO</a:t>
          </a:r>
        </a:p>
      </dsp:txBody>
      <dsp:txXfrm>
        <a:off x="3619720" y="902098"/>
        <a:ext cx="1738884" cy="660088"/>
      </dsp:txXfrm>
    </dsp:sp>
    <dsp:sp modelId="{490745F1-7228-4C01-80B4-6B866BF932DF}">
      <dsp:nvSpPr>
        <dsp:cNvPr id="0" name=""/>
        <dsp:cNvSpPr/>
      </dsp:nvSpPr>
      <dsp:spPr>
        <a:xfrm>
          <a:off x="5635842" y="902098"/>
          <a:ext cx="1692242" cy="660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COORDENADORIA</a:t>
          </a:r>
        </a:p>
      </dsp:txBody>
      <dsp:txXfrm>
        <a:off x="5635842" y="902098"/>
        <a:ext cx="1692242" cy="66008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D0547-AA7B-4695-B7A4-240B3BD78691}">
      <dsp:nvSpPr>
        <dsp:cNvPr id="0" name=""/>
        <dsp:cNvSpPr/>
      </dsp:nvSpPr>
      <dsp:spPr>
        <a:xfrm>
          <a:off x="5468280" y="777745"/>
          <a:ext cx="162931" cy="6165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6500"/>
              </a:lnTo>
              <a:lnTo>
                <a:pt x="162931" y="6165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305348" y="777745"/>
          <a:ext cx="162931" cy="616500"/>
        </a:xfrm>
        <a:custGeom>
          <a:avLst/>
          <a:gdLst/>
          <a:ahLst/>
          <a:cxnLst/>
          <a:rect l="0" t="0" r="0" b="0"/>
          <a:pathLst>
            <a:path>
              <a:moveTo>
                <a:pt x="162931" y="0"/>
              </a:moveTo>
              <a:lnTo>
                <a:pt x="162931" y="616500"/>
              </a:lnTo>
              <a:lnTo>
                <a:pt x="0" y="6165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2EF46-98B8-4E21-AD3B-078F42B04F6C}">
      <dsp:nvSpPr>
        <dsp:cNvPr id="0" name=""/>
        <dsp:cNvSpPr/>
      </dsp:nvSpPr>
      <dsp:spPr>
        <a:xfrm>
          <a:off x="7663972" y="2981197"/>
          <a:ext cx="232758" cy="626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6230"/>
              </a:lnTo>
              <a:lnTo>
                <a:pt x="232758" y="6262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C573A-E599-46DF-A400-949851F5727C}">
      <dsp:nvSpPr>
        <dsp:cNvPr id="0" name=""/>
        <dsp:cNvSpPr/>
      </dsp:nvSpPr>
      <dsp:spPr>
        <a:xfrm>
          <a:off x="5468280" y="777745"/>
          <a:ext cx="2816383" cy="1427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4656"/>
              </a:lnTo>
              <a:lnTo>
                <a:pt x="2816383" y="1264656"/>
              </a:lnTo>
              <a:lnTo>
                <a:pt x="2816383" y="14275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D288D7-F623-40B8-86F2-5691B3A77B53}">
      <dsp:nvSpPr>
        <dsp:cNvPr id="0" name=""/>
        <dsp:cNvSpPr/>
      </dsp:nvSpPr>
      <dsp:spPr>
        <a:xfrm>
          <a:off x="5786384" y="2981197"/>
          <a:ext cx="232758" cy="2683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819"/>
              </a:lnTo>
              <a:lnTo>
                <a:pt x="232758" y="26838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4467F-3FFE-4D59-AEF2-64D539EB442D}">
      <dsp:nvSpPr>
        <dsp:cNvPr id="0" name=""/>
        <dsp:cNvSpPr/>
      </dsp:nvSpPr>
      <dsp:spPr>
        <a:xfrm>
          <a:off x="5786384" y="2981197"/>
          <a:ext cx="232758" cy="16598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9850"/>
              </a:lnTo>
              <a:lnTo>
                <a:pt x="232758" y="16598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A4E30-63E7-4C31-BF7D-B93E18044064}">
      <dsp:nvSpPr>
        <dsp:cNvPr id="0" name=""/>
        <dsp:cNvSpPr/>
      </dsp:nvSpPr>
      <dsp:spPr>
        <a:xfrm>
          <a:off x="5786384" y="2981197"/>
          <a:ext cx="232758" cy="626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6230"/>
              </a:lnTo>
              <a:lnTo>
                <a:pt x="232758" y="6262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468280" y="777745"/>
          <a:ext cx="938794" cy="1427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4656"/>
              </a:lnTo>
              <a:lnTo>
                <a:pt x="938794" y="1264656"/>
              </a:lnTo>
              <a:lnTo>
                <a:pt x="938794" y="14275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43813-DEAC-47A0-8273-767F07D7A437}">
      <dsp:nvSpPr>
        <dsp:cNvPr id="0" name=""/>
        <dsp:cNvSpPr/>
      </dsp:nvSpPr>
      <dsp:spPr>
        <a:xfrm>
          <a:off x="3908795" y="2981197"/>
          <a:ext cx="232758" cy="2683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819"/>
              </a:lnTo>
              <a:lnTo>
                <a:pt x="232758" y="26838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84F0C-8EC3-4A0A-9CBE-845D8DC75645}">
      <dsp:nvSpPr>
        <dsp:cNvPr id="0" name=""/>
        <dsp:cNvSpPr/>
      </dsp:nvSpPr>
      <dsp:spPr>
        <a:xfrm>
          <a:off x="3908795" y="2981197"/>
          <a:ext cx="232758" cy="16598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9850"/>
              </a:lnTo>
              <a:lnTo>
                <a:pt x="232758" y="16598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F88E9-3BAE-4892-8C48-E7764BB5F279}">
      <dsp:nvSpPr>
        <dsp:cNvPr id="0" name=""/>
        <dsp:cNvSpPr/>
      </dsp:nvSpPr>
      <dsp:spPr>
        <a:xfrm>
          <a:off x="3908795" y="2981197"/>
          <a:ext cx="232758" cy="626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6230"/>
              </a:lnTo>
              <a:lnTo>
                <a:pt x="232758" y="6262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CECAF-4583-4381-A15F-0B63A7CD1DC8}">
      <dsp:nvSpPr>
        <dsp:cNvPr id="0" name=""/>
        <dsp:cNvSpPr/>
      </dsp:nvSpPr>
      <dsp:spPr>
        <a:xfrm>
          <a:off x="4529485" y="777745"/>
          <a:ext cx="938794" cy="1427588"/>
        </a:xfrm>
        <a:custGeom>
          <a:avLst/>
          <a:gdLst/>
          <a:ahLst/>
          <a:cxnLst/>
          <a:rect l="0" t="0" r="0" b="0"/>
          <a:pathLst>
            <a:path>
              <a:moveTo>
                <a:pt x="938794" y="0"/>
              </a:moveTo>
              <a:lnTo>
                <a:pt x="938794" y="1264656"/>
              </a:lnTo>
              <a:lnTo>
                <a:pt x="0" y="1264656"/>
              </a:lnTo>
              <a:lnTo>
                <a:pt x="0" y="14275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4FFDB-CB36-4419-8799-1117B4C45D05}">
      <dsp:nvSpPr>
        <dsp:cNvPr id="0" name=""/>
        <dsp:cNvSpPr/>
      </dsp:nvSpPr>
      <dsp:spPr>
        <a:xfrm>
          <a:off x="2031206" y="2981197"/>
          <a:ext cx="232758" cy="626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6230"/>
              </a:lnTo>
              <a:lnTo>
                <a:pt x="232758" y="62623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93C2A-B7AD-4F23-8883-A754BF95EABE}">
      <dsp:nvSpPr>
        <dsp:cNvPr id="0" name=""/>
        <dsp:cNvSpPr/>
      </dsp:nvSpPr>
      <dsp:spPr>
        <a:xfrm>
          <a:off x="2651896" y="777745"/>
          <a:ext cx="2816383" cy="1427588"/>
        </a:xfrm>
        <a:custGeom>
          <a:avLst/>
          <a:gdLst/>
          <a:ahLst/>
          <a:cxnLst/>
          <a:rect l="0" t="0" r="0" b="0"/>
          <a:pathLst>
            <a:path>
              <a:moveTo>
                <a:pt x="2816383" y="0"/>
              </a:moveTo>
              <a:lnTo>
                <a:pt x="2816383" y="1264656"/>
              </a:lnTo>
              <a:lnTo>
                <a:pt x="0" y="1264656"/>
              </a:lnTo>
              <a:lnTo>
                <a:pt x="0" y="14275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011928" y="1882"/>
          <a:ext cx="4912703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SECRETARIA MUNICIPAL DE ZELADORIA E MEIO AMBIENTE</a:t>
          </a:r>
        </a:p>
      </dsp:txBody>
      <dsp:txXfrm>
        <a:off x="3011928" y="1882"/>
        <a:ext cx="4912703" cy="775863"/>
      </dsp:txXfrm>
    </dsp:sp>
    <dsp:sp modelId="{145EEDCF-16FE-43DF-9591-B15FA8713D0E}">
      <dsp:nvSpPr>
        <dsp:cNvPr id="0" name=""/>
        <dsp:cNvSpPr/>
      </dsp:nvSpPr>
      <dsp:spPr>
        <a:xfrm>
          <a:off x="1876033" y="220533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Administrativa</a:t>
          </a:r>
        </a:p>
      </dsp:txBody>
      <dsp:txXfrm>
        <a:off x="1876033" y="2205334"/>
        <a:ext cx="1551726" cy="775863"/>
      </dsp:txXfrm>
    </dsp:sp>
    <dsp:sp modelId="{C27F17B6-C1E2-4B95-9EA1-506B466147E9}">
      <dsp:nvSpPr>
        <dsp:cNvPr id="0" name=""/>
        <dsp:cNvSpPr/>
      </dsp:nvSpPr>
      <dsp:spPr>
        <a:xfrm>
          <a:off x="2263965" y="3219495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Apoio Administrativo</a:t>
          </a:r>
        </a:p>
      </dsp:txBody>
      <dsp:txXfrm>
        <a:off x="2263965" y="3219495"/>
        <a:ext cx="1551726" cy="775863"/>
      </dsp:txXfrm>
    </dsp:sp>
    <dsp:sp modelId="{DDD729F6-4CE6-4BBD-A2F3-807ABD78F710}">
      <dsp:nvSpPr>
        <dsp:cNvPr id="0" name=""/>
        <dsp:cNvSpPr/>
      </dsp:nvSpPr>
      <dsp:spPr>
        <a:xfrm>
          <a:off x="3753622" y="220533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de Serviços de Zeladoria</a:t>
          </a:r>
        </a:p>
      </dsp:txBody>
      <dsp:txXfrm>
        <a:off x="3753622" y="2205334"/>
        <a:ext cx="1551726" cy="775863"/>
      </dsp:txXfrm>
    </dsp:sp>
    <dsp:sp modelId="{19CBCE9C-9352-4252-B303-D79EE2BDF793}">
      <dsp:nvSpPr>
        <dsp:cNvPr id="0" name=""/>
        <dsp:cNvSpPr/>
      </dsp:nvSpPr>
      <dsp:spPr>
        <a:xfrm>
          <a:off x="4141554" y="3219495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Conservação Urbana</a:t>
          </a:r>
        </a:p>
      </dsp:txBody>
      <dsp:txXfrm>
        <a:off x="4141554" y="3219495"/>
        <a:ext cx="1551726" cy="775863"/>
      </dsp:txXfrm>
    </dsp:sp>
    <dsp:sp modelId="{B63548F3-67B9-471D-B536-52A20A1C6AD7}">
      <dsp:nvSpPr>
        <dsp:cNvPr id="0" name=""/>
        <dsp:cNvSpPr/>
      </dsp:nvSpPr>
      <dsp:spPr>
        <a:xfrm>
          <a:off x="4141554" y="4253116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Conservação de Áreas Verdes</a:t>
          </a:r>
        </a:p>
      </dsp:txBody>
      <dsp:txXfrm>
        <a:off x="4141554" y="4253116"/>
        <a:ext cx="1551726" cy="775863"/>
      </dsp:txXfrm>
    </dsp:sp>
    <dsp:sp modelId="{01B49847-E5FF-4C0E-B02C-377744D870F5}">
      <dsp:nvSpPr>
        <dsp:cNvPr id="0" name=""/>
        <dsp:cNvSpPr/>
      </dsp:nvSpPr>
      <dsp:spPr>
        <a:xfrm>
          <a:off x="4141554" y="527708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Arborização e Paisagismo </a:t>
          </a:r>
        </a:p>
      </dsp:txBody>
      <dsp:txXfrm>
        <a:off x="4141554" y="5277084"/>
        <a:ext cx="1551726" cy="775863"/>
      </dsp:txXfrm>
    </dsp:sp>
    <dsp:sp modelId="{D0031397-1155-4F09-A31D-40BFFBAC8519}">
      <dsp:nvSpPr>
        <dsp:cNvPr id="0" name=""/>
        <dsp:cNvSpPr/>
      </dsp:nvSpPr>
      <dsp:spPr>
        <a:xfrm>
          <a:off x="5631211" y="220533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de Meio Ambiente</a:t>
          </a:r>
        </a:p>
      </dsp:txBody>
      <dsp:txXfrm>
        <a:off x="5631211" y="2205334"/>
        <a:ext cx="1551726" cy="775863"/>
      </dsp:txXfrm>
    </dsp:sp>
    <dsp:sp modelId="{46D94D2C-3C2A-4644-B96C-327B2FBE461A}">
      <dsp:nvSpPr>
        <dsp:cNvPr id="0" name=""/>
        <dsp:cNvSpPr/>
      </dsp:nvSpPr>
      <dsp:spPr>
        <a:xfrm>
          <a:off x="6019143" y="3219495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Manutenção, Operação e Instalações Ambientais</a:t>
          </a:r>
        </a:p>
      </dsp:txBody>
      <dsp:txXfrm>
        <a:off x="6019143" y="3219495"/>
        <a:ext cx="1551726" cy="775863"/>
      </dsp:txXfrm>
    </dsp:sp>
    <dsp:sp modelId="{DE7C1172-0890-4878-8F86-95E5530C4709}">
      <dsp:nvSpPr>
        <dsp:cNvPr id="0" name=""/>
        <dsp:cNvSpPr/>
      </dsp:nvSpPr>
      <dsp:spPr>
        <a:xfrm>
          <a:off x="6019143" y="4253116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Fiscalização e Licenciamentos</a:t>
          </a:r>
        </a:p>
      </dsp:txBody>
      <dsp:txXfrm>
        <a:off x="6019143" y="4253116"/>
        <a:ext cx="1551726" cy="775863"/>
      </dsp:txXfrm>
    </dsp:sp>
    <dsp:sp modelId="{5A3AF29F-DB0D-4A51-AA1F-0906720DFCCD}">
      <dsp:nvSpPr>
        <dsp:cNvPr id="0" name=""/>
        <dsp:cNvSpPr/>
      </dsp:nvSpPr>
      <dsp:spPr>
        <a:xfrm>
          <a:off x="6019143" y="527708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Educação Ambiental</a:t>
          </a:r>
        </a:p>
      </dsp:txBody>
      <dsp:txXfrm>
        <a:off x="6019143" y="5277084"/>
        <a:ext cx="1551726" cy="775863"/>
      </dsp:txXfrm>
    </dsp:sp>
    <dsp:sp modelId="{F9B31A21-ABF6-4080-9BFF-F79CC1E5954A}">
      <dsp:nvSpPr>
        <dsp:cNvPr id="0" name=""/>
        <dsp:cNvSpPr/>
      </dsp:nvSpPr>
      <dsp:spPr>
        <a:xfrm>
          <a:off x="7508800" y="2205334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Divisão de Proteção e Bem-Estar Animal</a:t>
          </a:r>
        </a:p>
      </dsp:txBody>
      <dsp:txXfrm>
        <a:off x="7508800" y="2205334"/>
        <a:ext cx="1551726" cy="775863"/>
      </dsp:txXfrm>
    </dsp:sp>
    <dsp:sp modelId="{830EF56D-2EE8-4C01-A9A4-B32A0E361494}">
      <dsp:nvSpPr>
        <dsp:cNvPr id="0" name=""/>
        <dsp:cNvSpPr/>
      </dsp:nvSpPr>
      <dsp:spPr>
        <a:xfrm>
          <a:off x="7896731" y="3219495"/>
          <a:ext cx="15517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Setor de Acolhimento e Proteção Animal</a:t>
          </a:r>
        </a:p>
      </dsp:txBody>
      <dsp:txXfrm>
        <a:off x="7896731" y="3219495"/>
        <a:ext cx="1551726" cy="775863"/>
      </dsp:txXfrm>
    </dsp:sp>
    <dsp:sp modelId="{A8207F55-1877-4AFD-A053-E28682159F0A}">
      <dsp:nvSpPr>
        <dsp:cNvPr id="0" name=""/>
        <dsp:cNvSpPr/>
      </dsp:nvSpPr>
      <dsp:spPr>
        <a:xfrm>
          <a:off x="3196676" y="1006315"/>
          <a:ext cx="2108671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ASSESSOR EXECUTIVO</a:t>
          </a:r>
        </a:p>
      </dsp:txBody>
      <dsp:txXfrm>
        <a:off x="3196676" y="1006315"/>
        <a:ext cx="2108671" cy="775863"/>
      </dsp:txXfrm>
    </dsp:sp>
    <dsp:sp modelId="{490745F1-7228-4C01-80B4-6B866BF932DF}">
      <dsp:nvSpPr>
        <dsp:cNvPr id="0" name=""/>
        <dsp:cNvSpPr/>
      </dsp:nvSpPr>
      <dsp:spPr>
        <a:xfrm>
          <a:off x="5631211" y="1006315"/>
          <a:ext cx="1972926" cy="775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COORDENADORIA</a:t>
          </a:r>
        </a:p>
      </dsp:txBody>
      <dsp:txXfrm>
        <a:off x="5631211" y="1006315"/>
        <a:ext cx="1972926" cy="77586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FC127-CCEF-46C8-9671-459DF6897D68}">
      <dsp:nvSpPr>
        <dsp:cNvPr id="0" name=""/>
        <dsp:cNvSpPr/>
      </dsp:nvSpPr>
      <dsp:spPr>
        <a:xfrm>
          <a:off x="5529340" y="575874"/>
          <a:ext cx="132905" cy="2160321"/>
        </a:xfrm>
        <a:custGeom>
          <a:avLst/>
          <a:gdLst/>
          <a:ahLst/>
          <a:cxnLst/>
          <a:rect l="0" t="0" r="0" b="0"/>
          <a:pathLst>
            <a:path>
              <a:moveTo>
                <a:pt x="132905" y="0"/>
              </a:moveTo>
              <a:lnTo>
                <a:pt x="132905" y="2160321"/>
              </a:lnTo>
              <a:lnTo>
                <a:pt x="0" y="21603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EFDB3-4374-4AD6-874A-20EDF9A2FE97}">
      <dsp:nvSpPr>
        <dsp:cNvPr id="0" name=""/>
        <dsp:cNvSpPr/>
      </dsp:nvSpPr>
      <dsp:spPr>
        <a:xfrm>
          <a:off x="5662246" y="575874"/>
          <a:ext cx="148717" cy="1344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4455"/>
              </a:lnTo>
              <a:lnTo>
                <a:pt x="148717" y="13444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67F48-A4A3-48B7-931C-8BCBA0AA96D2}">
      <dsp:nvSpPr>
        <dsp:cNvPr id="0" name=""/>
        <dsp:cNvSpPr/>
      </dsp:nvSpPr>
      <dsp:spPr>
        <a:xfrm>
          <a:off x="5535373" y="575874"/>
          <a:ext cx="126872" cy="1344455"/>
        </a:xfrm>
        <a:custGeom>
          <a:avLst/>
          <a:gdLst/>
          <a:ahLst/>
          <a:cxnLst/>
          <a:rect l="0" t="0" r="0" b="0"/>
          <a:pathLst>
            <a:path>
              <a:moveTo>
                <a:pt x="126872" y="0"/>
              </a:moveTo>
              <a:lnTo>
                <a:pt x="126872" y="1344455"/>
              </a:lnTo>
              <a:lnTo>
                <a:pt x="0" y="13444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D0547-AA7B-4695-B7A4-240B3BD78691}">
      <dsp:nvSpPr>
        <dsp:cNvPr id="0" name=""/>
        <dsp:cNvSpPr/>
      </dsp:nvSpPr>
      <dsp:spPr>
        <a:xfrm>
          <a:off x="5662246" y="575874"/>
          <a:ext cx="120656" cy="528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589"/>
              </a:lnTo>
              <a:lnTo>
                <a:pt x="120656" y="5285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CE296-F9DE-4115-A733-0B78A1A1AEDE}">
      <dsp:nvSpPr>
        <dsp:cNvPr id="0" name=""/>
        <dsp:cNvSpPr/>
      </dsp:nvSpPr>
      <dsp:spPr>
        <a:xfrm>
          <a:off x="5541589" y="575874"/>
          <a:ext cx="120656" cy="528589"/>
        </a:xfrm>
        <a:custGeom>
          <a:avLst/>
          <a:gdLst/>
          <a:ahLst/>
          <a:cxnLst/>
          <a:rect l="0" t="0" r="0" b="0"/>
          <a:pathLst>
            <a:path>
              <a:moveTo>
                <a:pt x="120656" y="0"/>
              </a:moveTo>
              <a:lnTo>
                <a:pt x="120656" y="528589"/>
              </a:lnTo>
              <a:lnTo>
                <a:pt x="0" y="5285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B378E-0D9C-4AFF-AA83-35161BCD9F33}">
      <dsp:nvSpPr>
        <dsp:cNvPr id="0" name=""/>
        <dsp:cNvSpPr/>
      </dsp:nvSpPr>
      <dsp:spPr>
        <a:xfrm>
          <a:off x="5662246" y="575874"/>
          <a:ext cx="1390419" cy="268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8253"/>
              </a:lnTo>
              <a:lnTo>
                <a:pt x="1390419" y="2568253"/>
              </a:lnTo>
              <a:lnTo>
                <a:pt x="1390419" y="268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FE858-CD63-43A3-8366-3689ECAE4550}">
      <dsp:nvSpPr>
        <dsp:cNvPr id="0" name=""/>
        <dsp:cNvSpPr/>
      </dsp:nvSpPr>
      <dsp:spPr>
        <a:xfrm>
          <a:off x="5202603" y="3839338"/>
          <a:ext cx="172366" cy="1917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7721"/>
              </a:lnTo>
              <a:lnTo>
                <a:pt x="172366" y="1917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1465B-C014-46BE-AA8A-69E4F7987327}">
      <dsp:nvSpPr>
        <dsp:cNvPr id="0" name=""/>
        <dsp:cNvSpPr/>
      </dsp:nvSpPr>
      <dsp:spPr>
        <a:xfrm>
          <a:off x="5202603" y="3839338"/>
          <a:ext cx="172366" cy="1176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6501"/>
              </a:lnTo>
              <a:lnTo>
                <a:pt x="172366" y="11765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DBB29-BFCB-47DE-B20F-B7938D119B1B}">
      <dsp:nvSpPr>
        <dsp:cNvPr id="0" name=""/>
        <dsp:cNvSpPr/>
      </dsp:nvSpPr>
      <dsp:spPr>
        <a:xfrm>
          <a:off x="5202603" y="3839338"/>
          <a:ext cx="172366" cy="444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4612"/>
              </a:lnTo>
              <a:lnTo>
                <a:pt x="172366" y="4446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A2F87-5594-4B1C-959F-6AF063EC5722}">
      <dsp:nvSpPr>
        <dsp:cNvPr id="0" name=""/>
        <dsp:cNvSpPr/>
      </dsp:nvSpPr>
      <dsp:spPr>
        <a:xfrm>
          <a:off x="5616525" y="575874"/>
          <a:ext cx="91440" cy="26889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8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4271826" y="575874"/>
          <a:ext cx="1390419" cy="2688910"/>
        </a:xfrm>
        <a:custGeom>
          <a:avLst/>
          <a:gdLst/>
          <a:ahLst/>
          <a:cxnLst/>
          <a:rect l="0" t="0" r="0" b="0"/>
          <a:pathLst>
            <a:path>
              <a:moveTo>
                <a:pt x="1390419" y="0"/>
              </a:moveTo>
              <a:lnTo>
                <a:pt x="1390419" y="2568253"/>
              </a:lnTo>
              <a:lnTo>
                <a:pt x="0" y="2568253"/>
              </a:lnTo>
              <a:lnTo>
                <a:pt x="0" y="26889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3476684" y="1321"/>
          <a:ext cx="4371122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SECRETARIA MUNICIPAL DE SEGURANÇA, TRÂNSITO E MOBILIDADE URBANA</a:t>
          </a:r>
        </a:p>
      </dsp:txBody>
      <dsp:txXfrm>
        <a:off x="3476684" y="1321"/>
        <a:ext cx="4371122" cy="574553"/>
      </dsp:txXfrm>
    </dsp:sp>
    <dsp:sp modelId="{04D68F24-9FEF-4209-8A23-6EDB3C17FB93}">
      <dsp:nvSpPr>
        <dsp:cNvPr id="0" name=""/>
        <dsp:cNvSpPr/>
      </dsp:nvSpPr>
      <dsp:spPr>
        <a:xfrm>
          <a:off x="3697273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Administrativa</a:t>
          </a:r>
        </a:p>
      </dsp:txBody>
      <dsp:txXfrm>
        <a:off x="3697273" y="3264784"/>
        <a:ext cx="1149106" cy="574553"/>
      </dsp:txXfrm>
    </dsp:sp>
    <dsp:sp modelId="{3CD85A99-C301-405C-AE39-087826A9739B}">
      <dsp:nvSpPr>
        <dsp:cNvPr id="0" name=""/>
        <dsp:cNvSpPr/>
      </dsp:nvSpPr>
      <dsp:spPr>
        <a:xfrm>
          <a:off x="5087692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Trânsito e Mobilidade Urbana</a:t>
          </a:r>
        </a:p>
      </dsp:txBody>
      <dsp:txXfrm>
        <a:off x="5087692" y="3264784"/>
        <a:ext cx="1149106" cy="574553"/>
      </dsp:txXfrm>
    </dsp:sp>
    <dsp:sp modelId="{BCACADFF-A8BC-47F6-A206-ED3E49DDCBCD}">
      <dsp:nvSpPr>
        <dsp:cNvPr id="0" name=""/>
        <dsp:cNvSpPr/>
      </dsp:nvSpPr>
      <dsp:spPr>
        <a:xfrm>
          <a:off x="5374969" y="3996673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Sinalização Viária</a:t>
          </a:r>
        </a:p>
      </dsp:txBody>
      <dsp:txXfrm>
        <a:off x="5374969" y="3996673"/>
        <a:ext cx="1149106" cy="574553"/>
      </dsp:txXfrm>
    </dsp:sp>
    <dsp:sp modelId="{C499D009-D150-45C6-B3CC-C362209D133F}">
      <dsp:nvSpPr>
        <dsp:cNvPr id="0" name=""/>
        <dsp:cNvSpPr/>
      </dsp:nvSpPr>
      <dsp:spPr>
        <a:xfrm>
          <a:off x="5374969" y="4728563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Transporte Público e Privado</a:t>
          </a:r>
        </a:p>
      </dsp:txBody>
      <dsp:txXfrm>
        <a:off x="5374969" y="4728563"/>
        <a:ext cx="1149106" cy="574553"/>
      </dsp:txXfrm>
    </dsp:sp>
    <dsp:sp modelId="{B4126409-BAB4-4277-AC9E-045A64B639AC}">
      <dsp:nvSpPr>
        <dsp:cNvPr id="0" name=""/>
        <dsp:cNvSpPr/>
      </dsp:nvSpPr>
      <dsp:spPr>
        <a:xfrm>
          <a:off x="5374969" y="5469783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Setor de Infração, Controle e Fiscalização da Área Azul</a:t>
          </a:r>
        </a:p>
      </dsp:txBody>
      <dsp:txXfrm>
        <a:off x="5374969" y="5469783"/>
        <a:ext cx="1149106" cy="574553"/>
      </dsp:txXfrm>
    </dsp:sp>
    <dsp:sp modelId="{D0031397-1155-4F09-A31D-40BFFBAC8519}">
      <dsp:nvSpPr>
        <dsp:cNvPr id="0" name=""/>
        <dsp:cNvSpPr/>
      </dsp:nvSpPr>
      <dsp:spPr>
        <a:xfrm>
          <a:off x="6478111" y="3264784"/>
          <a:ext cx="114910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Divisão de Coordenação da Defesa Civil</a:t>
          </a:r>
        </a:p>
      </dsp:txBody>
      <dsp:txXfrm>
        <a:off x="6478111" y="3264784"/>
        <a:ext cx="1149106" cy="574553"/>
      </dsp:txXfrm>
    </dsp:sp>
    <dsp:sp modelId="{A8207F55-1877-4AFD-A053-E28682159F0A}">
      <dsp:nvSpPr>
        <dsp:cNvPr id="0" name=""/>
        <dsp:cNvSpPr/>
      </dsp:nvSpPr>
      <dsp:spPr>
        <a:xfrm>
          <a:off x="3633773" y="817186"/>
          <a:ext cx="1907816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GUARDA CIVIL MUNICIPAL</a:t>
          </a:r>
        </a:p>
      </dsp:txBody>
      <dsp:txXfrm>
        <a:off x="3633773" y="817186"/>
        <a:ext cx="1907816" cy="574553"/>
      </dsp:txXfrm>
    </dsp:sp>
    <dsp:sp modelId="{490745F1-7228-4C01-80B4-6B866BF932DF}">
      <dsp:nvSpPr>
        <dsp:cNvPr id="0" name=""/>
        <dsp:cNvSpPr/>
      </dsp:nvSpPr>
      <dsp:spPr>
        <a:xfrm>
          <a:off x="5782902" y="817186"/>
          <a:ext cx="1890407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COORDENADORIA MUNICIPAL DE PROTEÇÃO E DEFESA CIVIL (COMPDEC)</a:t>
          </a:r>
        </a:p>
      </dsp:txBody>
      <dsp:txXfrm>
        <a:off x="5782902" y="817186"/>
        <a:ext cx="1890407" cy="574553"/>
      </dsp:txXfrm>
    </dsp:sp>
    <dsp:sp modelId="{B18709FD-C961-458C-87D4-EEF58F63B5A8}">
      <dsp:nvSpPr>
        <dsp:cNvPr id="0" name=""/>
        <dsp:cNvSpPr/>
      </dsp:nvSpPr>
      <dsp:spPr>
        <a:xfrm>
          <a:off x="3911765" y="1633052"/>
          <a:ext cx="1623607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ASSESSOR EXECUTIVO</a:t>
          </a:r>
        </a:p>
      </dsp:txBody>
      <dsp:txXfrm>
        <a:off x="3911765" y="1633052"/>
        <a:ext cx="1623607" cy="574553"/>
      </dsp:txXfrm>
    </dsp:sp>
    <dsp:sp modelId="{DF27F3F2-7687-432E-B87D-E241B4638CC5}">
      <dsp:nvSpPr>
        <dsp:cNvPr id="0" name=""/>
        <dsp:cNvSpPr/>
      </dsp:nvSpPr>
      <dsp:spPr>
        <a:xfrm>
          <a:off x="5810963" y="1633052"/>
          <a:ext cx="1623607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COORDENADORIA</a:t>
          </a:r>
        </a:p>
      </dsp:txBody>
      <dsp:txXfrm>
        <a:off x="5810963" y="1633052"/>
        <a:ext cx="1623607" cy="574553"/>
      </dsp:txXfrm>
    </dsp:sp>
    <dsp:sp modelId="{D47410F5-ED70-4790-8E7E-3A4F11132BB9}">
      <dsp:nvSpPr>
        <dsp:cNvPr id="0" name=""/>
        <dsp:cNvSpPr/>
      </dsp:nvSpPr>
      <dsp:spPr>
        <a:xfrm>
          <a:off x="3930162" y="2448918"/>
          <a:ext cx="1599177" cy="574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CORPO DE BOMBEIROS</a:t>
          </a:r>
        </a:p>
      </dsp:txBody>
      <dsp:txXfrm>
        <a:off x="3930162" y="2448918"/>
        <a:ext cx="1599177" cy="57455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7F781-AB26-4323-B670-DEBF81566168}">
      <dsp:nvSpPr>
        <dsp:cNvPr id="0" name=""/>
        <dsp:cNvSpPr/>
      </dsp:nvSpPr>
      <dsp:spPr>
        <a:xfrm>
          <a:off x="5332069" y="2436540"/>
          <a:ext cx="299630" cy="2442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2014"/>
              </a:lnTo>
              <a:lnTo>
                <a:pt x="299630" y="24420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99B14E-34FE-4FE4-A759-037C0CBA1111}">
      <dsp:nvSpPr>
        <dsp:cNvPr id="0" name=""/>
        <dsp:cNvSpPr/>
      </dsp:nvSpPr>
      <dsp:spPr>
        <a:xfrm>
          <a:off x="5332069" y="2436540"/>
          <a:ext cx="299630" cy="995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5290"/>
              </a:lnTo>
              <a:lnTo>
                <a:pt x="299630" y="9952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9F133-2933-4428-9456-AE58C1BC6817}">
      <dsp:nvSpPr>
        <dsp:cNvPr id="0" name=""/>
        <dsp:cNvSpPr/>
      </dsp:nvSpPr>
      <dsp:spPr>
        <a:xfrm>
          <a:off x="4860388" y="996394"/>
          <a:ext cx="1270695" cy="5438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928"/>
              </a:lnTo>
              <a:lnTo>
                <a:pt x="1270695" y="271928"/>
              </a:lnTo>
              <a:lnTo>
                <a:pt x="1270695" y="5438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CBD37-BE0C-483B-AC0E-521CDA8DDACF}">
      <dsp:nvSpPr>
        <dsp:cNvPr id="0" name=""/>
        <dsp:cNvSpPr/>
      </dsp:nvSpPr>
      <dsp:spPr>
        <a:xfrm>
          <a:off x="2790678" y="2436540"/>
          <a:ext cx="299630" cy="995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5290"/>
              </a:lnTo>
              <a:lnTo>
                <a:pt x="299630" y="9952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9324-B24F-44D5-A10C-0DF68A5768A3}">
      <dsp:nvSpPr>
        <dsp:cNvPr id="0" name=""/>
        <dsp:cNvSpPr/>
      </dsp:nvSpPr>
      <dsp:spPr>
        <a:xfrm>
          <a:off x="3589692" y="996394"/>
          <a:ext cx="1270695" cy="543856"/>
        </a:xfrm>
        <a:custGeom>
          <a:avLst/>
          <a:gdLst/>
          <a:ahLst/>
          <a:cxnLst/>
          <a:rect l="0" t="0" r="0" b="0"/>
          <a:pathLst>
            <a:path>
              <a:moveTo>
                <a:pt x="1270695" y="0"/>
              </a:moveTo>
              <a:lnTo>
                <a:pt x="1270695" y="271928"/>
              </a:lnTo>
              <a:lnTo>
                <a:pt x="0" y="271928"/>
              </a:lnTo>
              <a:lnTo>
                <a:pt x="0" y="5438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6CDEC-3708-4A28-9DFA-4D8F3E7069D0}">
      <dsp:nvSpPr>
        <dsp:cNvPr id="0" name=""/>
        <dsp:cNvSpPr/>
      </dsp:nvSpPr>
      <dsp:spPr>
        <a:xfrm>
          <a:off x="1392796" y="1667"/>
          <a:ext cx="6935183" cy="9947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CONTROLADORIA GERAL DO MUNICÍPIO</a:t>
          </a:r>
        </a:p>
      </dsp:txBody>
      <dsp:txXfrm>
        <a:off x="1392796" y="1667"/>
        <a:ext cx="6935183" cy="994726"/>
      </dsp:txXfrm>
    </dsp:sp>
    <dsp:sp modelId="{04D68F24-9FEF-4209-8A23-6EDB3C17FB93}">
      <dsp:nvSpPr>
        <dsp:cNvPr id="0" name=""/>
        <dsp:cNvSpPr/>
      </dsp:nvSpPr>
      <dsp:spPr>
        <a:xfrm>
          <a:off x="2590925" y="1540251"/>
          <a:ext cx="1997534" cy="8962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Divisão Administrativa da Controladoria Geral do Município</a:t>
          </a:r>
        </a:p>
      </dsp:txBody>
      <dsp:txXfrm>
        <a:off x="2590925" y="1540251"/>
        <a:ext cx="1997534" cy="896288"/>
      </dsp:txXfrm>
    </dsp:sp>
    <dsp:sp modelId="{5701B72A-98C3-43CA-9882-2BCEEC40F442}">
      <dsp:nvSpPr>
        <dsp:cNvPr id="0" name=""/>
        <dsp:cNvSpPr/>
      </dsp:nvSpPr>
      <dsp:spPr>
        <a:xfrm>
          <a:off x="3090309" y="2980396"/>
          <a:ext cx="1843234" cy="902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Setor de Apoio ao Sistema de Controle Interno</a:t>
          </a:r>
        </a:p>
      </dsp:txBody>
      <dsp:txXfrm>
        <a:off x="3090309" y="2980396"/>
        <a:ext cx="1843234" cy="902866"/>
      </dsp:txXfrm>
    </dsp:sp>
    <dsp:sp modelId="{13509027-BD7D-4AE3-8C4B-8256AEC43C0E}">
      <dsp:nvSpPr>
        <dsp:cNvPr id="0" name=""/>
        <dsp:cNvSpPr/>
      </dsp:nvSpPr>
      <dsp:spPr>
        <a:xfrm>
          <a:off x="5132316" y="1540251"/>
          <a:ext cx="1997534" cy="8962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Divisão de Controle Interno e Transparência</a:t>
          </a:r>
        </a:p>
      </dsp:txBody>
      <dsp:txXfrm>
        <a:off x="5132316" y="1540251"/>
        <a:ext cx="1997534" cy="896288"/>
      </dsp:txXfrm>
    </dsp:sp>
    <dsp:sp modelId="{CD3D7656-CC18-46D7-BF0B-708365950579}">
      <dsp:nvSpPr>
        <dsp:cNvPr id="0" name=""/>
        <dsp:cNvSpPr/>
      </dsp:nvSpPr>
      <dsp:spPr>
        <a:xfrm>
          <a:off x="5631699" y="2980396"/>
          <a:ext cx="1843234" cy="902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Setor de Auditoria Interna e Análise de Contas</a:t>
          </a:r>
        </a:p>
      </dsp:txBody>
      <dsp:txXfrm>
        <a:off x="5631699" y="2980396"/>
        <a:ext cx="1843234" cy="902866"/>
      </dsp:txXfrm>
    </dsp:sp>
    <dsp:sp modelId="{58E73A58-EC2E-4968-A89F-35A2F4143841}">
      <dsp:nvSpPr>
        <dsp:cNvPr id="0" name=""/>
        <dsp:cNvSpPr/>
      </dsp:nvSpPr>
      <dsp:spPr>
        <a:xfrm>
          <a:off x="5631699" y="4427120"/>
          <a:ext cx="1843234" cy="902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Setor de Auditoria das Parcerias com o Terceiro Setor</a:t>
          </a:r>
        </a:p>
      </dsp:txBody>
      <dsp:txXfrm>
        <a:off x="5631699" y="4427120"/>
        <a:ext cx="1843234" cy="902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9A0D5-3309-34EE-1226-26B3ED4C6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58ACC0-A5C5-C40D-0751-7FD8E5DB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55C786-BD52-616D-B080-C4693CBC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CA3BA8-9B0D-C5D3-C083-08DF84481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B47A34-E440-EB7B-8517-FD5A000C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77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76726-CEDC-1391-DDC8-7CD1D9EF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B97059-F40E-5E62-5CDA-83C34E6E8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8458A8-3A71-5433-77C9-8123DC3A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289547-9531-D1CF-4FAD-4DBBCBEA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212E9-6EAE-00F4-5287-5D741170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56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27079-F466-CE54-128B-EA77566A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600565-4D32-E60B-1DD8-7D662DFD0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C9AEC1-4D15-18FE-6568-8C366A9F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B421FD-4452-023E-C421-B45CC79DB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1FBF0-627A-6598-F57E-8B9D218A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55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9C87F-28EE-30DC-4429-6D6D4437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1FE28F-E47B-A138-B675-8FA4DDD21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4C57CB-F59B-7483-BF5E-B69E9A2EB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FDE18A-8FF3-590E-F89B-005B642A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875808-2A71-AA6D-815A-7043E418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EE2A5B-92E5-3867-ED65-5D737793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0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FD2BC-292E-81F5-D495-7478B7BC2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A13177-839A-B81E-96C5-1968FD040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7A08A5-C963-2550-212B-2091A08FA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8B1BB8-BAFF-0099-6921-D50451D55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5A4461-63C8-1723-7BF2-13C7F662C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B29B759-8B48-0A80-3299-8DA7C365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E588EB-C282-CE0D-B11D-BA452A61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782552-D1AB-0555-6C4E-1AD693DA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46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25D41-6B6B-4090-A241-02A9F813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476E32-DC15-21CA-E785-55ACCA87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8D18D0-98A9-8B14-7023-2C1407A6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8973B2-1126-6A21-0297-7E911CF5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59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880146-CA97-23A5-EB8D-32339C00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CE9A68-AD75-8228-7E59-A4E891EB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E592A3-1850-208B-2EA2-98207D1F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13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18D71-C18F-9693-0791-9F24BE45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F21BB-D95C-1214-1AF8-45052861F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525472-E033-453F-3AB3-C06F687DF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BC8731-981A-ECFF-0C15-81D84463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47A9B7-86C3-A28C-5B3D-3B90B917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1E57D5-DF05-296F-B9DB-5FA23CC2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65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96DB4-8A1C-D484-4746-21A5B2AF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2ECCAA-F3C9-0843-878C-C7B593CBD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CB28D5-6711-234A-D0A6-F045804B4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BE5E1D-ADE9-8A58-0D95-51D0ADD1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711715-8B86-C32D-BDCC-43D2E316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9EA19D-1B02-E6E5-EF44-05956858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35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3B93E-D258-9542-BE92-CA481331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16B474-6E85-4663-2EB8-6A6E10C96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223BE-508D-EBEE-C3E4-F3E82201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A1DAD8-3A0F-3C19-2BE3-8F10C1D8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9ECC20-084B-64D5-24CE-EDFCB611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39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AE6E7B-A20F-9733-4FCE-3FBB26B68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EC5587-2E15-FBFE-A374-53F92B10C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949DC5-4E13-57D4-1F90-26D15DFD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60DB68-B026-3BAB-10CE-470E4D32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71500D-B2D3-6307-25C3-976B469B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28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203280D-7A8C-7C4D-DF68-D3309659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B0F927-E1FD-81EA-C883-E08C17FF3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36A02D-DB47-2F34-7B84-683716113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5CD6A-A5D4-4155-8F8D-441A8723C708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9264EE-75C4-2EB3-D370-8EECFD38F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C9E9DE-50C6-3D81-4D08-6CA075FF3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142FA-757D-4D6C-AF3A-648E72B06A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7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8106136-6D89-BA78-6CF3-4953FC8A94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8427178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83F20BC4-B77F-8FA1-CF84-1DDDBFD77D96}"/>
              </a:ext>
            </a:extLst>
          </p:cNvPr>
          <p:cNvSpPr txBox="1"/>
          <p:nvPr/>
        </p:nvSpPr>
        <p:spPr>
          <a:xfrm>
            <a:off x="5310285" y="107159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(Geninho Zuliani)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CCABD4-4FA1-4BC1-C671-77E91C5DA744}"/>
              </a:ext>
            </a:extLst>
          </p:cNvPr>
          <p:cNvSpPr txBox="1"/>
          <p:nvPr/>
        </p:nvSpPr>
        <p:spPr>
          <a:xfrm>
            <a:off x="3309646" y="216638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(Ana Claudia Zuliani)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65936D-035A-4805-A526-E261A8148553}"/>
              </a:ext>
            </a:extLst>
          </p:cNvPr>
          <p:cNvSpPr txBox="1"/>
          <p:nvPr/>
        </p:nvSpPr>
        <p:spPr>
          <a:xfrm>
            <a:off x="7719581" y="216638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(Larissa Gallina)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1E9C19-B169-4EEE-6208-A417E2CEBB58}"/>
              </a:ext>
            </a:extLst>
          </p:cNvPr>
          <p:cNvSpPr txBox="1"/>
          <p:nvPr/>
        </p:nvSpPr>
        <p:spPr>
          <a:xfrm>
            <a:off x="4982259" y="326117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(Bruna </a:t>
            </a:r>
            <a:r>
              <a:rPr lang="pt-BR" sz="1100" dirty="0" err="1"/>
              <a:t>Pegoraro</a:t>
            </a:r>
            <a:r>
              <a:rPr lang="pt-BR" sz="11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D76798-0B2F-C8AB-6E2D-E7A1E135D52C}"/>
              </a:ext>
            </a:extLst>
          </p:cNvPr>
          <p:cNvSpPr txBox="1"/>
          <p:nvPr/>
        </p:nvSpPr>
        <p:spPr>
          <a:xfrm>
            <a:off x="5412925" y="435596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(Gleici Pereira)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ECB842-01AC-A0E8-212B-7396E48FC26F}"/>
              </a:ext>
            </a:extLst>
          </p:cNvPr>
          <p:cNvSpPr txBox="1"/>
          <p:nvPr/>
        </p:nvSpPr>
        <p:spPr>
          <a:xfrm>
            <a:off x="6285722" y="638692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(Larissa Gallina)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78F5FF-F866-E555-D298-2B85D54D5153}"/>
              </a:ext>
            </a:extLst>
          </p:cNvPr>
          <p:cNvSpPr txBox="1"/>
          <p:nvPr/>
        </p:nvSpPr>
        <p:spPr>
          <a:xfrm>
            <a:off x="344629" y="523609"/>
            <a:ext cx="2698176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Luciana </a:t>
            </a:r>
            <a:r>
              <a:rPr lang="pt-BR" sz="1100" dirty="0" err="1"/>
              <a:t>Macedonio</a:t>
            </a:r>
            <a:endParaRPr lang="pt-BR" sz="1100" dirty="0"/>
          </a:p>
          <a:p>
            <a:pPr algn="ctr"/>
            <a:r>
              <a:rPr lang="pt-BR" sz="1100" dirty="0"/>
              <a:t>Maria Kelly Cristina S Rogério (Fundo Social)</a:t>
            </a:r>
          </a:p>
          <a:p>
            <a:pPr algn="ctr"/>
            <a:endParaRPr lang="pt-BR" sz="1100" dirty="0"/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 err="1"/>
              <a:t>Julio</a:t>
            </a:r>
            <a:r>
              <a:rPr lang="pt-BR" sz="1100" dirty="0"/>
              <a:t> Cesar </a:t>
            </a:r>
            <a:r>
              <a:rPr lang="pt-BR" sz="1100" dirty="0" err="1"/>
              <a:t>Jodas</a:t>
            </a:r>
            <a:endParaRPr lang="pt-BR" sz="11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0B5313F-9B40-5211-0AF4-56EE824E9B58}"/>
              </a:ext>
            </a:extLst>
          </p:cNvPr>
          <p:cNvSpPr txBox="1"/>
          <p:nvPr/>
        </p:nvSpPr>
        <p:spPr>
          <a:xfrm>
            <a:off x="4908293" y="540876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(Cassia </a:t>
            </a:r>
            <a:r>
              <a:rPr lang="pt-BR" sz="1100" dirty="0" err="1"/>
              <a:t>Recco</a:t>
            </a:r>
            <a:r>
              <a:rPr lang="pt-B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320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6611565-99E9-CC95-7935-6C8CC917AA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5355351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925368E-7CD3-75BF-0CF4-53A1BE4134EB}"/>
              </a:ext>
            </a:extLst>
          </p:cNvPr>
          <p:cNvSpPr txBox="1"/>
          <p:nvPr/>
        </p:nvSpPr>
        <p:spPr>
          <a:xfrm>
            <a:off x="4750447" y="83832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(Raquel Crepaldi)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415B48-4DC3-1490-CAD1-1B6F7B14017B}"/>
              </a:ext>
            </a:extLst>
          </p:cNvPr>
          <p:cNvSpPr txBox="1"/>
          <p:nvPr/>
        </p:nvSpPr>
        <p:spPr>
          <a:xfrm>
            <a:off x="2085004" y="2502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(Kislaine Lima)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3283C9-2910-7696-D7E3-3594B76008D5}"/>
              </a:ext>
            </a:extLst>
          </p:cNvPr>
          <p:cNvSpPr txBox="1"/>
          <p:nvPr/>
        </p:nvSpPr>
        <p:spPr>
          <a:xfrm>
            <a:off x="3487707" y="2502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(Luana Neres)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2043E6-C917-F85C-52FB-47D4BE53FFDB}"/>
              </a:ext>
            </a:extLst>
          </p:cNvPr>
          <p:cNvSpPr txBox="1"/>
          <p:nvPr/>
        </p:nvSpPr>
        <p:spPr>
          <a:xfrm>
            <a:off x="4843755" y="2502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(Tania Pimenta)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33E026-E330-CBB9-9B49-75B0B2266027}"/>
              </a:ext>
            </a:extLst>
          </p:cNvPr>
          <p:cNvSpPr txBox="1"/>
          <p:nvPr/>
        </p:nvSpPr>
        <p:spPr>
          <a:xfrm>
            <a:off x="6190472" y="2502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(Tamires Toledo)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054145A-87C5-E946-778D-EC39934C8BF0}"/>
              </a:ext>
            </a:extLst>
          </p:cNvPr>
          <p:cNvSpPr txBox="1"/>
          <p:nvPr/>
        </p:nvSpPr>
        <p:spPr>
          <a:xfrm>
            <a:off x="7630499" y="2502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(Cleber Braga)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A47FC-5659-60EE-3F73-FCFAEC693935}"/>
              </a:ext>
            </a:extLst>
          </p:cNvPr>
          <p:cNvSpPr txBox="1"/>
          <p:nvPr/>
        </p:nvSpPr>
        <p:spPr>
          <a:xfrm>
            <a:off x="9014540" y="2502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(Antonio Cataneo Neto)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B6C911-0555-6BAF-5261-B3766ACD5463}"/>
              </a:ext>
            </a:extLst>
          </p:cNvPr>
          <p:cNvSpPr txBox="1"/>
          <p:nvPr/>
        </p:nvSpPr>
        <p:spPr>
          <a:xfrm>
            <a:off x="2293386" y="329819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(Raquel Soficier)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33457EC-84BB-35C5-219C-5F8486DAC6B0}"/>
              </a:ext>
            </a:extLst>
          </p:cNvPr>
          <p:cNvSpPr txBox="1"/>
          <p:nvPr/>
        </p:nvSpPr>
        <p:spPr>
          <a:xfrm>
            <a:off x="2231183" y="413142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(Ana Julia Pereira)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7D72934-9F2B-B83E-0724-E8EA63021B82}"/>
              </a:ext>
            </a:extLst>
          </p:cNvPr>
          <p:cNvSpPr txBox="1"/>
          <p:nvPr/>
        </p:nvSpPr>
        <p:spPr>
          <a:xfrm>
            <a:off x="3686759" y="329962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(Denis Santana)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D82D60C-B27B-724F-D1FE-1B1870168EA2}"/>
              </a:ext>
            </a:extLst>
          </p:cNvPr>
          <p:cNvSpPr txBox="1"/>
          <p:nvPr/>
        </p:nvSpPr>
        <p:spPr>
          <a:xfrm>
            <a:off x="5061472" y="412952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(Jessica Barrera)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638339F-350F-4182-01D6-7F9F8F90881B}"/>
              </a:ext>
            </a:extLst>
          </p:cNvPr>
          <p:cNvSpPr txBox="1"/>
          <p:nvPr/>
        </p:nvSpPr>
        <p:spPr>
          <a:xfrm>
            <a:off x="7994391" y="329029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Ednelson</a:t>
            </a:r>
            <a:r>
              <a:rPr lang="pt-BR" sz="1100" dirty="0"/>
              <a:t>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DECEC1D-E66F-EFB8-3C80-8BF072FD0EC8}"/>
              </a:ext>
            </a:extLst>
          </p:cNvPr>
          <p:cNvSpPr txBox="1"/>
          <p:nvPr/>
        </p:nvSpPr>
        <p:spPr>
          <a:xfrm>
            <a:off x="9163826" y="330106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(Debora Passarella)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D7FAC5C-9966-EA71-0922-F94C3DEB8E16}"/>
              </a:ext>
            </a:extLst>
          </p:cNvPr>
          <p:cNvSpPr txBox="1"/>
          <p:nvPr/>
        </p:nvSpPr>
        <p:spPr>
          <a:xfrm>
            <a:off x="9257132" y="412253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Cleston</a:t>
            </a:r>
            <a:r>
              <a:rPr lang="pt-BR" sz="1100" dirty="0"/>
              <a:t> Santos)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857B38D-3069-BBF0-E980-DC538B726158}"/>
              </a:ext>
            </a:extLst>
          </p:cNvPr>
          <p:cNvSpPr txBox="1"/>
          <p:nvPr/>
        </p:nvSpPr>
        <p:spPr>
          <a:xfrm>
            <a:off x="9294454" y="493466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(Isabela Duran)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0DBA435-EE91-1410-1D6F-3F524AA0B253}"/>
              </a:ext>
            </a:extLst>
          </p:cNvPr>
          <p:cNvSpPr txBox="1"/>
          <p:nvPr/>
        </p:nvSpPr>
        <p:spPr>
          <a:xfrm>
            <a:off x="9154499" y="575613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(Priscila </a:t>
            </a:r>
            <a:r>
              <a:rPr lang="pt-BR" sz="1100" dirty="0" err="1"/>
              <a:t>Victorasso</a:t>
            </a:r>
            <a:r>
              <a:rPr lang="pt-BR" sz="1100" dirty="0"/>
              <a:t>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CF63F3C-4960-08D6-83FC-FB83D9C90788}"/>
              </a:ext>
            </a:extLst>
          </p:cNvPr>
          <p:cNvSpPr txBox="1"/>
          <p:nvPr/>
        </p:nvSpPr>
        <p:spPr>
          <a:xfrm>
            <a:off x="9154489" y="656827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(Karolina Francisco)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0C0CFD3-23E4-0362-5C66-E0E6DF6CA362}"/>
              </a:ext>
            </a:extLst>
          </p:cNvPr>
          <p:cNvSpPr txBox="1"/>
          <p:nvPr/>
        </p:nvSpPr>
        <p:spPr>
          <a:xfrm>
            <a:off x="506437" y="465578"/>
            <a:ext cx="15408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Bruna </a:t>
            </a:r>
            <a:r>
              <a:rPr lang="pt-BR" sz="1100" dirty="0" err="1"/>
              <a:t>Achilei</a:t>
            </a:r>
            <a:r>
              <a:rPr lang="pt-BR" sz="1100" dirty="0"/>
              <a:t> Paiva</a:t>
            </a:r>
          </a:p>
          <a:p>
            <a:pPr algn="ctr"/>
            <a:r>
              <a:rPr lang="pt-BR" sz="1100" dirty="0"/>
              <a:t>Carlos Alberto </a:t>
            </a:r>
            <a:r>
              <a:rPr lang="pt-BR" sz="1100" dirty="0" err="1"/>
              <a:t>Zanirato</a:t>
            </a:r>
            <a:endParaRPr lang="pt-BR" sz="1100" dirty="0"/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Edson </a:t>
            </a:r>
            <a:r>
              <a:rPr lang="pt-BR" sz="1100" dirty="0" err="1"/>
              <a:t>Lazov</a:t>
            </a:r>
            <a:endParaRPr lang="pt-BR" sz="11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4C9AB4A-8E0F-F5EE-660B-B0ADA3DB1564}"/>
              </a:ext>
            </a:extLst>
          </p:cNvPr>
          <p:cNvSpPr txBox="1"/>
          <p:nvPr/>
        </p:nvSpPr>
        <p:spPr>
          <a:xfrm>
            <a:off x="4305687" y="163796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(Marco Loureiro Barboza)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F7E5F52-CBBA-8CE2-96BD-B5DB646C7069}"/>
              </a:ext>
            </a:extLst>
          </p:cNvPr>
          <p:cNvSpPr txBox="1"/>
          <p:nvPr/>
        </p:nvSpPr>
        <p:spPr>
          <a:xfrm>
            <a:off x="6166366" y="163316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(Tamires Ap. Nicolussi)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13D91D8-B5B7-5591-6F8C-10E483477207}"/>
              </a:ext>
            </a:extLst>
          </p:cNvPr>
          <p:cNvSpPr txBox="1"/>
          <p:nvPr/>
        </p:nvSpPr>
        <p:spPr>
          <a:xfrm>
            <a:off x="6380720" y="329819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Ariélen</a:t>
            </a:r>
            <a:r>
              <a:rPr lang="pt-BR" sz="1100" dirty="0"/>
              <a:t> Lourenço)</a:t>
            </a:r>
          </a:p>
        </p:txBody>
      </p:sp>
    </p:spTree>
    <p:extLst>
      <p:ext uri="{BB962C8B-B14F-4D97-AF65-F5344CB8AC3E}">
        <p14:creationId xmlns:p14="http://schemas.microsoft.com/office/powerpoint/2010/main" val="416332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A0DA68B-B8AD-2834-02D4-65149B6DCB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6269207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1927BD54-6B5F-9545-C176-90A22F67BD2C}"/>
              </a:ext>
            </a:extLst>
          </p:cNvPr>
          <p:cNvSpPr txBox="1"/>
          <p:nvPr/>
        </p:nvSpPr>
        <p:spPr>
          <a:xfrm>
            <a:off x="4142016" y="127064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(Claudio Cocão)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A1BA79-F409-D4DD-E0DF-C20DC6EE4D51}"/>
              </a:ext>
            </a:extLst>
          </p:cNvPr>
          <p:cNvSpPr txBox="1"/>
          <p:nvPr/>
        </p:nvSpPr>
        <p:spPr>
          <a:xfrm>
            <a:off x="3009908" y="390498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(Wayne Bergamasco)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2336BE-6E5E-F477-5683-42785A22CC3D}"/>
              </a:ext>
            </a:extLst>
          </p:cNvPr>
          <p:cNvSpPr txBox="1"/>
          <p:nvPr/>
        </p:nvSpPr>
        <p:spPr>
          <a:xfrm>
            <a:off x="5373660" y="390498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(Tatiana Serafim)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328304-1337-F37C-693C-DE90C787BF2D}"/>
              </a:ext>
            </a:extLst>
          </p:cNvPr>
          <p:cNvSpPr txBox="1"/>
          <p:nvPr/>
        </p:nvSpPr>
        <p:spPr>
          <a:xfrm>
            <a:off x="7569462" y="390498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(Christian Pereira)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99B10A-AF13-EF00-F95F-9D8C59250E9D}"/>
              </a:ext>
            </a:extLst>
          </p:cNvPr>
          <p:cNvSpPr txBox="1"/>
          <p:nvPr/>
        </p:nvSpPr>
        <p:spPr>
          <a:xfrm>
            <a:off x="9933214" y="390498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(Priscila </a:t>
            </a:r>
            <a:r>
              <a:rPr lang="pt-BR" sz="1100" dirty="0" err="1"/>
              <a:t>Minani</a:t>
            </a:r>
            <a:r>
              <a:rPr lang="pt-BR" sz="1100" dirty="0"/>
              <a:t>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7E4EC5-68E7-7488-62B7-7965417628D6}"/>
              </a:ext>
            </a:extLst>
          </p:cNvPr>
          <p:cNvSpPr txBox="1"/>
          <p:nvPr/>
        </p:nvSpPr>
        <p:spPr>
          <a:xfrm>
            <a:off x="10430038" y="519994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(Maila Ruas)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F569CF2-B4C7-C336-97F4-8DE734CBA122}"/>
              </a:ext>
            </a:extLst>
          </p:cNvPr>
          <p:cNvSpPr txBox="1"/>
          <p:nvPr/>
        </p:nvSpPr>
        <p:spPr>
          <a:xfrm>
            <a:off x="10385680" y="636426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(Leandro Brito)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0B23A1B-1A32-9681-D2FD-61C07593B9D0}"/>
              </a:ext>
            </a:extLst>
          </p:cNvPr>
          <p:cNvSpPr txBox="1"/>
          <p:nvPr/>
        </p:nvSpPr>
        <p:spPr>
          <a:xfrm>
            <a:off x="504032" y="53921"/>
            <a:ext cx="183094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Janine Gonçalves</a:t>
            </a:r>
          </a:p>
          <a:p>
            <a:pPr algn="ctr"/>
            <a:r>
              <a:rPr lang="pt-BR" sz="1100" dirty="0"/>
              <a:t>Daniel Roberto da Costa</a:t>
            </a:r>
          </a:p>
          <a:p>
            <a:pPr algn="ctr"/>
            <a:r>
              <a:rPr lang="pt-BR" sz="1100" dirty="0" err="1"/>
              <a:t>Julio</a:t>
            </a:r>
            <a:r>
              <a:rPr lang="pt-BR" sz="1100" dirty="0"/>
              <a:t> Cesar Faria</a:t>
            </a:r>
          </a:p>
          <a:p>
            <a:pPr algn="ctr"/>
            <a:r>
              <a:rPr lang="pt-BR" sz="1100" dirty="0"/>
              <a:t>Saulo Cezar Matheus</a:t>
            </a:r>
          </a:p>
          <a:p>
            <a:pPr algn="ctr"/>
            <a:r>
              <a:rPr lang="pt-BR" sz="1100" dirty="0"/>
              <a:t>Felipe Matheus O Silva</a:t>
            </a:r>
          </a:p>
          <a:p>
            <a:pPr algn="ctr"/>
            <a:r>
              <a:rPr lang="pt-BR" sz="1100" dirty="0"/>
              <a:t>Leopoldo </a:t>
            </a:r>
            <a:r>
              <a:rPr lang="pt-BR" sz="1100" dirty="0" err="1"/>
              <a:t>Gonçalez</a:t>
            </a:r>
            <a:r>
              <a:rPr lang="pt-BR" sz="1100" dirty="0"/>
              <a:t> Lopes</a:t>
            </a:r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Gersilei Oliveira</a:t>
            </a:r>
          </a:p>
          <a:p>
            <a:pPr algn="ctr"/>
            <a:r>
              <a:rPr lang="pt-BR" sz="1100" dirty="0"/>
              <a:t>Sandra Regina de Lima</a:t>
            </a:r>
          </a:p>
          <a:p>
            <a:pPr algn="ctr"/>
            <a:r>
              <a:rPr lang="pt-BR" sz="1100" dirty="0"/>
              <a:t>Carlos </a:t>
            </a:r>
            <a:r>
              <a:rPr lang="pt-BR" sz="1100" dirty="0" err="1"/>
              <a:t>Eiki</a:t>
            </a:r>
            <a:r>
              <a:rPr lang="pt-BR" sz="1100" dirty="0"/>
              <a:t> Baptista</a:t>
            </a:r>
          </a:p>
          <a:p>
            <a:pPr algn="ctr"/>
            <a:r>
              <a:rPr lang="pt-BR" sz="1100" dirty="0"/>
              <a:t>Alessandra </a:t>
            </a:r>
            <a:r>
              <a:rPr lang="pt-BR" sz="1100" dirty="0" err="1"/>
              <a:t>Crusco</a:t>
            </a:r>
            <a:endParaRPr lang="pt-BR" sz="1100" dirty="0"/>
          </a:p>
          <a:p>
            <a:pPr algn="ctr"/>
            <a:r>
              <a:rPr lang="pt-BR" sz="1100" dirty="0"/>
              <a:t>Marcio Matheus </a:t>
            </a:r>
            <a:r>
              <a:rPr lang="pt-BR" sz="1100" dirty="0" err="1"/>
              <a:t>Gonçalez</a:t>
            </a:r>
            <a:endParaRPr lang="pt-BR" sz="1100" dirty="0"/>
          </a:p>
          <a:p>
            <a:pPr algn="ctr"/>
            <a:r>
              <a:rPr lang="pt-BR" sz="1100" dirty="0"/>
              <a:t>Marco Aurelio Pereira </a:t>
            </a:r>
            <a:r>
              <a:rPr lang="pt-BR" sz="1100" dirty="0" err="1"/>
              <a:t>Storto</a:t>
            </a:r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75BDEB-D1AF-1111-A6E0-963A64FDE142}"/>
              </a:ext>
            </a:extLst>
          </p:cNvPr>
          <p:cNvSpPr txBox="1"/>
          <p:nvPr/>
        </p:nvSpPr>
        <p:spPr>
          <a:xfrm>
            <a:off x="3368351" y="2556273"/>
            <a:ext cx="2329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(Wladimir </a:t>
            </a:r>
            <a:r>
              <a:rPr lang="pt-BR" sz="1100" dirty="0" err="1"/>
              <a:t>Candini</a:t>
            </a:r>
            <a:r>
              <a:rPr lang="pt-BR" sz="1100" dirty="0"/>
              <a:t> / Jean Lourenço)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5B8291-9D4D-EC60-9598-3253738D935B}"/>
              </a:ext>
            </a:extLst>
          </p:cNvPr>
          <p:cNvSpPr txBox="1"/>
          <p:nvPr/>
        </p:nvSpPr>
        <p:spPr>
          <a:xfrm>
            <a:off x="5755438" y="519994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(Graziela Eugênio)</a:t>
            </a:r>
          </a:p>
        </p:txBody>
      </p:sp>
    </p:spTree>
    <p:extLst>
      <p:ext uri="{BB962C8B-B14F-4D97-AF65-F5344CB8AC3E}">
        <p14:creationId xmlns:p14="http://schemas.microsoft.com/office/powerpoint/2010/main" val="1454308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A999C03A-9BCD-7860-7342-2CF6F294AD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9634559"/>
              </p:ext>
            </p:extLst>
          </p:nvPr>
        </p:nvGraphicFramePr>
        <p:xfrm>
          <a:off x="830423" y="337625"/>
          <a:ext cx="11000505" cy="5848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046DC5D2-D8BA-2D42-4698-065C46830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640140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59BC72A0-DBD3-4071-2B43-962168545367}"/>
              </a:ext>
            </a:extLst>
          </p:cNvPr>
          <p:cNvSpPr txBox="1"/>
          <p:nvPr/>
        </p:nvSpPr>
        <p:spPr>
          <a:xfrm>
            <a:off x="4673861" y="79478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(Edna Marques)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7174AA-9251-D57F-0770-EC188DC82B6F}"/>
              </a:ext>
            </a:extLst>
          </p:cNvPr>
          <p:cNvSpPr txBox="1"/>
          <p:nvPr/>
        </p:nvSpPr>
        <p:spPr>
          <a:xfrm>
            <a:off x="2167037" y="295326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(Aline Caputi)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5831DE-7BD3-B874-F2BC-9A760BC423CF}"/>
              </a:ext>
            </a:extLst>
          </p:cNvPr>
          <p:cNvSpPr txBox="1"/>
          <p:nvPr/>
        </p:nvSpPr>
        <p:spPr>
          <a:xfrm>
            <a:off x="3454021" y="294890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(Erica Silva)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D0E83C-0D70-334C-941B-DD18C9C73204}"/>
              </a:ext>
            </a:extLst>
          </p:cNvPr>
          <p:cNvSpPr txBox="1"/>
          <p:nvPr/>
        </p:nvSpPr>
        <p:spPr>
          <a:xfrm>
            <a:off x="4731670" y="295387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(Pedro Sartori)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DE9103-30E6-64C1-ED97-92323A5B4402}"/>
              </a:ext>
            </a:extLst>
          </p:cNvPr>
          <p:cNvSpPr txBox="1"/>
          <p:nvPr/>
        </p:nvSpPr>
        <p:spPr>
          <a:xfrm>
            <a:off x="6158611" y="294950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(Gustavo Louzada)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DB8520F-477D-DAFA-2A93-DB5CF94C4A65}"/>
              </a:ext>
            </a:extLst>
          </p:cNvPr>
          <p:cNvSpPr txBox="1"/>
          <p:nvPr/>
        </p:nvSpPr>
        <p:spPr>
          <a:xfrm>
            <a:off x="7529566" y="294514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(Anderson Nascimento)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4A7F70-8432-C629-7FEF-B145A213E7F7}"/>
              </a:ext>
            </a:extLst>
          </p:cNvPr>
          <p:cNvSpPr txBox="1"/>
          <p:nvPr/>
        </p:nvSpPr>
        <p:spPr>
          <a:xfrm>
            <a:off x="8984495" y="295011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Amabile</a:t>
            </a:r>
            <a:r>
              <a:rPr lang="pt-BR" sz="1100" dirty="0"/>
              <a:t> Campos)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935921-D68A-B67C-93F1-FEC816567911}"/>
              </a:ext>
            </a:extLst>
          </p:cNvPr>
          <p:cNvSpPr txBox="1"/>
          <p:nvPr/>
        </p:nvSpPr>
        <p:spPr>
          <a:xfrm>
            <a:off x="2366090" y="360144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(Erica Ferreira)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49E606-0B04-05E7-051C-29BA9E25FF07}"/>
              </a:ext>
            </a:extLst>
          </p:cNvPr>
          <p:cNvSpPr txBox="1"/>
          <p:nvPr/>
        </p:nvSpPr>
        <p:spPr>
          <a:xfrm>
            <a:off x="2219906" y="427761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(Joice Carla Simões)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3FF3A77-285A-4A1F-F47B-E7F296670A51}"/>
              </a:ext>
            </a:extLst>
          </p:cNvPr>
          <p:cNvSpPr txBox="1"/>
          <p:nvPr/>
        </p:nvSpPr>
        <p:spPr>
          <a:xfrm>
            <a:off x="2288329" y="493511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(Vanessa Oliveira)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BB60D46-45B4-0DBE-F620-84A514C672FC}"/>
              </a:ext>
            </a:extLst>
          </p:cNvPr>
          <p:cNvSpPr txBox="1"/>
          <p:nvPr/>
        </p:nvSpPr>
        <p:spPr>
          <a:xfrm>
            <a:off x="2132819" y="5611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(Rosimeire Albertino)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8CA007E-1769-D2A5-AAFC-1990797983CF}"/>
              </a:ext>
            </a:extLst>
          </p:cNvPr>
          <p:cNvSpPr txBox="1"/>
          <p:nvPr/>
        </p:nvSpPr>
        <p:spPr>
          <a:xfrm>
            <a:off x="2350528" y="629678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(Patricia Souza)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0B252A7-9F94-9FF6-8251-C0382778E7AC}"/>
              </a:ext>
            </a:extLst>
          </p:cNvPr>
          <p:cNvSpPr txBox="1"/>
          <p:nvPr/>
        </p:nvSpPr>
        <p:spPr>
          <a:xfrm>
            <a:off x="3525554" y="56112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(Andressa Barão)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1C553F-0BD9-8D5D-ADCB-380BA39FF7CF}"/>
              </a:ext>
            </a:extLst>
          </p:cNvPr>
          <p:cNvSpPr txBox="1"/>
          <p:nvPr/>
        </p:nvSpPr>
        <p:spPr>
          <a:xfrm>
            <a:off x="3525554" y="427074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(Janaina Simões)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531911-5BD6-70CD-D126-74824998A1EC}"/>
              </a:ext>
            </a:extLst>
          </p:cNvPr>
          <p:cNvSpPr txBox="1"/>
          <p:nvPr/>
        </p:nvSpPr>
        <p:spPr>
          <a:xfrm>
            <a:off x="3435350" y="493633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(Eli Simoni Zacharias)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3FB0CE-2099-DEAC-653A-529877E0F12A}"/>
              </a:ext>
            </a:extLst>
          </p:cNvPr>
          <p:cNvSpPr txBox="1"/>
          <p:nvPr/>
        </p:nvSpPr>
        <p:spPr>
          <a:xfrm>
            <a:off x="3497554" y="630483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(Maria Aurea </a:t>
            </a:r>
            <a:r>
              <a:rPr lang="pt-BR" sz="1100" dirty="0" err="1"/>
              <a:t>Cezarino</a:t>
            </a:r>
            <a:r>
              <a:rPr lang="pt-BR" sz="1100" dirty="0"/>
              <a:t>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721C8A2-00BA-8A73-63F9-3C06A9C936E5}"/>
              </a:ext>
            </a:extLst>
          </p:cNvPr>
          <p:cNvSpPr txBox="1"/>
          <p:nvPr/>
        </p:nvSpPr>
        <p:spPr>
          <a:xfrm>
            <a:off x="4837421" y="361621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(Amanda Abreu)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F7A3C56-0D84-D683-957E-0DBB545375D4}"/>
              </a:ext>
            </a:extLst>
          </p:cNvPr>
          <p:cNvSpPr txBox="1"/>
          <p:nvPr/>
        </p:nvSpPr>
        <p:spPr>
          <a:xfrm>
            <a:off x="6353931" y="427761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(Gisele Mendes)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A733499-B62E-1861-0DE0-535B55C8300A}"/>
              </a:ext>
            </a:extLst>
          </p:cNvPr>
          <p:cNvSpPr txBox="1"/>
          <p:nvPr/>
        </p:nvSpPr>
        <p:spPr>
          <a:xfrm>
            <a:off x="6490153" y="49466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(Luis Paulo)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3AD74C3-25CB-1374-00BA-18CE9F032910}"/>
              </a:ext>
            </a:extLst>
          </p:cNvPr>
          <p:cNvSpPr txBox="1"/>
          <p:nvPr/>
        </p:nvSpPr>
        <p:spPr>
          <a:xfrm>
            <a:off x="7741061" y="428565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(Alcione Aranda)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0B567AB-C65A-4C03-F872-DFA511F34637}"/>
              </a:ext>
            </a:extLst>
          </p:cNvPr>
          <p:cNvSpPr txBox="1"/>
          <p:nvPr/>
        </p:nvSpPr>
        <p:spPr>
          <a:xfrm>
            <a:off x="9236311" y="361137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(Julia Barrera)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8AB9F3C-016D-7F79-45F1-A51E07B66FA8}"/>
              </a:ext>
            </a:extLst>
          </p:cNvPr>
          <p:cNvSpPr txBox="1"/>
          <p:nvPr/>
        </p:nvSpPr>
        <p:spPr>
          <a:xfrm>
            <a:off x="662981" y="209533"/>
            <a:ext cx="165141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Pedro Cauê da Costa</a:t>
            </a:r>
          </a:p>
          <a:p>
            <a:pPr algn="ctr"/>
            <a:r>
              <a:rPr lang="pt-BR" sz="1100" dirty="0"/>
              <a:t>Luiz </a:t>
            </a:r>
            <a:r>
              <a:rPr lang="pt-BR" sz="1100" dirty="0" err="1"/>
              <a:t>Antonio</a:t>
            </a:r>
            <a:r>
              <a:rPr lang="pt-BR" sz="1100" dirty="0"/>
              <a:t> Ribeiro</a:t>
            </a:r>
          </a:p>
          <a:p>
            <a:pPr algn="ctr"/>
            <a:r>
              <a:rPr lang="pt-BR" sz="1100" dirty="0"/>
              <a:t>Franciele </a:t>
            </a:r>
            <a:r>
              <a:rPr lang="pt-BR" sz="1100" dirty="0" err="1"/>
              <a:t>Mofardini</a:t>
            </a:r>
            <a:r>
              <a:rPr lang="pt-BR" sz="1100" dirty="0"/>
              <a:t> Costa</a:t>
            </a:r>
          </a:p>
          <a:p>
            <a:pPr algn="ctr"/>
            <a:r>
              <a:rPr lang="pt-BR" sz="1100" dirty="0" err="1"/>
              <a:t>Heliton</a:t>
            </a:r>
            <a:r>
              <a:rPr lang="pt-BR" sz="1100" dirty="0"/>
              <a:t> de Souza</a:t>
            </a:r>
          </a:p>
          <a:p>
            <a:pPr algn="ctr"/>
            <a:r>
              <a:rPr lang="pt-BR" sz="1100" dirty="0" err="1"/>
              <a:t>Andre</a:t>
            </a:r>
            <a:r>
              <a:rPr lang="pt-BR" sz="1100" dirty="0"/>
              <a:t> Ricardo Bitencourt</a:t>
            </a:r>
          </a:p>
          <a:p>
            <a:pPr algn="ctr"/>
            <a:r>
              <a:rPr lang="pt-BR" sz="1100" dirty="0"/>
              <a:t>Meire Izabel Dimarco</a:t>
            </a:r>
          </a:p>
          <a:p>
            <a:pPr algn="ctr"/>
            <a:r>
              <a:rPr lang="pt-BR" sz="1100" dirty="0" err="1"/>
              <a:t>Verginia</a:t>
            </a:r>
            <a:r>
              <a:rPr lang="pt-BR" sz="1100" dirty="0"/>
              <a:t> Gonçalves</a:t>
            </a:r>
          </a:p>
          <a:p>
            <a:pPr algn="ctr"/>
            <a:endParaRPr lang="pt-BR" sz="1100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Rogério Lopes Canhão</a:t>
            </a:r>
          </a:p>
          <a:p>
            <a:pPr algn="ctr"/>
            <a:endParaRPr lang="pt-BR" sz="11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47D10C7-ECFF-A394-F126-50BA4DCB7150}"/>
              </a:ext>
            </a:extLst>
          </p:cNvPr>
          <p:cNvSpPr txBox="1"/>
          <p:nvPr/>
        </p:nvSpPr>
        <p:spPr>
          <a:xfrm>
            <a:off x="3525554" y="358999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(Denise </a:t>
            </a:r>
            <a:r>
              <a:rPr lang="pt-BR" sz="1100" dirty="0" err="1"/>
              <a:t>Gratão</a:t>
            </a:r>
            <a:r>
              <a:rPr lang="pt-B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059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F1C0AA4-BAA6-505E-3782-D72DBDEC9F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5509013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13D9316-8B37-93B7-2D20-489A024CC9C3}"/>
              </a:ext>
            </a:extLst>
          </p:cNvPr>
          <p:cNvSpPr txBox="1"/>
          <p:nvPr/>
        </p:nvSpPr>
        <p:spPr>
          <a:xfrm>
            <a:off x="4179336" y="107470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(José Roberto Pimenta)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8EB9A1-778B-E004-BBB0-F6508DCEECF5}"/>
              </a:ext>
            </a:extLst>
          </p:cNvPr>
          <p:cNvSpPr txBox="1"/>
          <p:nvPr/>
        </p:nvSpPr>
        <p:spPr>
          <a:xfrm>
            <a:off x="3641274" y="327953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(Ivan </a:t>
            </a:r>
            <a:r>
              <a:rPr lang="pt-BR" sz="1100" dirty="0" err="1"/>
              <a:t>Kojima</a:t>
            </a:r>
            <a:r>
              <a:rPr lang="pt-BR" sz="1100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01556B-A6FD-50A7-0A41-353B1A11A57F}"/>
              </a:ext>
            </a:extLst>
          </p:cNvPr>
          <p:cNvSpPr txBox="1"/>
          <p:nvPr/>
        </p:nvSpPr>
        <p:spPr>
          <a:xfrm>
            <a:off x="5380655" y="326679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(Vanessa Claudino)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60D9A0-AFD3-688E-CA5E-B1FA0A498F65}"/>
              </a:ext>
            </a:extLst>
          </p:cNvPr>
          <p:cNvSpPr txBox="1"/>
          <p:nvPr/>
        </p:nvSpPr>
        <p:spPr>
          <a:xfrm>
            <a:off x="7334644" y="327272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(Camila de </a:t>
            </a:r>
            <a:r>
              <a:rPr lang="pt-BR" sz="1100" dirty="0" err="1"/>
              <a:t>Lolo</a:t>
            </a:r>
            <a:r>
              <a:rPr lang="pt-BR" sz="11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64AB54-A6DB-467B-745A-2F097C742F42}"/>
              </a:ext>
            </a:extLst>
          </p:cNvPr>
          <p:cNvSpPr txBox="1"/>
          <p:nvPr/>
        </p:nvSpPr>
        <p:spPr>
          <a:xfrm>
            <a:off x="5760094" y="536048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Robertha</a:t>
            </a:r>
            <a:r>
              <a:rPr lang="pt-BR" sz="1100" dirty="0"/>
              <a:t> Carla)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5F575C-414A-846A-1548-FBC615BB8B48}"/>
              </a:ext>
            </a:extLst>
          </p:cNvPr>
          <p:cNvSpPr txBox="1"/>
          <p:nvPr/>
        </p:nvSpPr>
        <p:spPr>
          <a:xfrm>
            <a:off x="3946070" y="533848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Kevelin</a:t>
            </a:r>
            <a:r>
              <a:rPr lang="pt-BR" sz="1100" dirty="0"/>
              <a:t> Andreoli)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A22B37-37D7-1275-D37D-DA41E9B03E05}"/>
              </a:ext>
            </a:extLst>
          </p:cNvPr>
          <p:cNvSpPr txBox="1"/>
          <p:nvPr/>
        </p:nvSpPr>
        <p:spPr>
          <a:xfrm>
            <a:off x="7764632" y="431211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(Solange Souza)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C9DFAD-3DD9-A175-4330-98EC89BE6F05}"/>
              </a:ext>
            </a:extLst>
          </p:cNvPr>
          <p:cNvSpPr txBox="1"/>
          <p:nvPr/>
        </p:nvSpPr>
        <p:spPr>
          <a:xfrm>
            <a:off x="5812200" y="431211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(Robson Luciano)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17B183-C31F-D6D3-FCCE-CABC0C9A0293}"/>
              </a:ext>
            </a:extLst>
          </p:cNvPr>
          <p:cNvSpPr txBox="1"/>
          <p:nvPr/>
        </p:nvSpPr>
        <p:spPr>
          <a:xfrm>
            <a:off x="3578285" y="6371542"/>
            <a:ext cx="187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(Fabiano Martins dos Santos)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767F34-104E-CADB-E407-C90F48CF0576}"/>
              </a:ext>
            </a:extLst>
          </p:cNvPr>
          <p:cNvSpPr txBox="1"/>
          <p:nvPr/>
        </p:nvSpPr>
        <p:spPr>
          <a:xfrm>
            <a:off x="565744" y="398250"/>
            <a:ext cx="1630575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Jucelino Lima</a:t>
            </a:r>
          </a:p>
          <a:p>
            <a:pPr algn="ctr"/>
            <a:r>
              <a:rPr lang="pt-BR" sz="1100" dirty="0"/>
              <a:t>Ademilson Toledo</a:t>
            </a:r>
          </a:p>
          <a:p>
            <a:pPr algn="ctr"/>
            <a:r>
              <a:rPr lang="pt-BR" sz="1100" dirty="0"/>
              <a:t>Agnaldo Savegnago</a:t>
            </a:r>
          </a:p>
          <a:p>
            <a:pPr algn="ctr"/>
            <a:r>
              <a:rPr lang="pt-BR" sz="1100" dirty="0"/>
              <a:t>Cleber Donizete </a:t>
            </a:r>
            <a:r>
              <a:rPr lang="pt-BR" sz="1100" dirty="0" err="1"/>
              <a:t>Maieiros</a:t>
            </a:r>
            <a:endParaRPr lang="pt-BR" sz="1100" dirty="0"/>
          </a:p>
          <a:p>
            <a:pPr algn="ctr"/>
            <a:r>
              <a:rPr lang="pt-BR" sz="1100" dirty="0"/>
              <a:t>Sergio Batista Pereira</a:t>
            </a:r>
          </a:p>
          <a:p>
            <a:pPr algn="ctr"/>
            <a:r>
              <a:rPr lang="pt-BR" sz="1100" dirty="0"/>
              <a:t>Lucio Claudio Pereira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14B1BE-F008-6AF3-0ABC-7F1AEE2999AA}"/>
              </a:ext>
            </a:extLst>
          </p:cNvPr>
          <p:cNvSpPr txBox="1"/>
          <p:nvPr/>
        </p:nvSpPr>
        <p:spPr>
          <a:xfrm>
            <a:off x="4101581" y="212283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(Alexandre Pagotto)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A08EE1-142F-C8D2-992C-E5A9547D5F67}"/>
              </a:ext>
            </a:extLst>
          </p:cNvPr>
          <p:cNvSpPr txBox="1"/>
          <p:nvPr/>
        </p:nvSpPr>
        <p:spPr>
          <a:xfrm>
            <a:off x="3859768" y="430542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(Andressa Cardoso)</a:t>
            </a:r>
          </a:p>
        </p:txBody>
      </p:sp>
    </p:spTree>
    <p:extLst>
      <p:ext uri="{BB962C8B-B14F-4D97-AF65-F5344CB8AC3E}">
        <p14:creationId xmlns:p14="http://schemas.microsoft.com/office/powerpoint/2010/main" val="398313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D3440F77-29FD-F894-2101-A23BFFC15E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799906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9ACB9D3B-D828-DCAF-5F94-25B3C30922D2}"/>
              </a:ext>
            </a:extLst>
          </p:cNvPr>
          <p:cNvSpPr txBox="1"/>
          <p:nvPr/>
        </p:nvSpPr>
        <p:spPr>
          <a:xfrm>
            <a:off x="4505915" y="107470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(Beto </a:t>
            </a:r>
            <a:r>
              <a:rPr lang="pt-BR" sz="1100" dirty="0" err="1"/>
              <a:t>Puttini</a:t>
            </a:r>
            <a:r>
              <a:rPr lang="pt-BR" sz="1100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2D4061-D335-F814-46A0-9C935BD79DE8}"/>
              </a:ext>
            </a:extLst>
          </p:cNvPr>
          <p:cNvSpPr txBox="1"/>
          <p:nvPr/>
        </p:nvSpPr>
        <p:spPr>
          <a:xfrm>
            <a:off x="4686307" y="431552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(Vanessa Sperandio)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2E9051-B965-865E-AA88-8FF74F792087}"/>
              </a:ext>
            </a:extLst>
          </p:cNvPr>
          <p:cNvSpPr txBox="1"/>
          <p:nvPr/>
        </p:nvSpPr>
        <p:spPr>
          <a:xfrm>
            <a:off x="6695498" y="431133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(Rodrigo Marini)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247B74-F0CE-B11E-8136-52FE2B97BB63}"/>
              </a:ext>
            </a:extLst>
          </p:cNvPr>
          <p:cNvSpPr txBox="1"/>
          <p:nvPr/>
        </p:nvSpPr>
        <p:spPr>
          <a:xfrm>
            <a:off x="5155956" y="536366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(Matias Costa)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1DAFDC-91F2-BD37-8D29-B06667C14AE8}"/>
              </a:ext>
            </a:extLst>
          </p:cNvPr>
          <p:cNvSpPr txBox="1"/>
          <p:nvPr/>
        </p:nvSpPr>
        <p:spPr>
          <a:xfrm>
            <a:off x="7044628" y="536596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(Daniel Baptista)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97FC4B-0E55-7811-4323-973E900D686B}"/>
              </a:ext>
            </a:extLst>
          </p:cNvPr>
          <p:cNvSpPr txBox="1"/>
          <p:nvPr/>
        </p:nvSpPr>
        <p:spPr>
          <a:xfrm>
            <a:off x="6935769" y="634880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(Andrea </a:t>
            </a:r>
            <a:r>
              <a:rPr lang="pt-BR" sz="1100" dirty="0" err="1"/>
              <a:t>Trevisanuto</a:t>
            </a:r>
            <a:r>
              <a:rPr lang="pt-BR" sz="1100" dirty="0"/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FCBB967-0E5A-BB20-4200-068CD4E1511A}"/>
              </a:ext>
            </a:extLst>
          </p:cNvPr>
          <p:cNvSpPr txBox="1"/>
          <p:nvPr/>
        </p:nvSpPr>
        <p:spPr>
          <a:xfrm>
            <a:off x="399672" y="926432"/>
            <a:ext cx="185980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Maria Julia Miranda Lopes</a:t>
            </a:r>
          </a:p>
          <a:p>
            <a:pPr algn="ctr"/>
            <a:r>
              <a:rPr lang="pt-BR" sz="1100" dirty="0" err="1"/>
              <a:t>Clewerson</a:t>
            </a:r>
            <a:r>
              <a:rPr lang="pt-BR" sz="1100" dirty="0"/>
              <a:t> Antonio T. Correia</a:t>
            </a:r>
          </a:p>
          <a:p>
            <a:pPr algn="ctr"/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121118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AAC366C-CA9C-BEB3-34DC-0EF3E5F6B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968098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51F0CFA6-D8F9-3F89-1AFE-5F8173CF69C7}"/>
              </a:ext>
            </a:extLst>
          </p:cNvPr>
          <p:cNvSpPr txBox="1"/>
          <p:nvPr/>
        </p:nvSpPr>
        <p:spPr>
          <a:xfrm>
            <a:off x="3834107" y="155055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(Priscila </a:t>
            </a:r>
            <a:r>
              <a:rPr lang="pt-BR" sz="1100" dirty="0" err="1"/>
              <a:t>Foresti</a:t>
            </a:r>
            <a:r>
              <a:rPr lang="pt-BR" sz="1100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1EB8F9-816A-D47C-07E3-E902212F0075}"/>
              </a:ext>
            </a:extLst>
          </p:cNvPr>
          <p:cNvSpPr txBox="1"/>
          <p:nvPr/>
        </p:nvSpPr>
        <p:spPr>
          <a:xfrm>
            <a:off x="1112679" y="473540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(Graziela Mendes)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B0E771-08B4-120E-6305-3A56DAA56022}"/>
              </a:ext>
            </a:extLst>
          </p:cNvPr>
          <p:cNvSpPr txBox="1"/>
          <p:nvPr/>
        </p:nvSpPr>
        <p:spPr>
          <a:xfrm>
            <a:off x="3924304" y="473319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(Tiago Louzada)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3D3910-33E5-EFC2-404D-A85E2F6F1700}"/>
              </a:ext>
            </a:extLst>
          </p:cNvPr>
          <p:cNvSpPr txBox="1"/>
          <p:nvPr/>
        </p:nvSpPr>
        <p:spPr>
          <a:xfrm>
            <a:off x="6782584" y="473099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(Camila Reale)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F6D633-BBCB-C560-E166-7E2BDB9325B2}"/>
              </a:ext>
            </a:extLst>
          </p:cNvPr>
          <p:cNvSpPr txBox="1"/>
          <p:nvPr/>
        </p:nvSpPr>
        <p:spPr>
          <a:xfrm>
            <a:off x="9668857" y="471945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(Alan </a:t>
            </a:r>
            <a:r>
              <a:rPr lang="pt-BR" sz="1100" dirty="0" err="1"/>
              <a:t>Saviolo</a:t>
            </a:r>
            <a:r>
              <a:rPr lang="pt-BR" sz="1100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C40A7C-134A-BDC9-558C-851BEA44E752}"/>
              </a:ext>
            </a:extLst>
          </p:cNvPr>
          <p:cNvSpPr txBox="1"/>
          <p:nvPr/>
        </p:nvSpPr>
        <p:spPr>
          <a:xfrm>
            <a:off x="4496580" y="623573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(Rosiane Nunes)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68B017-A581-3213-DFA7-C0FADF922297}"/>
              </a:ext>
            </a:extLst>
          </p:cNvPr>
          <p:cNvSpPr txBox="1"/>
          <p:nvPr/>
        </p:nvSpPr>
        <p:spPr>
          <a:xfrm>
            <a:off x="7359383" y="623573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Arian</a:t>
            </a:r>
            <a:r>
              <a:rPr lang="pt-BR" sz="1100" dirty="0"/>
              <a:t> Lourenço)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23DEC26-1A7C-0562-85C7-83DC9C95ECE3}"/>
              </a:ext>
            </a:extLst>
          </p:cNvPr>
          <p:cNvSpPr txBox="1"/>
          <p:nvPr/>
        </p:nvSpPr>
        <p:spPr>
          <a:xfrm>
            <a:off x="10129168" y="623132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(Natalia </a:t>
            </a:r>
            <a:r>
              <a:rPr lang="pt-BR" sz="1100" dirty="0" err="1"/>
              <a:t>Ritzinger</a:t>
            </a:r>
            <a:r>
              <a:rPr lang="pt-BR" sz="1100" dirty="0"/>
              <a:t>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6B10F58-4346-75DC-4F69-AA8B64D59F7F}"/>
              </a:ext>
            </a:extLst>
          </p:cNvPr>
          <p:cNvSpPr txBox="1"/>
          <p:nvPr/>
        </p:nvSpPr>
        <p:spPr>
          <a:xfrm>
            <a:off x="488811" y="544205"/>
            <a:ext cx="1540806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Valter Moura Silva Jr</a:t>
            </a:r>
          </a:p>
          <a:p>
            <a:pPr algn="ctr"/>
            <a:r>
              <a:rPr lang="pt-BR" sz="1100" dirty="0"/>
              <a:t>Alexandra Marcondes</a:t>
            </a:r>
          </a:p>
          <a:p>
            <a:pPr algn="ctr"/>
            <a:r>
              <a:rPr lang="pt-BR" sz="1100" dirty="0"/>
              <a:t>Maria Clara Seno</a:t>
            </a:r>
          </a:p>
          <a:p>
            <a:pPr algn="ctr"/>
            <a:r>
              <a:rPr lang="pt-BR" sz="1100" dirty="0"/>
              <a:t>Marco Antonio Neves</a:t>
            </a:r>
          </a:p>
          <a:p>
            <a:pPr algn="ctr"/>
            <a:r>
              <a:rPr lang="pt-BR" sz="1100"/>
              <a:t>Gislene Sonia A Amaro</a:t>
            </a:r>
            <a:endParaRPr lang="pt-BR" sz="1100" dirty="0"/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 err="1"/>
              <a:t>Janeclei</a:t>
            </a:r>
            <a:r>
              <a:rPr lang="pt-BR" sz="1100" dirty="0"/>
              <a:t> </a:t>
            </a:r>
            <a:r>
              <a:rPr lang="pt-BR" sz="1100" dirty="0" err="1"/>
              <a:t>Delomodarme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17238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FA25AF0-51C3-FB4E-A416-91AD74117B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4725358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23A1652C-7162-57D9-3BFF-9D39B69C0D1B}"/>
              </a:ext>
            </a:extLst>
          </p:cNvPr>
          <p:cNvSpPr txBox="1"/>
          <p:nvPr/>
        </p:nvSpPr>
        <p:spPr>
          <a:xfrm>
            <a:off x="4225997" y="94407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(Wilson França)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362B94-8570-F6C5-D899-3966DAA3DD62}"/>
              </a:ext>
            </a:extLst>
          </p:cNvPr>
          <p:cNvSpPr txBox="1"/>
          <p:nvPr/>
        </p:nvSpPr>
        <p:spPr>
          <a:xfrm>
            <a:off x="2232355" y="282263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(Mateus </a:t>
            </a:r>
            <a:r>
              <a:rPr lang="pt-BR" sz="1100" dirty="0" err="1"/>
              <a:t>Mialich</a:t>
            </a:r>
            <a:r>
              <a:rPr lang="pt-BR" sz="11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4687BF-59FB-C584-077B-86C09E564D58}"/>
              </a:ext>
            </a:extLst>
          </p:cNvPr>
          <p:cNvSpPr txBox="1"/>
          <p:nvPr/>
        </p:nvSpPr>
        <p:spPr>
          <a:xfrm>
            <a:off x="5710714" y="460410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(Anderson </a:t>
            </a:r>
            <a:r>
              <a:rPr lang="pt-BR" sz="1100" dirty="0" err="1"/>
              <a:t>Polizel</a:t>
            </a:r>
            <a:r>
              <a:rPr lang="pt-BR" sz="1100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B91902-EE46-3535-4AAA-15AED5C3055B}"/>
              </a:ext>
            </a:extLst>
          </p:cNvPr>
          <p:cNvSpPr txBox="1"/>
          <p:nvPr/>
        </p:nvSpPr>
        <p:spPr>
          <a:xfrm>
            <a:off x="8776247" y="280518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(Wesley </a:t>
            </a:r>
            <a:r>
              <a:rPr lang="pt-BR" sz="1100" dirty="0" err="1"/>
              <a:t>Freu</a:t>
            </a:r>
            <a:r>
              <a:rPr lang="pt-BR" sz="1100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ADB491-AEE3-0127-43C2-6FB599D72477}"/>
              </a:ext>
            </a:extLst>
          </p:cNvPr>
          <p:cNvSpPr txBox="1"/>
          <p:nvPr/>
        </p:nvSpPr>
        <p:spPr>
          <a:xfrm>
            <a:off x="4121390" y="368263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(Renan Ferreira)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3F41161-91EE-4EC8-6280-20E0A17921DC}"/>
              </a:ext>
            </a:extLst>
          </p:cNvPr>
          <p:cNvSpPr txBox="1"/>
          <p:nvPr/>
        </p:nvSpPr>
        <p:spPr>
          <a:xfrm>
            <a:off x="4168045" y="461241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(Jean Siqueira)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393542-215A-52F3-15A1-5E58140D3D7D}"/>
              </a:ext>
            </a:extLst>
          </p:cNvPr>
          <p:cNvSpPr txBox="1"/>
          <p:nvPr/>
        </p:nvSpPr>
        <p:spPr>
          <a:xfrm>
            <a:off x="4158714" y="550487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(Mara Buzatto)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5ABC9B2-16A2-B94C-AAC3-B65BEB34A530}"/>
              </a:ext>
            </a:extLst>
          </p:cNvPr>
          <p:cNvSpPr txBox="1"/>
          <p:nvPr/>
        </p:nvSpPr>
        <p:spPr>
          <a:xfrm>
            <a:off x="5748032" y="368574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(João </a:t>
            </a:r>
            <a:r>
              <a:rPr lang="pt-BR" sz="1100" dirty="0" err="1"/>
              <a:t>Nadalin</a:t>
            </a:r>
            <a:r>
              <a:rPr lang="pt-BR" sz="1100" dirty="0"/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B24135-582C-3C08-AAD9-243F9E521937}"/>
              </a:ext>
            </a:extLst>
          </p:cNvPr>
          <p:cNvSpPr txBox="1"/>
          <p:nvPr/>
        </p:nvSpPr>
        <p:spPr>
          <a:xfrm>
            <a:off x="5664055" y="461747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1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61EB14-7474-4382-E8C4-2EF041823837}"/>
              </a:ext>
            </a:extLst>
          </p:cNvPr>
          <p:cNvSpPr txBox="1"/>
          <p:nvPr/>
        </p:nvSpPr>
        <p:spPr>
          <a:xfrm>
            <a:off x="7420961" y="550635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(Alan Gabriel)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E56F3E7-5144-1423-2586-0A53D568DB14}"/>
              </a:ext>
            </a:extLst>
          </p:cNvPr>
          <p:cNvSpPr txBox="1"/>
          <p:nvPr/>
        </p:nvSpPr>
        <p:spPr>
          <a:xfrm>
            <a:off x="7384769" y="641490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(Paulo Rogério)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591565-F03F-C894-FF95-6E73148E6BEA}"/>
              </a:ext>
            </a:extLst>
          </p:cNvPr>
          <p:cNvSpPr txBox="1"/>
          <p:nvPr/>
        </p:nvSpPr>
        <p:spPr>
          <a:xfrm>
            <a:off x="8887791" y="368760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(Emerson </a:t>
            </a:r>
            <a:r>
              <a:rPr lang="pt-BR" sz="1100" dirty="0" err="1"/>
              <a:t>Canevarolo</a:t>
            </a:r>
            <a:r>
              <a:rPr lang="pt-BR" sz="1100" dirty="0"/>
              <a:t>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23465E0-4608-B465-F1EB-B55705859925}"/>
              </a:ext>
            </a:extLst>
          </p:cNvPr>
          <p:cNvSpPr txBox="1"/>
          <p:nvPr/>
        </p:nvSpPr>
        <p:spPr>
          <a:xfrm>
            <a:off x="8868715" y="460735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1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FBE4ED-04FF-FB71-24DF-B60D724F6D77}"/>
              </a:ext>
            </a:extLst>
          </p:cNvPr>
          <p:cNvSpPr txBox="1"/>
          <p:nvPr/>
        </p:nvSpPr>
        <p:spPr>
          <a:xfrm>
            <a:off x="506436" y="456234"/>
            <a:ext cx="173476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Vitor Souza Nascimento</a:t>
            </a:r>
          </a:p>
          <a:p>
            <a:pPr algn="ctr"/>
            <a:r>
              <a:rPr lang="pt-BR" sz="1100" dirty="0"/>
              <a:t>Thiago Rogerio Augusto</a:t>
            </a:r>
          </a:p>
          <a:p>
            <a:pPr algn="ctr"/>
            <a:r>
              <a:rPr lang="pt-BR" sz="1100" dirty="0"/>
              <a:t>Gustavo Eduardo Pereira</a:t>
            </a:r>
          </a:p>
          <a:p>
            <a:pPr algn="ctr"/>
            <a:r>
              <a:rPr lang="pt-BR" sz="1100" dirty="0"/>
              <a:t>Camila </a:t>
            </a:r>
            <a:r>
              <a:rPr lang="pt-BR" sz="1100" dirty="0" err="1"/>
              <a:t>Crimberg</a:t>
            </a:r>
            <a:r>
              <a:rPr lang="pt-BR" sz="1100" dirty="0"/>
              <a:t> Rodrigues</a:t>
            </a:r>
          </a:p>
          <a:p>
            <a:pPr algn="ctr"/>
            <a:r>
              <a:rPr lang="pt-BR" sz="1100" dirty="0" err="1"/>
              <a:t>Claudineia</a:t>
            </a:r>
            <a:r>
              <a:rPr lang="pt-BR" sz="1100" dirty="0"/>
              <a:t> Freire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Silvio Pelegrini</a:t>
            </a:r>
          </a:p>
          <a:p>
            <a:pPr algn="ctr"/>
            <a:endParaRPr lang="pt-BR" sz="11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2E879E1-1953-4C35-0F04-3FC125595E91}"/>
              </a:ext>
            </a:extLst>
          </p:cNvPr>
          <p:cNvSpPr txBox="1"/>
          <p:nvPr/>
        </p:nvSpPr>
        <p:spPr>
          <a:xfrm>
            <a:off x="4429302" y="182638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(Flavio Vedovato)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C63C35E-397F-ADBF-F450-7A8A5ADC86AE}"/>
              </a:ext>
            </a:extLst>
          </p:cNvPr>
          <p:cNvSpPr txBox="1"/>
          <p:nvPr/>
        </p:nvSpPr>
        <p:spPr>
          <a:xfrm>
            <a:off x="6437392" y="183104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(Isabella Silva)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1CCD1E-ED24-C209-C473-DDD39A53C531}"/>
              </a:ext>
            </a:extLst>
          </p:cNvPr>
          <p:cNvSpPr txBox="1"/>
          <p:nvPr/>
        </p:nvSpPr>
        <p:spPr>
          <a:xfrm>
            <a:off x="7420961" y="462579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(Lucio Flavio)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AADC86-3C39-5B92-EFD8-ACF660C51EA6}"/>
              </a:ext>
            </a:extLst>
          </p:cNvPr>
          <p:cNvSpPr txBox="1"/>
          <p:nvPr/>
        </p:nvSpPr>
        <p:spPr>
          <a:xfrm>
            <a:off x="2625773" y="371002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(Denis Faria)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A044EAA-FE42-B32A-2E65-C569A9B169E7}"/>
              </a:ext>
            </a:extLst>
          </p:cNvPr>
          <p:cNvSpPr txBox="1"/>
          <p:nvPr/>
        </p:nvSpPr>
        <p:spPr>
          <a:xfrm>
            <a:off x="9096979" y="464124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Odecio</a:t>
            </a:r>
            <a:r>
              <a:rPr lang="pt-BR" sz="1100" dirty="0"/>
              <a:t> Souza)</a:t>
            </a:r>
          </a:p>
        </p:txBody>
      </p:sp>
    </p:spTree>
    <p:extLst>
      <p:ext uri="{BB962C8B-B14F-4D97-AF65-F5344CB8AC3E}">
        <p14:creationId xmlns:p14="http://schemas.microsoft.com/office/powerpoint/2010/main" val="176478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79728B5-2E63-BEF2-2E54-E0BE455A32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7956407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C9A44E6A-862D-BF80-E230-6714E87A7167}"/>
              </a:ext>
            </a:extLst>
          </p:cNvPr>
          <p:cNvSpPr txBox="1"/>
          <p:nvPr/>
        </p:nvSpPr>
        <p:spPr>
          <a:xfrm>
            <a:off x="4925795" y="70147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(Marcio </a:t>
            </a:r>
            <a:r>
              <a:rPr lang="pt-BR" sz="1100" dirty="0" err="1"/>
              <a:t>Iquegami</a:t>
            </a:r>
            <a:r>
              <a:rPr lang="pt-BR" sz="1100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8EA710-D520-47B4-7ACD-DE38BA6E4F12}"/>
              </a:ext>
            </a:extLst>
          </p:cNvPr>
          <p:cNvSpPr txBox="1"/>
          <p:nvPr/>
        </p:nvSpPr>
        <p:spPr>
          <a:xfrm>
            <a:off x="2571375" y="254271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</a:t>
            </a:r>
            <a:r>
              <a:rPr lang="pt-BR" sz="1050" dirty="0" err="1"/>
              <a:t>Ligiane</a:t>
            </a:r>
            <a:r>
              <a:rPr lang="pt-BR" sz="1050" dirty="0"/>
              <a:t> Santos)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49DCEF-305F-A932-F52E-A8D6645C50E8}"/>
              </a:ext>
            </a:extLst>
          </p:cNvPr>
          <p:cNvSpPr txBox="1"/>
          <p:nvPr/>
        </p:nvSpPr>
        <p:spPr>
          <a:xfrm>
            <a:off x="4854269" y="247739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(Niceia </a:t>
            </a:r>
            <a:r>
              <a:rPr lang="pt-BR" sz="1050" dirty="0" err="1"/>
              <a:t>Mussolin</a:t>
            </a:r>
            <a:r>
              <a:rPr lang="pt-BR" sz="1050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365329-AC7D-8FC1-86EA-A5CC3702D900}"/>
              </a:ext>
            </a:extLst>
          </p:cNvPr>
          <p:cNvSpPr txBox="1"/>
          <p:nvPr/>
        </p:nvSpPr>
        <p:spPr>
          <a:xfrm>
            <a:off x="6005047" y="248672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(Amira </a:t>
            </a:r>
            <a:r>
              <a:rPr lang="pt-BR" sz="1050" dirty="0" err="1"/>
              <a:t>Sarout</a:t>
            </a:r>
            <a:r>
              <a:rPr lang="pt-BR" sz="1050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4E8E1D-2F9A-854F-5A41-B604FA73B8E1}"/>
              </a:ext>
            </a:extLst>
          </p:cNvPr>
          <p:cNvSpPr txBox="1"/>
          <p:nvPr/>
        </p:nvSpPr>
        <p:spPr>
          <a:xfrm>
            <a:off x="7146494" y="2486728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(Marilia </a:t>
            </a:r>
            <a:r>
              <a:rPr lang="pt-BR" sz="1050" dirty="0" err="1"/>
              <a:t>Recio</a:t>
            </a:r>
            <a:r>
              <a:rPr lang="pt-BR" sz="1050" dirty="0"/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A6E967-6180-42CD-39EB-B1F51B2C703B}"/>
              </a:ext>
            </a:extLst>
          </p:cNvPr>
          <p:cNvSpPr txBox="1"/>
          <p:nvPr/>
        </p:nvSpPr>
        <p:spPr>
          <a:xfrm>
            <a:off x="8231955" y="250539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(Fausto Marcondes)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52D543-DE4F-BA9A-9B28-1E7DA0B07A09}"/>
              </a:ext>
            </a:extLst>
          </p:cNvPr>
          <p:cNvSpPr txBox="1"/>
          <p:nvPr/>
        </p:nvSpPr>
        <p:spPr>
          <a:xfrm>
            <a:off x="9634661" y="261736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(Daiane Andreoli)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3371DF-00C9-21C4-75FF-F4A2D6858FC2}"/>
              </a:ext>
            </a:extLst>
          </p:cNvPr>
          <p:cNvSpPr txBox="1"/>
          <p:nvPr/>
        </p:nvSpPr>
        <p:spPr>
          <a:xfrm>
            <a:off x="1554335" y="300302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(Francine Morais)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BE00827-F4E0-FEDC-EC20-2955906A5E40}"/>
              </a:ext>
            </a:extLst>
          </p:cNvPr>
          <p:cNvSpPr txBox="1"/>
          <p:nvPr/>
        </p:nvSpPr>
        <p:spPr>
          <a:xfrm>
            <a:off x="1678742" y="352864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(Milton Cesar)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5BAAF11-F90D-7BFD-7933-C2D769F60A3A}"/>
              </a:ext>
            </a:extLst>
          </p:cNvPr>
          <p:cNvSpPr txBox="1"/>
          <p:nvPr/>
        </p:nvSpPr>
        <p:spPr>
          <a:xfrm>
            <a:off x="1672519" y="406360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(Kelly Cristina)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A3A2E7C-9642-049C-3991-F4721BD4D78D}"/>
              </a:ext>
            </a:extLst>
          </p:cNvPr>
          <p:cNvSpPr txBox="1"/>
          <p:nvPr/>
        </p:nvSpPr>
        <p:spPr>
          <a:xfrm>
            <a:off x="1560546" y="606969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(Marcia Carvalho)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9079C3-6E66-6BDD-1673-96B40B9E7A06}"/>
              </a:ext>
            </a:extLst>
          </p:cNvPr>
          <p:cNvSpPr txBox="1"/>
          <p:nvPr/>
        </p:nvSpPr>
        <p:spPr>
          <a:xfrm>
            <a:off x="2572535" y="3225345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(Carolina </a:t>
            </a:r>
            <a:r>
              <a:rPr lang="pt-BR" sz="1050" dirty="0" err="1"/>
              <a:t>Tokunaga</a:t>
            </a:r>
            <a:r>
              <a:rPr lang="pt-BR" sz="1050" dirty="0"/>
              <a:t>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758F2C8-9E56-C62E-1676-B0871EB4502E}"/>
              </a:ext>
            </a:extLst>
          </p:cNvPr>
          <p:cNvSpPr txBox="1"/>
          <p:nvPr/>
        </p:nvSpPr>
        <p:spPr>
          <a:xfrm>
            <a:off x="2694998" y="378667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(Gisele Ribeiro)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09EE377-3F1F-DD5A-C436-857A1E3202C9}"/>
              </a:ext>
            </a:extLst>
          </p:cNvPr>
          <p:cNvSpPr txBox="1"/>
          <p:nvPr/>
        </p:nvSpPr>
        <p:spPr>
          <a:xfrm>
            <a:off x="2584187" y="4422653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(Claudemir Fernandes)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0236F2E-3C72-5540-E4AB-E2BFF3B46407}"/>
              </a:ext>
            </a:extLst>
          </p:cNvPr>
          <p:cNvSpPr txBox="1"/>
          <p:nvPr/>
        </p:nvSpPr>
        <p:spPr>
          <a:xfrm>
            <a:off x="2762635" y="502130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(Marli </a:t>
            </a:r>
            <a:r>
              <a:rPr lang="pt-BR" sz="1050" dirty="0" err="1"/>
              <a:t>Donadi</a:t>
            </a:r>
            <a:r>
              <a:rPr lang="pt-BR" sz="1050" dirty="0"/>
              <a:t>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9579C1-F750-CF48-9AA3-A77BADC14D85}"/>
              </a:ext>
            </a:extLst>
          </p:cNvPr>
          <p:cNvSpPr txBox="1"/>
          <p:nvPr/>
        </p:nvSpPr>
        <p:spPr>
          <a:xfrm>
            <a:off x="2763795" y="578791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(Paulo Freitas)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62FF9B8-7E3B-3FFE-FC72-A4C4DF001DC1}"/>
              </a:ext>
            </a:extLst>
          </p:cNvPr>
          <p:cNvSpPr txBox="1"/>
          <p:nvPr/>
        </p:nvSpPr>
        <p:spPr>
          <a:xfrm>
            <a:off x="2680976" y="6367914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(Isabela Tassinari)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3C9D8A5-BF2F-55E9-3E3A-34D3E70D4408}"/>
              </a:ext>
            </a:extLst>
          </p:cNvPr>
          <p:cNvSpPr txBox="1"/>
          <p:nvPr/>
        </p:nvSpPr>
        <p:spPr>
          <a:xfrm>
            <a:off x="4920756" y="3195383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(Franciele Cristina)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55DC428-5C43-5466-E31D-B4D141687E86}"/>
              </a:ext>
            </a:extLst>
          </p:cNvPr>
          <p:cNvSpPr txBox="1"/>
          <p:nvPr/>
        </p:nvSpPr>
        <p:spPr>
          <a:xfrm>
            <a:off x="4921927" y="3801400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(Evandro Roberto)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92EFC45-8B02-E3CE-E998-85F97998FB2D}"/>
              </a:ext>
            </a:extLst>
          </p:cNvPr>
          <p:cNvSpPr txBox="1"/>
          <p:nvPr/>
        </p:nvSpPr>
        <p:spPr>
          <a:xfrm>
            <a:off x="4717821" y="4454072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(Marco Antonio Cintra)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3B9A4BE-6621-6E68-D10A-1EA50FA76BCB}"/>
              </a:ext>
            </a:extLst>
          </p:cNvPr>
          <p:cNvSpPr txBox="1"/>
          <p:nvPr/>
        </p:nvSpPr>
        <p:spPr>
          <a:xfrm>
            <a:off x="6288079" y="319896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(Lilian Dias)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027AD3E-C829-C157-E5DF-21DF1596235B}"/>
              </a:ext>
            </a:extLst>
          </p:cNvPr>
          <p:cNvSpPr txBox="1"/>
          <p:nvPr/>
        </p:nvSpPr>
        <p:spPr>
          <a:xfrm>
            <a:off x="6188550" y="380856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(Gislaine Lima)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9304C37-2DD5-EB4F-335E-3A867198B24F}"/>
              </a:ext>
            </a:extLst>
          </p:cNvPr>
          <p:cNvSpPr txBox="1"/>
          <p:nvPr/>
        </p:nvSpPr>
        <p:spPr>
          <a:xfrm>
            <a:off x="6191660" y="439950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(Natalia </a:t>
            </a:r>
            <a:r>
              <a:rPr lang="pt-BR" sz="1050" dirty="0" err="1"/>
              <a:t>Mazer</a:t>
            </a:r>
            <a:r>
              <a:rPr lang="pt-BR" sz="1050" dirty="0"/>
              <a:t>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4A65320-3DB6-47A7-6BF9-05B1CBE939B1}"/>
              </a:ext>
            </a:extLst>
          </p:cNvPr>
          <p:cNvSpPr txBox="1"/>
          <p:nvPr/>
        </p:nvSpPr>
        <p:spPr>
          <a:xfrm>
            <a:off x="6138784" y="500910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(Janaina </a:t>
            </a:r>
            <a:r>
              <a:rPr lang="pt-BR" sz="1050" dirty="0" err="1"/>
              <a:t>Peniani</a:t>
            </a:r>
            <a:r>
              <a:rPr lang="pt-BR" sz="1050" dirty="0"/>
              <a:t>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7A8104-223D-3111-FCC0-A2F00EB2B9D9}"/>
              </a:ext>
            </a:extLst>
          </p:cNvPr>
          <p:cNvSpPr txBox="1"/>
          <p:nvPr/>
        </p:nvSpPr>
        <p:spPr>
          <a:xfrm>
            <a:off x="7269737" y="3128167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</a:t>
            </a:r>
            <a:r>
              <a:rPr lang="pt-BR" sz="1050" dirty="0" err="1"/>
              <a:t>Michely</a:t>
            </a:r>
            <a:r>
              <a:rPr lang="pt-BR" sz="1050" dirty="0"/>
              <a:t> Prado)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83585B4-E52A-0531-E787-D997B798F090}"/>
              </a:ext>
            </a:extLst>
          </p:cNvPr>
          <p:cNvSpPr txBox="1"/>
          <p:nvPr/>
        </p:nvSpPr>
        <p:spPr>
          <a:xfrm>
            <a:off x="7197033" y="3722951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(Amanda Ferraresi)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5B473AF-CD60-3A9F-3516-8FE699FB505B}"/>
              </a:ext>
            </a:extLst>
          </p:cNvPr>
          <p:cNvSpPr txBox="1"/>
          <p:nvPr/>
        </p:nvSpPr>
        <p:spPr>
          <a:xfrm>
            <a:off x="7217637" y="4327066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(Ana Carolina Marcondes)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26BB607-E965-83B0-148A-9235FF08BF45}"/>
              </a:ext>
            </a:extLst>
          </p:cNvPr>
          <p:cNvSpPr txBox="1"/>
          <p:nvPr/>
        </p:nvSpPr>
        <p:spPr>
          <a:xfrm>
            <a:off x="8254914" y="3133826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(Rosimeire Carvalho)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87E1330-1636-5E09-0651-984070FFA4AB}"/>
              </a:ext>
            </a:extLst>
          </p:cNvPr>
          <p:cNvSpPr txBox="1"/>
          <p:nvPr/>
        </p:nvSpPr>
        <p:spPr>
          <a:xfrm>
            <a:off x="8287203" y="3734269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(Evandro Mariano)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1D3C191-2933-51F2-7991-8F0326CFC248}"/>
              </a:ext>
            </a:extLst>
          </p:cNvPr>
          <p:cNvSpPr txBox="1"/>
          <p:nvPr/>
        </p:nvSpPr>
        <p:spPr>
          <a:xfrm>
            <a:off x="9628324" y="3273791"/>
            <a:ext cx="1814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(Daniela Monteiro)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CC08887-CA9F-38A1-71FA-12A3E96F1C14}"/>
              </a:ext>
            </a:extLst>
          </p:cNvPr>
          <p:cNvSpPr txBox="1"/>
          <p:nvPr/>
        </p:nvSpPr>
        <p:spPr>
          <a:xfrm>
            <a:off x="393024" y="94899"/>
            <a:ext cx="1875834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50" b="1" dirty="0"/>
              <a:t>COMISSIONADOS:</a:t>
            </a:r>
          </a:p>
          <a:p>
            <a:pPr algn="ctr"/>
            <a:endParaRPr lang="pt-BR" sz="1050" b="1" dirty="0"/>
          </a:p>
          <a:p>
            <a:pPr algn="ctr"/>
            <a:r>
              <a:rPr lang="pt-BR" sz="1050" b="1" dirty="0"/>
              <a:t>Assessor de Gabinete I</a:t>
            </a:r>
          </a:p>
          <a:p>
            <a:pPr algn="ctr"/>
            <a:r>
              <a:rPr lang="pt-BR" sz="1050" dirty="0"/>
              <a:t>Mariani Cristina </a:t>
            </a:r>
            <a:r>
              <a:rPr lang="pt-BR" sz="1050" dirty="0" err="1"/>
              <a:t>Prandine</a:t>
            </a:r>
            <a:endParaRPr lang="pt-BR" sz="1050" dirty="0"/>
          </a:p>
          <a:p>
            <a:pPr algn="ctr"/>
            <a:r>
              <a:rPr lang="pt-BR" sz="1050" dirty="0"/>
              <a:t>José Augusto </a:t>
            </a:r>
            <a:r>
              <a:rPr lang="pt-BR" sz="1050" dirty="0" err="1"/>
              <a:t>Depieri</a:t>
            </a:r>
            <a:endParaRPr lang="pt-BR" sz="1050" dirty="0"/>
          </a:p>
          <a:p>
            <a:pPr algn="ctr"/>
            <a:r>
              <a:rPr lang="pt-BR" sz="1050" dirty="0"/>
              <a:t>Cristina </a:t>
            </a:r>
            <a:r>
              <a:rPr lang="pt-BR" sz="1050" dirty="0" err="1"/>
              <a:t>Bigi</a:t>
            </a:r>
            <a:r>
              <a:rPr lang="pt-BR" sz="1050" dirty="0"/>
              <a:t> </a:t>
            </a:r>
            <a:r>
              <a:rPr lang="pt-BR" sz="1050" dirty="0" err="1"/>
              <a:t>Kiill</a:t>
            </a:r>
            <a:endParaRPr lang="pt-BR" sz="1050" dirty="0"/>
          </a:p>
          <a:p>
            <a:pPr algn="ctr"/>
            <a:r>
              <a:rPr lang="pt-BR" sz="1050" dirty="0"/>
              <a:t>Camila Roberta Santos</a:t>
            </a:r>
          </a:p>
          <a:p>
            <a:pPr algn="ctr"/>
            <a:r>
              <a:rPr lang="pt-BR" sz="1050" dirty="0"/>
              <a:t>Patricia Fiorin Pereira</a:t>
            </a:r>
          </a:p>
          <a:p>
            <a:pPr algn="ctr"/>
            <a:r>
              <a:rPr lang="pt-BR" sz="1050" dirty="0"/>
              <a:t>Vitor Montini</a:t>
            </a:r>
          </a:p>
          <a:p>
            <a:pPr algn="ctr"/>
            <a:r>
              <a:rPr lang="pt-BR" sz="1050" dirty="0"/>
              <a:t>Eloá Cristina Azevedo de Souza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79EDBBD-449F-1510-461D-8947379D99A7}"/>
              </a:ext>
            </a:extLst>
          </p:cNvPr>
          <p:cNvSpPr txBox="1"/>
          <p:nvPr/>
        </p:nvSpPr>
        <p:spPr>
          <a:xfrm>
            <a:off x="4875287" y="181466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(Gustavo Perroni)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992872-9599-3CEC-E180-F08ACB883260}"/>
              </a:ext>
            </a:extLst>
          </p:cNvPr>
          <p:cNvSpPr txBox="1"/>
          <p:nvPr/>
        </p:nvSpPr>
        <p:spPr>
          <a:xfrm>
            <a:off x="1485914" y="24792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(</a:t>
            </a:r>
            <a:r>
              <a:rPr lang="pt-BR" sz="1050" dirty="0" err="1"/>
              <a:t>Chistian</a:t>
            </a:r>
            <a:r>
              <a:rPr lang="pt-BR" sz="1050" dirty="0"/>
              <a:t> dos Santos)</a:t>
            </a:r>
          </a:p>
        </p:txBody>
      </p:sp>
    </p:spTree>
    <p:extLst>
      <p:ext uri="{BB962C8B-B14F-4D97-AF65-F5344CB8AC3E}">
        <p14:creationId xmlns:p14="http://schemas.microsoft.com/office/powerpoint/2010/main" val="393679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41956DEE-72B0-4B9E-219E-652CEAD8B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460289"/>
              </p:ext>
            </p:extLst>
          </p:nvPr>
        </p:nvGraphicFramePr>
        <p:xfrm>
          <a:off x="0" y="337625"/>
          <a:ext cx="12191999" cy="6913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510069D6-56C1-EFC7-13FE-BAFE25C2DEF5}"/>
              </a:ext>
            </a:extLst>
          </p:cNvPr>
          <p:cNvSpPr txBox="1"/>
          <p:nvPr/>
        </p:nvSpPr>
        <p:spPr>
          <a:xfrm>
            <a:off x="4655206" y="77611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(Jessica Santos)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CA521F-0094-8F9B-FC08-1979B13B4437}"/>
              </a:ext>
            </a:extLst>
          </p:cNvPr>
          <p:cNvSpPr txBox="1"/>
          <p:nvPr/>
        </p:nvSpPr>
        <p:spPr>
          <a:xfrm>
            <a:off x="2878505" y="290661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(Andreza Martinussi)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873450-C1ED-6BC7-FDE6-9D0F8754C937}"/>
              </a:ext>
            </a:extLst>
          </p:cNvPr>
          <p:cNvSpPr txBox="1"/>
          <p:nvPr/>
        </p:nvSpPr>
        <p:spPr>
          <a:xfrm>
            <a:off x="2999808" y="352165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(Luciana Perpétua)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15EA4C-FA3A-CECE-F28B-CB24765873E3}"/>
              </a:ext>
            </a:extLst>
          </p:cNvPr>
          <p:cNvSpPr txBox="1"/>
          <p:nvPr/>
        </p:nvSpPr>
        <p:spPr>
          <a:xfrm>
            <a:off x="2981146" y="424866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(Yasmin </a:t>
            </a:r>
            <a:r>
              <a:rPr lang="pt-BR" sz="1100" dirty="0" err="1"/>
              <a:t>Fossalussa</a:t>
            </a:r>
            <a:r>
              <a:rPr lang="pt-BR" sz="11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5C3B09-2584-1A48-B76D-E0665D78485E}"/>
              </a:ext>
            </a:extLst>
          </p:cNvPr>
          <p:cNvSpPr txBox="1"/>
          <p:nvPr/>
        </p:nvSpPr>
        <p:spPr>
          <a:xfrm>
            <a:off x="4396740" y="415560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(Claudia Roberta)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A8EE0B5-C799-0530-CA67-BFBB23DFDB0B}"/>
              </a:ext>
            </a:extLst>
          </p:cNvPr>
          <p:cNvSpPr txBox="1"/>
          <p:nvPr/>
        </p:nvSpPr>
        <p:spPr>
          <a:xfrm>
            <a:off x="4453803" y="352165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(Patrícia Lopes)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246222-3FDB-D7DD-DCE1-4F8627F2587A}"/>
              </a:ext>
            </a:extLst>
          </p:cNvPr>
          <p:cNvSpPr txBox="1"/>
          <p:nvPr/>
        </p:nvSpPr>
        <p:spPr>
          <a:xfrm>
            <a:off x="4264873" y="289273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(Emerson Rangel)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951522-BF75-795D-A6B4-DCEF021AAFEB}"/>
              </a:ext>
            </a:extLst>
          </p:cNvPr>
          <p:cNvSpPr txBox="1"/>
          <p:nvPr/>
        </p:nvSpPr>
        <p:spPr>
          <a:xfrm>
            <a:off x="4545530" y="488176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(João Vitor)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14F11ED-EDE8-F52A-BF36-10E5EEE815BE}"/>
              </a:ext>
            </a:extLst>
          </p:cNvPr>
          <p:cNvSpPr txBox="1"/>
          <p:nvPr/>
        </p:nvSpPr>
        <p:spPr>
          <a:xfrm>
            <a:off x="5468907" y="290661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Deize</a:t>
            </a:r>
            <a:r>
              <a:rPr lang="pt-BR" sz="1100" dirty="0"/>
              <a:t> Mirella)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025D75-5D8A-356B-C56B-B496E95B2034}"/>
              </a:ext>
            </a:extLst>
          </p:cNvPr>
          <p:cNvSpPr txBox="1"/>
          <p:nvPr/>
        </p:nvSpPr>
        <p:spPr>
          <a:xfrm>
            <a:off x="5704117" y="350778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(Claudia Lisse)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6B8652D-C65E-E114-84A2-D334E24A9BD2}"/>
              </a:ext>
            </a:extLst>
          </p:cNvPr>
          <p:cNvSpPr txBox="1"/>
          <p:nvPr/>
        </p:nvSpPr>
        <p:spPr>
          <a:xfrm>
            <a:off x="5631414" y="415560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(Luciane Morais)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F47224-3795-6EF1-9711-D51665620A75}"/>
              </a:ext>
            </a:extLst>
          </p:cNvPr>
          <p:cNvSpPr txBox="1"/>
          <p:nvPr/>
        </p:nvSpPr>
        <p:spPr>
          <a:xfrm>
            <a:off x="5596036" y="479410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(Marcela Aniceto)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052CF32-6C6E-B90E-9F48-90CDD54AAF5E}"/>
              </a:ext>
            </a:extLst>
          </p:cNvPr>
          <p:cNvSpPr txBox="1"/>
          <p:nvPr/>
        </p:nvSpPr>
        <p:spPr>
          <a:xfrm>
            <a:off x="6688887" y="290826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(Camila Oliveira)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EDDB114-5E77-1B0E-C63D-811ADCBC89C5}"/>
              </a:ext>
            </a:extLst>
          </p:cNvPr>
          <p:cNvSpPr txBox="1"/>
          <p:nvPr/>
        </p:nvSpPr>
        <p:spPr>
          <a:xfrm>
            <a:off x="6852134" y="351317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(Silvana Albano)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5EDF2ED-43A4-995E-6458-F9E7A444462B}"/>
              </a:ext>
            </a:extLst>
          </p:cNvPr>
          <p:cNvSpPr txBox="1"/>
          <p:nvPr/>
        </p:nvSpPr>
        <p:spPr>
          <a:xfrm>
            <a:off x="6866088" y="412742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(Flavia </a:t>
            </a:r>
            <a:r>
              <a:rPr lang="pt-BR" sz="1100" dirty="0" err="1"/>
              <a:t>Mialich</a:t>
            </a:r>
            <a:r>
              <a:rPr lang="pt-BR" sz="1100" dirty="0"/>
              <a:t>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DC8E07-1DC1-2537-D68B-F2C32BF057A3}"/>
              </a:ext>
            </a:extLst>
          </p:cNvPr>
          <p:cNvSpPr txBox="1"/>
          <p:nvPr/>
        </p:nvSpPr>
        <p:spPr>
          <a:xfrm>
            <a:off x="6828679" y="536524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(Luciana Teixeira)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A40D03D-F9BF-0F49-A3ED-CEBB833299FB}"/>
              </a:ext>
            </a:extLst>
          </p:cNvPr>
          <p:cNvSpPr txBox="1"/>
          <p:nvPr/>
        </p:nvSpPr>
        <p:spPr>
          <a:xfrm>
            <a:off x="6842633" y="596082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(Camila Oliveira)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A0F2CA5-5410-5DDB-85BC-4040F26FF5A9}"/>
              </a:ext>
            </a:extLst>
          </p:cNvPr>
          <p:cNvSpPr txBox="1"/>
          <p:nvPr/>
        </p:nvSpPr>
        <p:spPr>
          <a:xfrm>
            <a:off x="6819263" y="657506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(Luciana </a:t>
            </a:r>
            <a:r>
              <a:rPr lang="pt-BR" sz="1100" dirty="0" err="1"/>
              <a:t>Spagnol</a:t>
            </a:r>
            <a:r>
              <a:rPr lang="pt-BR" sz="1100" dirty="0"/>
              <a:t>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B136F0B-5289-7F58-AEF1-60E5ECB91A41}"/>
              </a:ext>
            </a:extLst>
          </p:cNvPr>
          <p:cNvSpPr txBox="1"/>
          <p:nvPr/>
        </p:nvSpPr>
        <p:spPr>
          <a:xfrm>
            <a:off x="8007617" y="290203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(Alisson Filipe)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44A9BF7-1F91-3ABA-EC44-EA618891DA3A}"/>
              </a:ext>
            </a:extLst>
          </p:cNvPr>
          <p:cNvSpPr txBox="1"/>
          <p:nvPr/>
        </p:nvSpPr>
        <p:spPr>
          <a:xfrm>
            <a:off x="8206673" y="378951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(Elaine Andrade)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EBE6789-E79F-9E91-CE68-656C94B7F913}"/>
              </a:ext>
            </a:extLst>
          </p:cNvPr>
          <p:cNvSpPr txBox="1"/>
          <p:nvPr/>
        </p:nvSpPr>
        <p:spPr>
          <a:xfrm>
            <a:off x="8181794" y="453702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(Tiago Lourenço)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E5A68A2-287F-637D-DC71-0C28A1B6F651}"/>
              </a:ext>
            </a:extLst>
          </p:cNvPr>
          <p:cNvSpPr txBox="1"/>
          <p:nvPr/>
        </p:nvSpPr>
        <p:spPr>
          <a:xfrm>
            <a:off x="703440" y="926432"/>
            <a:ext cx="12522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6F6893E-7AD0-D8D8-09A5-3A8BAE4C3EDA}"/>
              </a:ext>
            </a:extLst>
          </p:cNvPr>
          <p:cNvSpPr txBox="1"/>
          <p:nvPr/>
        </p:nvSpPr>
        <p:spPr>
          <a:xfrm>
            <a:off x="4574338" y="146165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(Eliana </a:t>
            </a:r>
            <a:r>
              <a:rPr lang="pt-BR" sz="1100" dirty="0" err="1"/>
              <a:t>Bertoncelo</a:t>
            </a:r>
            <a:r>
              <a:rPr lang="pt-BR" sz="1100" dirty="0"/>
              <a:t>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5795B05-7BD3-2B31-E89A-B69E07DE38B6}"/>
              </a:ext>
            </a:extLst>
          </p:cNvPr>
          <p:cNvSpPr txBox="1"/>
          <p:nvPr/>
        </p:nvSpPr>
        <p:spPr>
          <a:xfrm>
            <a:off x="6095999" y="146743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(Cristiana Oliveira)</a:t>
            </a:r>
          </a:p>
        </p:txBody>
      </p:sp>
    </p:spTree>
    <p:extLst>
      <p:ext uri="{BB962C8B-B14F-4D97-AF65-F5344CB8AC3E}">
        <p14:creationId xmlns:p14="http://schemas.microsoft.com/office/powerpoint/2010/main" val="59103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BDDF6C0-0AFA-2EDA-CD02-32E58DCE2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5211867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149D4257-0A9D-CC24-7BC8-AF020E7F58E8}"/>
              </a:ext>
            </a:extLst>
          </p:cNvPr>
          <p:cNvSpPr txBox="1"/>
          <p:nvPr/>
        </p:nvSpPr>
        <p:spPr>
          <a:xfrm>
            <a:off x="4571229" y="93474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(Cleber </a:t>
            </a:r>
            <a:r>
              <a:rPr lang="pt-BR" sz="1100" dirty="0" err="1"/>
              <a:t>Cisotto</a:t>
            </a:r>
            <a:r>
              <a:rPr lang="pt-BR" sz="1100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82A7B8-871B-4A94-B479-74F3BC890EFA}"/>
              </a:ext>
            </a:extLst>
          </p:cNvPr>
          <p:cNvSpPr txBox="1"/>
          <p:nvPr/>
        </p:nvSpPr>
        <p:spPr>
          <a:xfrm>
            <a:off x="3118764" y="282263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(Melissa </a:t>
            </a:r>
            <a:r>
              <a:rPr lang="pt-BR" sz="1100" dirty="0" err="1"/>
              <a:t>Calisse</a:t>
            </a:r>
            <a:r>
              <a:rPr lang="pt-BR" sz="11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ABD3E0-6E47-782B-B797-BB587C9B017C}"/>
              </a:ext>
            </a:extLst>
          </p:cNvPr>
          <p:cNvSpPr txBox="1"/>
          <p:nvPr/>
        </p:nvSpPr>
        <p:spPr>
          <a:xfrm>
            <a:off x="3355140" y="636427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(Geniana </a:t>
            </a:r>
            <a:r>
              <a:rPr lang="pt-BR" sz="1100" dirty="0" err="1"/>
              <a:t>Papani</a:t>
            </a:r>
            <a:r>
              <a:rPr lang="pt-BR" sz="11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DE867D-36BF-2BF8-02C2-370A3773B5C0}"/>
              </a:ext>
            </a:extLst>
          </p:cNvPr>
          <p:cNvSpPr txBox="1"/>
          <p:nvPr/>
        </p:nvSpPr>
        <p:spPr>
          <a:xfrm>
            <a:off x="4653241" y="282263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(Gabriela Cardoso)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A5145E-A424-F314-2153-C6CF3A9DCC41}"/>
              </a:ext>
            </a:extLst>
          </p:cNvPr>
          <p:cNvSpPr txBox="1"/>
          <p:nvPr/>
        </p:nvSpPr>
        <p:spPr>
          <a:xfrm>
            <a:off x="4904795" y="369069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(Patricia Bitencourt)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F2476A0-7A5E-369A-5E71-7D95832692C5}"/>
              </a:ext>
            </a:extLst>
          </p:cNvPr>
          <p:cNvSpPr txBox="1"/>
          <p:nvPr/>
        </p:nvSpPr>
        <p:spPr>
          <a:xfrm>
            <a:off x="4951075" y="455875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(Patricia </a:t>
            </a:r>
            <a:r>
              <a:rPr lang="pt-BR" sz="1100" dirty="0" err="1"/>
              <a:t>Bertuolo</a:t>
            </a:r>
            <a:r>
              <a:rPr lang="pt-BR" sz="1100" dirty="0"/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872B34-C558-A256-F9C2-B99B431DAA4A}"/>
              </a:ext>
            </a:extLst>
          </p:cNvPr>
          <p:cNvSpPr txBox="1"/>
          <p:nvPr/>
        </p:nvSpPr>
        <p:spPr>
          <a:xfrm>
            <a:off x="4988024" y="543614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(Bruna Camioto)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A1EACF-4157-2DF1-9299-9E4F26EB3918}"/>
              </a:ext>
            </a:extLst>
          </p:cNvPr>
          <p:cNvSpPr txBox="1"/>
          <p:nvPr/>
        </p:nvSpPr>
        <p:spPr>
          <a:xfrm>
            <a:off x="4894342" y="633219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(Frederico Camioto)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1F2938-7938-3285-B22D-1BA9CC1FFFDC}"/>
              </a:ext>
            </a:extLst>
          </p:cNvPr>
          <p:cNvSpPr txBox="1"/>
          <p:nvPr/>
        </p:nvSpPr>
        <p:spPr>
          <a:xfrm>
            <a:off x="6256146" y="28133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(Renato Pivello)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2F6309-0ADC-EC7C-608F-208CE993F0F3}"/>
              </a:ext>
            </a:extLst>
          </p:cNvPr>
          <p:cNvSpPr txBox="1"/>
          <p:nvPr/>
        </p:nvSpPr>
        <p:spPr>
          <a:xfrm>
            <a:off x="7905706" y="28133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(Deise Valério)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BFAE67-56CC-9C45-C47E-B1D4EC2DDA7D}"/>
              </a:ext>
            </a:extLst>
          </p:cNvPr>
          <p:cNvSpPr txBox="1"/>
          <p:nvPr/>
        </p:nvSpPr>
        <p:spPr>
          <a:xfrm>
            <a:off x="6637817" y="369069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(Rosicler Berti)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E1AC771-D6FB-7AC7-4F43-3D683E3DC611}"/>
              </a:ext>
            </a:extLst>
          </p:cNvPr>
          <p:cNvSpPr txBox="1"/>
          <p:nvPr/>
        </p:nvSpPr>
        <p:spPr>
          <a:xfrm>
            <a:off x="8166154" y="369069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(Cleber </a:t>
            </a:r>
            <a:r>
              <a:rPr lang="pt-BR" sz="1100" dirty="0" err="1"/>
              <a:t>Gonsaga</a:t>
            </a:r>
            <a:r>
              <a:rPr lang="pt-BR" sz="1100" dirty="0"/>
              <a:t>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293C169-E2CB-3349-6794-C864E64D8A94}"/>
              </a:ext>
            </a:extLst>
          </p:cNvPr>
          <p:cNvSpPr txBox="1"/>
          <p:nvPr/>
        </p:nvSpPr>
        <p:spPr>
          <a:xfrm>
            <a:off x="655423" y="556413"/>
            <a:ext cx="15408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Marcio de Deus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5123163-F335-F044-09CA-E33A2A16BA24}"/>
              </a:ext>
            </a:extLst>
          </p:cNvPr>
          <p:cNvSpPr txBox="1"/>
          <p:nvPr/>
        </p:nvSpPr>
        <p:spPr>
          <a:xfrm>
            <a:off x="4335998" y="18196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(Quelle Furlanetto)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95F6C19-D9F7-126E-7235-43E567D66660}"/>
              </a:ext>
            </a:extLst>
          </p:cNvPr>
          <p:cNvSpPr txBox="1"/>
          <p:nvPr/>
        </p:nvSpPr>
        <p:spPr>
          <a:xfrm>
            <a:off x="6422577" y="182185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(Raquel Navarini)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BE5693-3F39-A16C-4058-0F0A0EFA8A0F}"/>
              </a:ext>
            </a:extLst>
          </p:cNvPr>
          <p:cNvSpPr txBox="1"/>
          <p:nvPr/>
        </p:nvSpPr>
        <p:spPr>
          <a:xfrm>
            <a:off x="3401795" y="456808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(Renan </a:t>
            </a:r>
            <a:r>
              <a:rPr lang="pt-BR" sz="1100" dirty="0" err="1"/>
              <a:t>Spagnol</a:t>
            </a:r>
            <a:r>
              <a:rPr lang="pt-BR" sz="1100" dirty="0"/>
              <a:t>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FABA97B-EF2B-A9A0-A019-E752D9996035}"/>
              </a:ext>
            </a:extLst>
          </p:cNvPr>
          <p:cNvSpPr txBox="1"/>
          <p:nvPr/>
        </p:nvSpPr>
        <p:spPr>
          <a:xfrm>
            <a:off x="3242399" y="542681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(Vinicius </a:t>
            </a:r>
            <a:r>
              <a:rPr lang="pt-BR" sz="1100" dirty="0" err="1"/>
              <a:t>Baldenebro</a:t>
            </a:r>
            <a:r>
              <a:rPr lang="pt-B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6653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A5E91C-5100-D77E-6B4B-A65CFAA8C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27527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C4FF985E-D2D9-929A-3D58-721B5945F10F}"/>
              </a:ext>
            </a:extLst>
          </p:cNvPr>
          <p:cNvSpPr txBox="1"/>
          <p:nvPr/>
        </p:nvSpPr>
        <p:spPr>
          <a:xfrm>
            <a:off x="4599222" y="93474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(Max Mena)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B47B85-B7EE-9C73-3FCE-D90E23B057F0}"/>
              </a:ext>
            </a:extLst>
          </p:cNvPr>
          <p:cNvSpPr txBox="1"/>
          <p:nvPr/>
        </p:nvSpPr>
        <p:spPr>
          <a:xfrm>
            <a:off x="631262" y="28133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(Sandro Magalhães)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132F86-099A-BBC3-D582-3637CF780463}"/>
              </a:ext>
            </a:extLst>
          </p:cNvPr>
          <p:cNvSpPr txBox="1"/>
          <p:nvPr/>
        </p:nvSpPr>
        <p:spPr>
          <a:xfrm>
            <a:off x="1026852" y="370189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(Thaina Cordon)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4970A8-28BF-1B9B-1200-731080A1CC4D}"/>
              </a:ext>
            </a:extLst>
          </p:cNvPr>
          <p:cNvSpPr txBox="1"/>
          <p:nvPr/>
        </p:nvSpPr>
        <p:spPr>
          <a:xfrm>
            <a:off x="1120890" y="4600209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(Taiga Cruz)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6A125DD-E83B-AFD7-18C9-B45C3CF66F7C}"/>
              </a:ext>
            </a:extLst>
          </p:cNvPr>
          <p:cNvSpPr txBox="1"/>
          <p:nvPr/>
        </p:nvSpPr>
        <p:spPr>
          <a:xfrm>
            <a:off x="932821" y="550825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(Michelli Camargo)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A13D41-E26B-F6DD-3463-9E725353AF6A}"/>
              </a:ext>
            </a:extLst>
          </p:cNvPr>
          <p:cNvSpPr txBox="1"/>
          <p:nvPr/>
        </p:nvSpPr>
        <p:spPr>
          <a:xfrm>
            <a:off x="1065766" y="642602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(Isabela </a:t>
            </a:r>
            <a:r>
              <a:rPr lang="pt-BR" sz="1100" dirty="0" err="1"/>
              <a:t>Recco</a:t>
            </a:r>
            <a:r>
              <a:rPr lang="pt-BR" sz="1100" dirty="0"/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540D3F-C7AB-893C-914B-C04F9B841E16}"/>
              </a:ext>
            </a:extLst>
          </p:cNvPr>
          <p:cNvSpPr txBox="1"/>
          <p:nvPr/>
        </p:nvSpPr>
        <p:spPr>
          <a:xfrm>
            <a:off x="2262270" y="281006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Karolini</a:t>
            </a:r>
            <a:r>
              <a:rPr lang="pt-BR" sz="1100" dirty="0"/>
              <a:t> Escobar)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1CB263-331B-EC99-FFF4-52B13E69C7E3}"/>
              </a:ext>
            </a:extLst>
          </p:cNvPr>
          <p:cNvSpPr txBox="1"/>
          <p:nvPr/>
        </p:nvSpPr>
        <p:spPr>
          <a:xfrm>
            <a:off x="2667588" y="369864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(Ana Laura)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22A3B7-74F2-3764-0835-28419EA3B9B9}"/>
              </a:ext>
            </a:extLst>
          </p:cNvPr>
          <p:cNvSpPr txBox="1"/>
          <p:nvPr/>
        </p:nvSpPr>
        <p:spPr>
          <a:xfrm>
            <a:off x="2586524" y="460669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(Thais Fernandes)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8BAB5D-4BBC-7CBF-19BD-9E8B48E59C47}"/>
              </a:ext>
            </a:extLst>
          </p:cNvPr>
          <p:cNvSpPr txBox="1"/>
          <p:nvPr/>
        </p:nvSpPr>
        <p:spPr>
          <a:xfrm>
            <a:off x="2554101" y="551473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(Carolina </a:t>
            </a:r>
            <a:r>
              <a:rPr lang="pt-BR" sz="1100" dirty="0" err="1"/>
              <a:t>Ferezin</a:t>
            </a:r>
            <a:r>
              <a:rPr lang="pt-BR" sz="1100" dirty="0"/>
              <a:t>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BFACAFC-9ECF-6928-9514-B2DA521392DE}"/>
              </a:ext>
            </a:extLst>
          </p:cNvPr>
          <p:cNvSpPr txBox="1"/>
          <p:nvPr/>
        </p:nvSpPr>
        <p:spPr>
          <a:xfrm>
            <a:off x="3825183" y="282626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(Ana Paula Bertolino)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B4E9B6-6BBA-CF75-5107-5D25DFCE27FB}"/>
              </a:ext>
            </a:extLst>
          </p:cNvPr>
          <p:cNvSpPr txBox="1"/>
          <p:nvPr/>
        </p:nvSpPr>
        <p:spPr>
          <a:xfrm>
            <a:off x="4269413" y="371485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(Ligia Bianchi)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CAE3A9-7573-9E81-60A6-A0035F1CC58D}"/>
              </a:ext>
            </a:extLst>
          </p:cNvPr>
          <p:cNvSpPr txBox="1"/>
          <p:nvPr/>
        </p:nvSpPr>
        <p:spPr>
          <a:xfrm>
            <a:off x="4194838" y="553094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(Mariana </a:t>
            </a:r>
            <a:r>
              <a:rPr lang="pt-BR" sz="1100" dirty="0" err="1"/>
              <a:t>Daroz</a:t>
            </a:r>
            <a:r>
              <a:rPr lang="pt-BR" sz="1100" dirty="0"/>
              <a:t>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0B502DA-119B-6893-F41B-FBCA77D0067A}"/>
              </a:ext>
            </a:extLst>
          </p:cNvPr>
          <p:cNvSpPr txBox="1"/>
          <p:nvPr/>
        </p:nvSpPr>
        <p:spPr>
          <a:xfrm>
            <a:off x="5436738" y="281329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(Helton Rodrigues)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312868F-B1F9-219B-4CD6-1859E8061706}"/>
              </a:ext>
            </a:extLst>
          </p:cNvPr>
          <p:cNvSpPr txBox="1"/>
          <p:nvPr/>
        </p:nvSpPr>
        <p:spPr>
          <a:xfrm>
            <a:off x="5842056" y="370188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(Marcio Ribeiro)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C6D72C5-5072-EAAE-275E-DBF70F6F4A57}"/>
              </a:ext>
            </a:extLst>
          </p:cNvPr>
          <p:cNvSpPr txBox="1"/>
          <p:nvPr/>
        </p:nvSpPr>
        <p:spPr>
          <a:xfrm>
            <a:off x="7048291" y="281978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Andre</a:t>
            </a:r>
            <a:r>
              <a:rPr lang="pt-BR" sz="1100" dirty="0"/>
              <a:t> Luiz Costa)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B8E0967-817C-5FEE-AE00-4BF4D5B8FEB2}"/>
              </a:ext>
            </a:extLst>
          </p:cNvPr>
          <p:cNvSpPr txBox="1"/>
          <p:nvPr/>
        </p:nvSpPr>
        <p:spPr>
          <a:xfrm>
            <a:off x="7220141" y="370836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(Lucas Mateus Santos)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D5AA4C5-C85F-C44E-4EC4-A5B905B9E726}"/>
              </a:ext>
            </a:extLst>
          </p:cNvPr>
          <p:cNvSpPr txBox="1"/>
          <p:nvPr/>
        </p:nvSpPr>
        <p:spPr>
          <a:xfrm>
            <a:off x="7291111" y="552122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Julio</a:t>
            </a:r>
            <a:r>
              <a:rPr lang="pt-BR" sz="1100" dirty="0"/>
              <a:t> Cezar Santos)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3E9550E-D5C4-FA88-7689-93BE1FBDF770}"/>
              </a:ext>
            </a:extLst>
          </p:cNvPr>
          <p:cNvSpPr txBox="1"/>
          <p:nvPr/>
        </p:nvSpPr>
        <p:spPr>
          <a:xfrm>
            <a:off x="8659840" y="282626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(Victor Mansano)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F1CEBAD-EF5B-8FA5-7E59-6383BBE03A44}"/>
              </a:ext>
            </a:extLst>
          </p:cNvPr>
          <p:cNvSpPr txBox="1"/>
          <p:nvPr/>
        </p:nvSpPr>
        <p:spPr>
          <a:xfrm>
            <a:off x="9016516" y="370512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(Nilton Garcia)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5E3D11B-6584-AEB8-6A85-01106527A56E}"/>
              </a:ext>
            </a:extLst>
          </p:cNvPr>
          <p:cNvSpPr txBox="1"/>
          <p:nvPr/>
        </p:nvSpPr>
        <p:spPr>
          <a:xfrm>
            <a:off x="8988771" y="461641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(Daiane Aguilar)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DFB6082-E8B0-39BF-5174-31E2C1EB1192}"/>
              </a:ext>
            </a:extLst>
          </p:cNvPr>
          <p:cNvSpPr txBox="1"/>
          <p:nvPr/>
        </p:nvSpPr>
        <p:spPr>
          <a:xfrm>
            <a:off x="9019393" y="552770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(Sergio </a:t>
            </a:r>
            <a:r>
              <a:rPr lang="pt-BR" sz="1100" dirty="0" err="1"/>
              <a:t>Rissatti</a:t>
            </a:r>
            <a:r>
              <a:rPr lang="pt-BR" sz="1100" dirty="0"/>
              <a:t>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68238E8-72A8-08E6-5CBE-009BE06E448E}"/>
              </a:ext>
            </a:extLst>
          </p:cNvPr>
          <p:cNvSpPr txBox="1"/>
          <p:nvPr/>
        </p:nvSpPr>
        <p:spPr>
          <a:xfrm>
            <a:off x="9016146" y="642602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(Diogo Tavares)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52DD342-9E55-A5E8-E62B-1320927177B4}"/>
              </a:ext>
            </a:extLst>
          </p:cNvPr>
          <p:cNvSpPr txBox="1"/>
          <p:nvPr/>
        </p:nvSpPr>
        <p:spPr>
          <a:xfrm>
            <a:off x="10300579" y="282302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Aracele</a:t>
            </a:r>
            <a:r>
              <a:rPr lang="pt-BR" sz="1100" dirty="0"/>
              <a:t> Rosa)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6603A7A-55BE-7F84-E0AD-4A070D105052}"/>
              </a:ext>
            </a:extLst>
          </p:cNvPr>
          <p:cNvSpPr txBox="1"/>
          <p:nvPr/>
        </p:nvSpPr>
        <p:spPr>
          <a:xfrm>
            <a:off x="10433516" y="370188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(Mariana Guimarães)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3291948-C17C-DF17-A61A-A6997AB15609}"/>
              </a:ext>
            </a:extLst>
          </p:cNvPr>
          <p:cNvSpPr txBox="1"/>
          <p:nvPr/>
        </p:nvSpPr>
        <p:spPr>
          <a:xfrm>
            <a:off x="10503047" y="461317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(Rodrigo Cavalcanti)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E700D6E-6FA1-71DB-46CB-7EFACE90E44E}"/>
              </a:ext>
            </a:extLst>
          </p:cNvPr>
          <p:cNvSpPr txBox="1"/>
          <p:nvPr/>
        </p:nvSpPr>
        <p:spPr>
          <a:xfrm>
            <a:off x="243905" y="0"/>
            <a:ext cx="1810111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/>
              <a:t>Angelo</a:t>
            </a:r>
            <a:r>
              <a:rPr lang="pt-BR" sz="1100" dirty="0"/>
              <a:t> Rodrigo </a:t>
            </a:r>
            <a:r>
              <a:rPr lang="pt-BR" sz="1100" dirty="0" err="1"/>
              <a:t>Brassalotti</a:t>
            </a:r>
            <a:endParaRPr lang="pt-BR" sz="1100" dirty="0"/>
          </a:p>
          <a:p>
            <a:pPr algn="ctr"/>
            <a:r>
              <a:rPr lang="pt-BR" sz="1100" dirty="0" err="1"/>
              <a:t>Uelinton</a:t>
            </a:r>
            <a:r>
              <a:rPr lang="pt-BR" sz="1100" dirty="0"/>
              <a:t> Cleiton da Costa</a:t>
            </a:r>
          </a:p>
          <a:p>
            <a:pPr algn="ctr"/>
            <a:r>
              <a:rPr lang="pt-BR" sz="1100" dirty="0"/>
              <a:t>Carlos Alberto </a:t>
            </a:r>
            <a:r>
              <a:rPr lang="pt-BR" sz="1100" dirty="0" err="1"/>
              <a:t>Koti</a:t>
            </a:r>
            <a:endParaRPr lang="pt-BR" sz="1100" dirty="0"/>
          </a:p>
          <a:p>
            <a:pPr algn="ctr"/>
            <a:r>
              <a:rPr lang="pt-BR" sz="1100" dirty="0"/>
              <a:t>Vanessa de Lima Rodrigues</a:t>
            </a:r>
          </a:p>
          <a:p>
            <a:pPr algn="ctr"/>
            <a:r>
              <a:rPr lang="pt-BR" sz="1100" dirty="0"/>
              <a:t>Gabriela Amanda Bitencourt</a:t>
            </a:r>
          </a:p>
          <a:p>
            <a:pPr algn="ctr"/>
            <a:r>
              <a:rPr lang="pt-BR" sz="1100" dirty="0"/>
              <a:t>Gabriel Diniz Barbosa</a:t>
            </a:r>
          </a:p>
          <a:p>
            <a:pPr algn="ctr"/>
            <a:endParaRPr lang="pt-BR" sz="1100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Nilton Aparecido Garcia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36CDD79-6702-2E39-E557-0409F263DC60}"/>
              </a:ext>
            </a:extLst>
          </p:cNvPr>
          <p:cNvSpPr txBox="1"/>
          <p:nvPr/>
        </p:nvSpPr>
        <p:spPr>
          <a:xfrm>
            <a:off x="4114034" y="181177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(João Luiz / Rodrigo Juliano)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43B466-CA8C-CC72-B975-B1597B44F183}"/>
              </a:ext>
            </a:extLst>
          </p:cNvPr>
          <p:cNvSpPr txBox="1"/>
          <p:nvPr/>
        </p:nvSpPr>
        <p:spPr>
          <a:xfrm>
            <a:off x="5775400" y="460992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(Natali Camargo)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23280DF-63FA-B1C9-410A-4408F0545C4F}"/>
              </a:ext>
            </a:extLst>
          </p:cNvPr>
          <p:cNvSpPr txBox="1"/>
          <p:nvPr/>
        </p:nvSpPr>
        <p:spPr>
          <a:xfrm>
            <a:off x="4244246" y="461317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(Daiane Trinca)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D3ABC33-EBA5-E010-CE01-40F1DE290076}"/>
              </a:ext>
            </a:extLst>
          </p:cNvPr>
          <p:cNvSpPr txBox="1"/>
          <p:nvPr/>
        </p:nvSpPr>
        <p:spPr>
          <a:xfrm>
            <a:off x="7331049" y="461965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(Johnny dos Santos)</a:t>
            </a:r>
          </a:p>
        </p:txBody>
      </p:sp>
    </p:spTree>
    <p:extLst>
      <p:ext uri="{BB962C8B-B14F-4D97-AF65-F5344CB8AC3E}">
        <p14:creationId xmlns:p14="http://schemas.microsoft.com/office/powerpoint/2010/main" val="2769512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48FDDDB-C310-C92D-C88B-2EBD9DC7B9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710457"/>
              </p:ext>
            </p:extLst>
          </p:nvPr>
        </p:nvGraphicFramePr>
        <p:xfrm>
          <a:off x="506437" y="327894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A0F04C67-E652-D314-01AD-1475B7791C61}"/>
              </a:ext>
            </a:extLst>
          </p:cNvPr>
          <p:cNvSpPr txBox="1"/>
          <p:nvPr/>
        </p:nvSpPr>
        <p:spPr>
          <a:xfrm>
            <a:off x="4550582" y="95419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(Leandro Gallina)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DF7553D-71EA-9E6D-993B-49238E1708A0}"/>
              </a:ext>
            </a:extLst>
          </p:cNvPr>
          <p:cNvSpPr txBox="1"/>
          <p:nvPr/>
        </p:nvSpPr>
        <p:spPr>
          <a:xfrm>
            <a:off x="1526215" y="281866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(Caique Borba)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DC9AB3-DFD0-90BD-A064-B75370FE5D9C}"/>
              </a:ext>
            </a:extLst>
          </p:cNvPr>
          <p:cNvSpPr txBox="1"/>
          <p:nvPr/>
        </p:nvSpPr>
        <p:spPr>
          <a:xfrm>
            <a:off x="1805072" y="369556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(Gabriela Braga)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2A5086-0E23-8AB6-68FA-A3B7BEE2F713}"/>
              </a:ext>
            </a:extLst>
          </p:cNvPr>
          <p:cNvSpPr txBox="1"/>
          <p:nvPr/>
        </p:nvSpPr>
        <p:spPr>
          <a:xfrm>
            <a:off x="3137770" y="281542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Didiane</a:t>
            </a:r>
            <a:r>
              <a:rPr lang="pt-BR" sz="1100" dirty="0"/>
              <a:t> </a:t>
            </a:r>
            <a:r>
              <a:rPr lang="pt-BR" sz="1100" dirty="0" err="1"/>
              <a:t>Inaba</a:t>
            </a:r>
            <a:r>
              <a:rPr lang="pt-BR" sz="1100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B8AEBF-95A9-F8C3-BF4E-DD1EE74DF04C}"/>
              </a:ext>
            </a:extLst>
          </p:cNvPr>
          <p:cNvSpPr txBox="1"/>
          <p:nvPr/>
        </p:nvSpPr>
        <p:spPr>
          <a:xfrm>
            <a:off x="3416627" y="369231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(Amanda </a:t>
            </a:r>
            <a:r>
              <a:rPr lang="pt-BR" sz="1100" dirty="0" err="1"/>
              <a:t>Meniti</a:t>
            </a:r>
            <a:r>
              <a:rPr lang="pt-BR" sz="1100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B55F4A6-1774-5134-C54D-480313E41915}"/>
              </a:ext>
            </a:extLst>
          </p:cNvPr>
          <p:cNvSpPr txBox="1"/>
          <p:nvPr/>
        </p:nvSpPr>
        <p:spPr>
          <a:xfrm>
            <a:off x="4693968" y="281542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(Alexandre Costa)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D6625D-3D4E-E99D-7302-4C4F98BC2C3D}"/>
              </a:ext>
            </a:extLst>
          </p:cNvPr>
          <p:cNvSpPr txBox="1"/>
          <p:nvPr/>
        </p:nvSpPr>
        <p:spPr>
          <a:xfrm>
            <a:off x="4982553" y="370204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(Silvio </a:t>
            </a:r>
            <a:r>
              <a:rPr lang="pt-BR" sz="1100" dirty="0" err="1"/>
              <a:t>Sentinello</a:t>
            </a:r>
            <a:r>
              <a:rPr lang="pt-BR" sz="1100" dirty="0"/>
              <a:t>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7AFD589-DF7B-08B1-853E-EB4C9B51EA29}"/>
              </a:ext>
            </a:extLst>
          </p:cNvPr>
          <p:cNvSpPr txBox="1"/>
          <p:nvPr/>
        </p:nvSpPr>
        <p:spPr>
          <a:xfrm>
            <a:off x="5057131" y="460812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(Luis Gustavo)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35B782B-0DC5-8185-7AEB-ADD96806109E}"/>
              </a:ext>
            </a:extLst>
          </p:cNvPr>
          <p:cNvSpPr txBox="1"/>
          <p:nvPr/>
        </p:nvSpPr>
        <p:spPr>
          <a:xfrm>
            <a:off x="5024701" y="550447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(Flavio </a:t>
            </a:r>
            <a:r>
              <a:rPr lang="pt-BR" sz="1100" dirty="0" err="1"/>
              <a:t>Santinon</a:t>
            </a:r>
            <a:r>
              <a:rPr lang="pt-BR" sz="1100" dirty="0"/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46E16C-F798-BABB-AA27-19B50E85FF11}"/>
              </a:ext>
            </a:extLst>
          </p:cNvPr>
          <p:cNvSpPr txBox="1"/>
          <p:nvPr/>
        </p:nvSpPr>
        <p:spPr>
          <a:xfrm>
            <a:off x="6227696" y="281217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(José Augusto </a:t>
            </a:r>
            <a:r>
              <a:rPr lang="pt-BR" sz="1100" dirty="0" err="1"/>
              <a:t>Gianotto</a:t>
            </a:r>
            <a:r>
              <a:rPr lang="pt-BR" sz="1100" dirty="0"/>
              <a:t>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6E973B0-FBC2-A8E8-A5FB-9695D0F7BF5E}"/>
              </a:ext>
            </a:extLst>
          </p:cNvPr>
          <p:cNvSpPr txBox="1"/>
          <p:nvPr/>
        </p:nvSpPr>
        <p:spPr>
          <a:xfrm>
            <a:off x="6555193" y="369880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(Luis Carlos Biagi)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FF6710A-9745-0949-7332-A1AD91AF0F2E}"/>
              </a:ext>
            </a:extLst>
          </p:cNvPr>
          <p:cNvSpPr txBox="1"/>
          <p:nvPr/>
        </p:nvSpPr>
        <p:spPr>
          <a:xfrm>
            <a:off x="6532492" y="460487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(Ricardo Alexandre)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C6899B3-EBF2-F22B-D384-4D8263382925}"/>
              </a:ext>
            </a:extLst>
          </p:cNvPr>
          <p:cNvSpPr txBox="1"/>
          <p:nvPr/>
        </p:nvSpPr>
        <p:spPr>
          <a:xfrm>
            <a:off x="6529245" y="551095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(João Victor </a:t>
            </a:r>
            <a:r>
              <a:rPr lang="pt-BR" sz="1100" dirty="0" err="1"/>
              <a:t>Buzzo</a:t>
            </a:r>
            <a:r>
              <a:rPr lang="pt-BR" sz="1100" dirty="0"/>
              <a:t>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AE2ACB8-04CB-4355-60F3-91C2ADC96D04}"/>
              </a:ext>
            </a:extLst>
          </p:cNvPr>
          <p:cNvSpPr txBox="1"/>
          <p:nvPr/>
        </p:nvSpPr>
        <p:spPr>
          <a:xfrm>
            <a:off x="6613553" y="638320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(Rafael </a:t>
            </a:r>
            <a:r>
              <a:rPr lang="pt-BR" sz="1100" dirty="0" err="1"/>
              <a:t>Gezuato</a:t>
            </a:r>
            <a:r>
              <a:rPr lang="pt-BR" sz="1100" dirty="0"/>
              <a:t>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D1CFE5-B243-F537-4DC7-6C4554E865CE}"/>
              </a:ext>
            </a:extLst>
          </p:cNvPr>
          <p:cNvSpPr txBox="1"/>
          <p:nvPr/>
        </p:nvSpPr>
        <p:spPr>
          <a:xfrm>
            <a:off x="7926803" y="280893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(Samy Ribeiro)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2C57FE9-D159-BF52-A9CE-9D2D0C576DE2}"/>
              </a:ext>
            </a:extLst>
          </p:cNvPr>
          <p:cNvSpPr txBox="1"/>
          <p:nvPr/>
        </p:nvSpPr>
        <p:spPr>
          <a:xfrm>
            <a:off x="8088924" y="369555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(Gabriela </a:t>
            </a:r>
            <a:r>
              <a:rPr lang="pt-BR" sz="1100" dirty="0" err="1"/>
              <a:t>Pasquotto</a:t>
            </a:r>
            <a:r>
              <a:rPr lang="pt-BR" sz="1100" dirty="0"/>
              <a:t>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2351E82-1918-F1BB-8883-9546DD37F683}"/>
              </a:ext>
            </a:extLst>
          </p:cNvPr>
          <p:cNvSpPr txBox="1"/>
          <p:nvPr/>
        </p:nvSpPr>
        <p:spPr>
          <a:xfrm>
            <a:off x="8075951" y="460163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(Fernando Henrique)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9838E18-32C6-9328-C957-4B4350A6922E}"/>
              </a:ext>
            </a:extLst>
          </p:cNvPr>
          <p:cNvSpPr txBox="1"/>
          <p:nvPr/>
        </p:nvSpPr>
        <p:spPr>
          <a:xfrm>
            <a:off x="8189440" y="550771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(Ricardo Motta)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6B4AFD1-5210-662F-0C9B-64BC5E0CEFC7}"/>
              </a:ext>
            </a:extLst>
          </p:cNvPr>
          <p:cNvSpPr txBox="1"/>
          <p:nvPr/>
        </p:nvSpPr>
        <p:spPr>
          <a:xfrm>
            <a:off x="8225108" y="637996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(Sergio Carvalho)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71E88A4-A963-DEF5-A180-D91287833A31}"/>
              </a:ext>
            </a:extLst>
          </p:cNvPr>
          <p:cNvSpPr txBox="1"/>
          <p:nvPr/>
        </p:nvSpPr>
        <p:spPr>
          <a:xfrm>
            <a:off x="81547" y="142422"/>
            <a:ext cx="1784463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Luciano Rodrigues</a:t>
            </a:r>
          </a:p>
          <a:p>
            <a:pPr algn="ctr"/>
            <a:r>
              <a:rPr lang="pt-BR" sz="1100" dirty="0"/>
              <a:t>João Vitor </a:t>
            </a:r>
            <a:r>
              <a:rPr lang="pt-BR" sz="1100" dirty="0" err="1"/>
              <a:t>Fossalussa</a:t>
            </a:r>
            <a:endParaRPr lang="pt-BR" sz="1100" dirty="0"/>
          </a:p>
          <a:p>
            <a:pPr algn="ctr"/>
            <a:r>
              <a:rPr lang="pt-BR" sz="1100" dirty="0"/>
              <a:t>Maria Giovanna M. Cardozo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Luiz Gustavo Galetti</a:t>
            </a:r>
          </a:p>
          <a:p>
            <a:pPr algn="ctr"/>
            <a:r>
              <a:rPr lang="pt-BR" sz="1100" dirty="0"/>
              <a:t>Roque Gil Neto</a:t>
            </a:r>
          </a:p>
          <a:p>
            <a:pPr algn="ctr"/>
            <a:r>
              <a:rPr lang="pt-BR" sz="1100" dirty="0" err="1"/>
              <a:t>Josue</a:t>
            </a:r>
            <a:r>
              <a:rPr lang="pt-BR" sz="1100" dirty="0"/>
              <a:t> da Silva Ribeiro</a:t>
            </a:r>
          </a:p>
          <a:p>
            <a:pPr algn="ctr"/>
            <a:r>
              <a:rPr lang="pt-BR" sz="1100" dirty="0"/>
              <a:t>Mariana dos Santos</a:t>
            </a:r>
          </a:p>
          <a:p>
            <a:pPr algn="ctr"/>
            <a:r>
              <a:rPr lang="pt-BR" sz="1100" dirty="0"/>
              <a:t>Aline Ribeiro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2417A74-ACC2-0FF5-E769-35CA85888AED}"/>
              </a:ext>
            </a:extLst>
          </p:cNvPr>
          <p:cNvSpPr txBox="1"/>
          <p:nvPr/>
        </p:nvSpPr>
        <p:spPr>
          <a:xfrm>
            <a:off x="4402858" y="185055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(Guilherme Amin)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9D1B748-9065-2DB6-BA40-AA226EC989E7}"/>
              </a:ext>
            </a:extLst>
          </p:cNvPr>
          <p:cNvSpPr txBox="1"/>
          <p:nvPr/>
        </p:nvSpPr>
        <p:spPr>
          <a:xfrm>
            <a:off x="9538358" y="280569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(Alexandre </a:t>
            </a:r>
            <a:r>
              <a:rPr lang="pt-BR" sz="1100" dirty="0" err="1"/>
              <a:t>Eloi</a:t>
            </a:r>
            <a:r>
              <a:rPr lang="pt-BR" sz="1100" dirty="0"/>
              <a:t>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4CD24BE-7037-DDE3-6903-37C236214021}"/>
              </a:ext>
            </a:extLst>
          </p:cNvPr>
          <p:cNvSpPr txBox="1"/>
          <p:nvPr/>
        </p:nvSpPr>
        <p:spPr>
          <a:xfrm>
            <a:off x="9712291" y="4683927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(Raquel Oliveira)</a:t>
            </a:r>
          </a:p>
        </p:txBody>
      </p:sp>
    </p:spTree>
    <p:extLst>
      <p:ext uri="{BB962C8B-B14F-4D97-AF65-F5344CB8AC3E}">
        <p14:creationId xmlns:p14="http://schemas.microsoft.com/office/powerpoint/2010/main" val="389180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47BBDB1F-091F-B045-EC71-366E6E617A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5651153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D8F6743-75B0-CC98-E5AC-71EE82CC13D0}"/>
              </a:ext>
            </a:extLst>
          </p:cNvPr>
          <p:cNvSpPr txBox="1"/>
          <p:nvPr/>
        </p:nvSpPr>
        <p:spPr>
          <a:xfrm>
            <a:off x="4365752" y="107093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(João Paulo Morelli)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6D1FBE-E05C-ED9C-9571-B879C8335106}"/>
              </a:ext>
            </a:extLst>
          </p:cNvPr>
          <p:cNvSpPr txBox="1"/>
          <p:nvPr/>
        </p:nvSpPr>
        <p:spPr>
          <a:xfrm>
            <a:off x="2542000" y="325928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(Fabricio </a:t>
            </a:r>
            <a:r>
              <a:rPr lang="pt-BR" sz="1100" dirty="0" err="1"/>
              <a:t>Raimondo</a:t>
            </a:r>
            <a:r>
              <a:rPr lang="pt-BR" sz="1100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875464-A786-3124-071F-5999FFC63A15}"/>
              </a:ext>
            </a:extLst>
          </p:cNvPr>
          <p:cNvSpPr txBox="1"/>
          <p:nvPr/>
        </p:nvSpPr>
        <p:spPr>
          <a:xfrm>
            <a:off x="3013976" y="429003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(Marcio Junior)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B6B3F5-02CA-D7A0-BB2B-E252745A97B8}"/>
              </a:ext>
            </a:extLst>
          </p:cNvPr>
          <p:cNvSpPr txBox="1"/>
          <p:nvPr/>
        </p:nvSpPr>
        <p:spPr>
          <a:xfrm>
            <a:off x="4494021" y="327387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(Laura Lourenço)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D9DC71-3EF2-7995-4E1C-D451D194625F}"/>
              </a:ext>
            </a:extLst>
          </p:cNvPr>
          <p:cNvSpPr txBox="1"/>
          <p:nvPr/>
        </p:nvSpPr>
        <p:spPr>
          <a:xfrm>
            <a:off x="6446042" y="328846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(Paulo </a:t>
            </a:r>
            <a:r>
              <a:rPr lang="pt-BR" sz="1100" dirty="0" err="1"/>
              <a:t>Buzzo</a:t>
            </a:r>
            <a:r>
              <a:rPr lang="pt-BR" sz="1100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7BBF61-18AC-0F48-9B8B-FF3F7D759291}"/>
              </a:ext>
            </a:extLst>
          </p:cNvPr>
          <p:cNvSpPr txBox="1"/>
          <p:nvPr/>
        </p:nvSpPr>
        <p:spPr>
          <a:xfrm>
            <a:off x="4982330" y="426671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Enio</a:t>
            </a:r>
            <a:r>
              <a:rPr lang="pt-BR" sz="1100" dirty="0"/>
              <a:t> Velho)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2CCADA1-7CC5-B4C7-627B-2B882382E761}"/>
              </a:ext>
            </a:extLst>
          </p:cNvPr>
          <p:cNvSpPr txBox="1"/>
          <p:nvPr/>
        </p:nvSpPr>
        <p:spPr>
          <a:xfrm>
            <a:off x="6703577" y="531549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(Fernando Gomes)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9BBF206-7BD6-BFF9-E634-78B7ADE354EB}"/>
              </a:ext>
            </a:extLst>
          </p:cNvPr>
          <p:cNvSpPr txBox="1"/>
          <p:nvPr/>
        </p:nvSpPr>
        <p:spPr>
          <a:xfrm>
            <a:off x="6796354" y="636427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(Jaqueline Silva)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39263A-8408-E930-D00E-561C7C0C7473}"/>
              </a:ext>
            </a:extLst>
          </p:cNvPr>
          <p:cNvSpPr txBox="1"/>
          <p:nvPr/>
        </p:nvSpPr>
        <p:spPr>
          <a:xfrm>
            <a:off x="506437" y="513653"/>
            <a:ext cx="185339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/>
              <a:t>João Carlos </a:t>
            </a:r>
            <a:r>
              <a:rPr lang="pt-BR" sz="1100" dirty="0" err="1"/>
              <a:t>Angelo</a:t>
            </a:r>
            <a:endParaRPr lang="pt-BR" sz="1100" dirty="0"/>
          </a:p>
          <a:p>
            <a:pPr algn="ctr"/>
            <a:r>
              <a:rPr lang="pt-BR" sz="1100" dirty="0"/>
              <a:t>Adriano José Pereira</a:t>
            </a:r>
          </a:p>
          <a:p>
            <a:pPr algn="ctr"/>
            <a:r>
              <a:rPr lang="pt-BR" sz="1100" dirty="0"/>
              <a:t>Fabio Francisco dos Santos</a:t>
            </a:r>
          </a:p>
          <a:p>
            <a:pPr algn="ctr"/>
            <a:r>
              <a:rPr lang="pt-BR" sz="1100" dirty="0"/>
              <a:t>Rui Rodrigues de Castro Filho</a:t>
            </a:r>
          </a:p>
          <a:p>
            <a:pPr algn="ctr"/>
            <a:r>
              <a:rPr lang="pt-BR" sz="1100" dirty="0"/>
              <a:t>Alberto Jose Gomes Oliveira</a:t>
            </a:r>
          </a:p>
          <a:p>
            <a:pPr algn="ctr"/>
            <a:r>
              <a:rPr lang="pt-BR" sz="1100" dirty="0"/>
              <a:t>Maria de Lourdes Ignacio</a:t>
            </a:r>
          </a:p>
          <a:p>
            <a:pPr algn="ctr"/>
            <a:endParaRPr lang="pt-BR" sz="11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F88EE6E-A96F-724C-B6B9-15997EDD5AFF}"/>
              </a:ext>
            </a:extLst>
          </p:cNvPr>
          <p:cNvSpPr txBox="1"/>
          <p:nvPr/>
        </p:nvSpPr>
        <p:spPr>
          <a:xfrm>
            <a:off x="8373181" y="3259283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(Julia Moro)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62277F-A06C-53DF-F6C1-5A98F924E15B}"/>
              </a:ext>
            </a:extLst>
          </p:cNvPr>
          <p:cNvSpPr txBox="1"/>
          <p:nvPr/>
        </p:nvSpPr>
        <p:spPr>
          <a:xfrm>
            <a:off x="6735707" y="426671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(Lucas Bernardo)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B0DE64-10F3-59BC-3AF6-13EF71B057BD}"/>
              </a:ext>
            </a:extLst>
          </p:cNvPr>
          <p:cNvSpPr txBox="1"/>
          <p:nvPr/>
        </p:nvSpPr>
        <p:spPr>
          <a:xfrm>
            <a:off x="4889553" y="531549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(Marco Ferreira)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0EC2E58-0AEC-82C1-FC73-7882AC4E9B21}"/>
              </a:ext>
            </a:extLst>
          </p:cNvPr>
          <p:cNvSpPr txBox="1"/>
          <p:nvPr/>
        </p:nvSpPr>
        <p:spPr>
          <a:xfrm>
            <a:off x="4828000" y="633165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</a:t>
            </a:r>
            <a:r>
              <a:rPr lang="pt-BR" sz="1100" dirty="0" err="1"/>
              <a:t>Caren</a:t>
            </a:r>
            <a:r>
              <a:rPr lang="pt-BR" sz="1100" dirty="0"/>
              <a:t> Lourenço)</a:t>
            </a:r>
          </a:p>
        </p:txBody>
      </p:sp>
    </p:spTree>
    <p:extLst>
      <p:ext uri="{BB962C8B-B14F-4D97-AF65-F5344CB8AC3E}">
        <p14:creationId xmlns:p14="http://schemas.microsoft.com/office/powerpoint/2010/main" val="2445817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9E70149-3041-3CA2-2E7F-F25788900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494357"/>
              </p:ext>
            </p:extLst>
          </p:nvPr>
        </p:nvGraphicFramePr>
        <p:xfrm>
          <a:off x="506437" y="337625"/>
          <a:ext cx="11324492" cy="628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692B05A2-946A-3702-F0AC-A79721368792}"/>
              </a:ext>
            </a:extLst>
          </p:cNvPr>
          <p:cNvSpPr txBox="1"/>
          <p:nvPr/>
        </p:nvSpPr>
        <p:spPr>
          <a:xfrm>
            <a:off x="4468390" y="85632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(Vinicius </a:t>
            </a:r>
            <a:r>
              <a:rPr lang="pt-BR" sz="1100" dirty="0" err="1"/>
              <a:t>Zoppellari</a:t>
            </a:r>
            <a:r>
              <a:rPr lang="pt-BR" sz="1100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5E47575-E904-2D21-0347-560A1F776655}"/>
              </a:ext>
            </a:extLst>
          </p:cNvPr>
          <p:cNvSpPr txBox="1"/>
          <p:nvPr/>
        </p:nvSpPr>
        <p:spPr>
          <a:xfrm>
            <a:off x="4088943" y="413448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(Luiz Henrique Rocha)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81726AA-568B-DFC4-8CEF-93917F749F90}"/>
              </a:ext>
            </a:extLst>
          </p:cNvPr>
          <p:cNvSpPr txBox="1"/>
          <p:nvPr/>
        </p:nvSpPr>
        <p:spPr>
          <a:xfrm>
            <a:off x="5655519" y="413567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(Guilherme Silva)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425997-74EC-CE6C-C776-08CE43C4171E}"/>
              </a:ext>
            </a:extLst>
          </p:cNvPr>
          <p:cNvSpPr txBox="1"/>
          <p:nvPr/>
        </p:nvSpPr>
        <p:spPr>
          <a:xfrm>
            <a:off x="5898689" y="483064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(Douglas Pereira)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14D6FC-3B30-FE44-0510-9EC5D724C41D}"/>
              </a:ext>
            </a:extLst>
          </p:cNvPr>
          <p:cNvSpPr txBox="1"/>
          <p:nvPr/>
        </p:nvSpPr>
        <p:spPr>
          <a:xfrm>
            <a:off x="5889930" y="5572261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(Ana Paula Veber)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AF656C-12BB-5770-4A8B-D90F462AC2C2}"/>
              </a:ext>
            </a:extLst>
          </p:cNvPr>
          <p:cNvSpPr txBox="1"/>
          <p:nvPr/>
        </p:nvSpPr>
        <p:spPr>
          <a:xfrm>
            <a:off x="5946488" y="631388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(Vanessa </a:t>
            </a:r>
            <a:r>
              <a:rPr lang="pt-BR" sz="1100" dirty="0" err="1"/>
              <a:t>Sbais</a:t>
            </a:r>
            <a:r>
              <a:rPr lang="pt-BR" sz="1100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3879C7-7256-1223-DB9B-8FD4114D4C77}"/>
              </a:ext>
            </a:extLst>
          </p:cNvPr>
          <p:cNvSpPr txBox="1"/>
          <p:nvPr/>
        </p:nvSpPr>
        <p:spPr>
          <a:xfrm>
            <a:off x="475933" y="536274"/>
            <a:ext cx="2020105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b="1" dirty="0"/>
              <a:t>COMISSIONADOS: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</a:t>
            </a:r>
          </a:p>
          <a:p>
            <a:pPr algn="ctr"/>
            <a:r>
              <a:rPr lang="pt-BR" sz="1100" dirty="0" err="1"/>
              <a:t>Uesley</a:t>
            </a:r>
            <a:r>
              <a:rPr lang="pt-BR" sz="1100" dirty="0"/>
              <a:t> Alex Sander F. Lopes</a:t>
            </a:r>
          </a:p>
          <a:p>
            <a:pPr algn="ctr"/>
            <a:r>
              <a:rPr lang="pt-BR" sz="1100" dirty="0"/>
              <a:t>Marcio Ap. Bonardi</a:t>
            </a:r>
          </a:p>
          <a:p>
            <a:pPr algn="ctr"/>
            <a:r>
              <a:rPr lang="pt-BR" sz="1100"/>
              <a:t>Luiz Fernando A. </a:t>
            </a:r>
            <a:r>
              <a:rPr lang="pt-BR" sz="1100" dirty="0"/>
              <a:t>dos Santos</a:t>
            </a:r>
          </a:p>
          <a:p>
            <a:pPr algn="ctr"/>
            <a:endParaRPr lang="pt-BR" sz="1100" b="1" dirty="0"/>
          </a:p>
          <a:p>
            <a:pPr algn="ctr"/>
            <a:r>
              <a:rPr lang="pt-BR" sz="1100" b="1" dirty="0"/>
              <a:t>Assessor de Gabinete II</a:t>
            </a:r>
          </a:p>
          <a:p>
            <a:pPr algn="ctr"/>
            <a:r>
              <a:rPr lang="pt-BR" sz="1100" dirty="0"/>
              <a:t>José Avelino de Souza</a:t>
            </a:r>
          </a:p>
          <a:p>
            <a:pPr algn="ctr"/>
            <a:r>
              <a:rPr lang="pt-BR" sz="1100" dirty="0"/>
              <a:t>Djalma </a:t>
            </a:r>
            <a:r>
              <a:rPr lang="pt-BR" sz="1100" dirty="0" err="1"/>
              <a:t>Angelo</a:t>
            </a:r>
            <a:endParaRPr lang="pt-BR" sz="1100" dirty="0"/>
          </a:p>
          <a:p>
            <a:pPr algn="ctr"/>
            <a:r>
              <a:rPr lang="pt-BR" sz="1100" dirty="0" err="1"/>
              <a:t>Deivit</a:t>
            </a:r>
            <a:r>
              <a:rPr lang="pt-BR" sz="1100" dirty="0"/>
              <a:t> Alexandro de Souza Paula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015DC1-68D2-68DF-B889-48990AC79140}"/>
              </a:ext>
            </a:extLst>
          </p:cNvPr>
          <p:cNvSpPr txBox="1"/>
          <p:nvPr/>
        </p:nvSpPr>
        <p:spPr>
          <a:xfrm>
            <a:off x="4617683" y="24948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(Carlos Henrique)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F2223E-568B-9F7C-1BBE-CB28DCF7F9C5}"/>
              </a:ext>
            </a:extLst>
          </p:cNvPr>
          <p:cNvSpPr txBox="1"/>
          <p:nvPr/>
        </p:nvSpPr>
        <p:spPr>
          <a:xfrm>
            <a:off x="6462211" y="2494805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(Bruno </a:t>
            </a:r>
            <a:r>
              <a:rPr lang="pt-BR" sz="1100" dirty="0" err="1"/>
              <a:t>Freu</a:t>
            </a:r>
            <a:r>
              <a:rPr lang="pt-BR" sz="1100" dirty="0"/>
              <a:t> Garcia)</a:t>
            </a:r>
          </a:p>
        </p:txBody>
      </p:sp>
    </p:spTree>
    <p:extLst>
      <p:ext uri="{BB962C8B-B14F-4D97-AF65-F5344CB8AC3E}">
        <p14:creationId xmlns:p14="http://schemas.microsoft.com/office/powerpoint/2010/main" val="412287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32A8BCD-E041-8419-1753-5F37943D3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078454"/>
              </p:ext>
            </p:extLst>
          </p:nvPr>
        </p:nvGraphicFramePr>
        <p:xfrm>
          <a:off x="984738" y="731521"/>
          <a:ext cx="9720776" cy="533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F3A3CBA-ABF2-44B4-1CA2-32F7C0D0AA50}"/>
              </a:ext>
            </a:extLst>
          </p:cNvPr>
          <p:cNvSpPr txBox="1"/>
          <p:nvPr/>
        </p:nvSpPr>
        <p:spPr>
          <a:xfrm>
            <a:off x="3556704" y="1667566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(Guilherme Guimarães)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4B1B76A-ABE2-5295-21AD-29DE1C95319A}"/>
              </a:ext>
            </a:extLst>
          </p:cNvPr>
          <p:cNvSpPr txBox="1"/>
          <p:nvPr/>
        </p:nvSpPr>
        <p:spPr>
          <a:xfrm>
            <a:off x="4031102" y="3135738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(Bruna Bonilha)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643CE34-4F29-2E76-F77E-927B38778941}"/>
              </a:ext>
            </a:extLst>
          </p:cNvPr>
          <p:cNvSpPr txBox="1"/>
          <p:nvPr/>
        </p:nvSpPr>
        <p:spPr>
          <a:xfrm>
            <a:off x="6580606" y="3122790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(Debora Ramos)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6B130D-0710-53E1-AB95-297C34EEA604}"/>
              </a:ext>
            </a:extLst>
          </p:cNvPr>
          <p:cNvSpPr txBox="1"/>
          <p:nvPr/>
        </p:nvSpPr>
        <p:spPr>
          <a:xfrm>
            <a:off x="6831756" y="4569034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(Viviane </a:t>
            </a:r>
            <a:r>
              <a:rPr lang="pt-BR" sz="1100" dirty="0" err="1"/>
              <a:t>Montagnane</a:t>
            </a:r>
            <a:r>
              <a:rPr lang="pt-BR" sz="1100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FEFDA1-4B3A-0E5C-1B1B-605D3B87FE1A}"/>
              </a:ext>
            </a:extLst>
          </p:cNvPr>
          <p:cNvSpPr txBox="1"/>
          <p:nvPr/>
        </p:nvSpPr>
        <p:spPr>
          <a:xfrm>
            <a:off x="6990378" y="6025852"/>
            <a:ext cx="1814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(Nicole Alvares)</a:t>
            </a:r>
          </a:p>
        </p:txBody>
      </p:sp>
    </p:spTree>
    <p:extLst>
      <p:ext uri="{BB962C8B-B14F-4D97-AF65-F5344CB8AC3E}">
        <p14:creationId xmlns:p14="http://schemas.microsoft.com/office/powerpoint/2010/main" val="1882162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3055</Words>
  <Application>Microsoft Office PowerPoint</Application>
  <PresentationFormat>Widescreen</PresentationFormat>
  <Paragraphs>686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Cléber Braga</dc:creator>
  <cp:lastModifiedBy>Cléber Braga</cp:lastModifiedBy>
  <cp:revision>120</cp:revision>
  <cp:lastPrinted>2024-12-17T17:42:38Z</cp:lastPrinted>
  <dcterms:created xsi:type="dcterms:W3CDTF">2024-12-17T17:21:29Z</dcterms:created>
  <dcterms:modified xsi:type="dcterms:W3CDTF">2026-09-01T19:22:14Z</dcterms:modified>
</cp:coreProperties>
</file>